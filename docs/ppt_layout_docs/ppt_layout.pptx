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227" r:id="rId2"/>
    <p:sldId id="122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3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F09F8-2207-4C96-8B97-5FCADDCEA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D83A94-674B-47C5-BB06-2E992F476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1D6832-679D-43C4-920C-185A70A8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7309-8E1B-49EB-BCE8-55832C305CF1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F0EDDE-3B18-4F98-99AC-DDB6DFE4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839CC4-214F-4BB6-9EDC-DF4CD51C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D263-5F40-4837-A36D-638E195BA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376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8C94B-D39D-49AE-ACA5-741EC7C7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D7F16C-B40B-46A1-8EA0-41BF3848E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42B2DD-5947-49C2-9E9A-558B680A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7309-8E1B-49EB-BCE8-55832C305CF1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321697-967C-44BF-93E6-4E2589F6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D64309-9BC2-4585-B944-B6BBDC2F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D263-5F40-4837-A36D-638E195BA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9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66C70-B92C-4ACA-A976-BF6114398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6E3AAB-D4C3-472F-A51C-D68590CE5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43EAF-A977-42EC-8F36-5779E0161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7309-8E1B-49EB-BCE8-55832C305CF1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FD21F1-5BA6-4358-893E-69E5FE62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1A6946-EA97-41D0-9DE9-6F69E7EF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D263-5F40-4837-A36D-638E195BA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271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F9DA8-D9E2-49D5-80D7-1FB7378A7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EDD33-A803-441A-8090-2F321A10E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4F6AB2-40F0-47DC-A750-CC225A2A5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7CE9A3-C9F5-4054-91B9-3BBC44C7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7309-8E1B-49EB-BCE8-55832C305CF1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9A1251-1C71-4082-9587-3E81B267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20BB0D-09BA-48E1-ABF4-C496264F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D263-5F40-4837-A36D-638E195BA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087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42E00-5EF8-4FB8-B72D-4C5149EA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6A0756-7E4A-43C1-AF8E-F0551AA85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84744C-811E-469E-A1C7-0C8E51F50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498669C-3C36-4D56-B690-0A0C54B28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CE1C5E-F83F-4481-96BF-A3C7B21CCD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DFC0574-14F3-4A31-9084-92FC774A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7309-8E1B-49EB-BCE8-55832C305CF1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CF2B90-7799-4E00-93C0-EFC79087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5F23C2-8846-4662-B3CB-7705EE9C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D263-5F40-4837-A36D-638E195BA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C4660-E55E-48F2-BD40-BE89E671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597418-9600-495C-874F-2B4B85AB5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7309-8E1B-49EB-BCE8-55832C305CF1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C8341A-FD87-42F2-8C51-57EE0D6E4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5C385E-56C0-4A1C-BCCD-74983BBB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D263-5F40-4837-A36D-638E195BA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789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C722B1E-6636-46AD-897F-0325841E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7309-8E1B-49EB-BCE8-55832C305CF1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E1C859-2027-44F6-860D-63B995DA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1E7915-115D-40E9-8099-CB07793F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D263-5F40-4837-A36D-638E195BA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733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87B53-F425-4AB2-8C3D-9174EC0D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E58DCB-2829-4612-BECA-1F1DDE2A7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05ADC6-4DDD-4A44-80D2-C7F53600E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1D76A4-31D8-4604-9937-F8F85A87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7309-8E1B-49EB-BCE8-55832C305CF1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CC1634-3460-4C1F-B6A8-6AD33BDDA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E4A4A1-071A-4E44-8218-129CF90F8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D263-5F40-4837-A36D-638E195BA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29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3D048C-C946-4FA8-844A-2F784BE1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8A12A7-FB52-4DC0-B4B6-DCA13E73B8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86DB13-FDD5-4EFE-BB7E-3A0507428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8769DA-8F1F-4E51-ABB9-2CF9DEDD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7309-8E1B-49EB-BCE8-55832C305CF1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B4BF32-EEF0-40D0-B4F1-402B9744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087141-A089-4B5C-983C-5E7DE0098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D263-5F40-4837-A36D-638E195BA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21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39D9E-F662-4568-A29C-0064FDE5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C2B0DA-28AD-480E-A35E-5F300D1F1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4F4584-72BF-4F9B-8FD9-7EF1A6FD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7309-8E1B-49EB-BCE8-55832C305CF1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E372C7-3D59-43A2-B5A2-4A6D6CE6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8AA2E2-B93A-4AA1-A576-A06C0287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D263-5F40-4837-A36D-638E195BA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17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7354EC-652E-4C9C-A51D-497B63B38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B3F7C4-8B38-41C3-83D7-806AFCE07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B3BEFF-213D-4CCE-8822-24C1D873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7309-8E1B-49EB-BCE8-55832C305CF1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CD974C-77BD-478C-9ACC-DA8EFA8C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FAA3A0-2EF0-4D03-9C9E-B6A46583C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D263-5F40-4837-A36D-638E195BA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79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322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E8581A-7456-4BDE-80F8-E24D1596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353101-4248-4A4D-943B-7FFD6CE56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8BB9F0-5939-4E7D-9448-EF8D26BCB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17309-8E1B-49EB-BCE8-55832C305CF1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950FF8-6D80-438C-91BB-6D90E9047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14476D-04AA-42DA-9310-39F7F0D5A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4D263-5F40-4837-A36D-638E195BAA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31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组合 53">
            <a:extLst>
              <a:ext uri="{FF2B5EF4-FFF2-40B4-BE49-F238E27FC236}">
                <a16:creationId xmlns:a16="http://schemas.microsoft.com/office/drawing/2014/main" id="{66E3206E-DC50-415B-8BF7-5D30B009E891}"/>
              </a:ext>
            </a:extLst>
          </p:cNvPr>
          <p:cNvGrpSpPr/>
          <p:nvPr/>
        </p:nvGrpSpPr>
        <p:grpSpPr>
          <a:xfrm>
            <a:off x="-16521664" y="-13474336"/>
            <a:ext cx="29264269" cy="25184556"/>
            <a:chOff x="-4643412" y="-4402880"/>
            <a:chExt cx="14144860" cy="11732977"/>
          </a:xfrm>
        </p:grpSpPr>
        <p:sp>
          <p:nvSpPr>
            <p:cNvPr id="90" name="Freeform 340">
              <a:extLst>
                <a:ext uri="{FF2B5EF4-FFF2-40B4-BE49-F238E27FC236}">
                  <a16:creationId xmlns:a16="http://schemas.microsoft.com/office/drawing/2014/main" id="{94A4C3F9-3420-4E4F-887B-9B782C609E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643412" y="-4402880"/>
              <a:ext cx="14144860" cy="7589263"/>
            </a:xfrm>
            <a:custGeom>
              <a:avLst/>
              <a:gdLst>
                <a:gd name="T0" fmla="*/ 1431 w 1560"/>
                <a:gd name="T1" fmla="*/ 645 h 837"/>
                <a:gd name="T2" fmla="*/ 1209 w 1560"/>
                <a:gd name="T3" fmla="*/ 533 h 837"/>
                <a:gd name="T4" fmla="*/ 1315 w 1560"/>
                <a:gd name="T5" fmla="*/ 646 h 837"/>
                <a:gd name="T6" fmla="*/ 1269 w 1560"/>
                <a:gd name="T7" fmla="*/ 526 h 837"/>
                <a:gd name="T8" fmla="*/ 83 w 1560"/>
                <a:gd name="T9" fmla="*/ 433 h 837"/>
                <a:gd name="T10" fmla="*/ 276 w 1560"/>
                <a:gd name="T11" fmla="*/ 337 h 837"/>
                <a:gd name="T12" fmla="*/ 280 w 1560"/>
                <a:gd name="T13" fmla="*/ 309 h 837"/>
                <a:gd name="T14" fmla="*/ 258 w 1560"/>
                <a:gd name="T15" fmla="*/ 287 h 837"/>
                <a:gd name="T16" fmla="*/ 205 w 1560"/>
                <a:gd name="T17" fmla="*/ 255 h 837"/>
                <a:gd name="T18" fmla="*/ 400 w 1560"/>
                <a:gd name="T19" fmla="*/ 197 h 837"/>
                <a:gd name="T20" fmla="*/ 469 w 1560"/>
                <a:gd name="T21" fmla="*/ 145 h 837"/>
                <a:gd name="T22" fmla="*/ 292 w 1560"/>
                <a:gd name="T23" fmla="*/ 100 h 837"/>
                <a:gd name="T24" fmla="*/ 229 w 1560"/>
                <a:gd name="T25" fmla="*/ 225 h 837"/>
                <a:gd name="T26" fmla="*/ 205 w 1560"/>
                <a:gd name="T27" fmla="*/ 171 h 837"/>
                <a:gd name="T28" fmla="*/ 974 w 1560"/>
                <a:gd name="T29" fmla="*/ 103 h 837"/>
                <a:gd name="T30" fmla="*/ 513 w 1560"/>
                <a:gd name="T31" fmla="*/ 58 h 837"/>
                <a:gd name="T32" fmla="*/ 1199 w 1560"/>
                <a:gd name="T33" fmla="*/ 42 h 837"/>
                <a:gd name="T34" fmla="*/ 956 w 1560"/>
                <a:gd name="T35" fmla="*/ 36 h 837"/>
                <a:gd name="T36" fmla="*/ 143 w 1560"/>
                <a:gd name="T37" fmla="*/ 4 h 837"/>
                <a:gd name="T38" fmla="*/ 600 w 1560"/>
                <a:gd name="T39" fmla="*/ 16 h 837"/>
                <a:gd name="T40" fmla="*/ 691 w 1560"/>
                <a:gd name="T41" fmla="*/ 55 h 837"/>
                <a:gd name="T42" fmla="*/ 710 w 1560"/>
                <a:gd name="T43" fmla="*/ 112 h 837"/>
                <a:gd name="T44" fmla="*/ 844 w 1560"/>
                <a:gd name="T45" fmla="*/ 82 h 837"/>
                <a:gd name="T46" fmla="*/ 926 w 1560"/>
                <a:gd name="T47" fmla="*/ 108 h 837"/>
                <a:gd name="T48" fmla="*/ 1022 w 1560"/>
                <a:gd name="T49" fmla="*/ 53 h 837"/>
                <a:gd name="T50" fmla="*/ 1188 w 1560"/>
                <a:gd name="T51" fmla="*/ 57 h 837"/>
                <a:gd name="T52" fmla="*/ 1314 w 1560"/>
                <a:gd name="T53" fmla="*/ 51 h 837"/>
                <a:gd name="T54" fmla="*/ 1472 w 1560"/>
                <a:gd name="T55" fmla="*/ 37 h 837"/>
                <a:gd name="T56" fmla="*/ 1544 w 1560"/>
                <a:gd name="T57" fmla="*/ 67 h 837"/>
                <a:gd name="T58" fmla="*/ 1486 w 1560"/>
                <a:gd name="T59" fmla="*/ 107 h 837"/>
                <a:gd name="T60" fmla="*/ 1509 w 1560"/>
                <a:gd name="T61" fmla="*/ 188 h 837"/>
                <a:gd name="T62" fmla="*/ 1484 w 1560"/>
                <a:gd name="T63" fmla="*/ 317 h 837"/>
                <a:gd name="T64" fmla="*/ 1454 w 1560"/>
                <a:gd name="T65" fmla="*/ 413 h 837"/>
                <a:gd name="T66" fmla="*/ 1435 w 1560"/>
                <a:gd name="T67" fmla="*/ 538 h 837"/>
                <a:gd name="T68" fmla="*/ 1397 w 1560"/>
                <a:gd name="T69" fmla="*/ 282 h 837"/>
                <a:gd name="T70" fmla="*/ 1342 w 1560"/>
                <a:gd name="T71" fmla="*/ 311 h 837"/>
                <a:gd name="T72" fmla="*/ 1288 w 1560"/>
                <a:gd name="T73" fmla="*/ 379 h 837"/>
                <a:gd name="T74" fmla="*/ 1193 w 1560"/>
                <a:gd name="T75" fmla="*/ 521 h 837"/>
                <a:gd name="T76" fmla="*/ 1278 w 1560"/>
                <a:gd name="T77" fmla="*/ 613 h 837"/>
                <a:gd name="T78" fmla="*/ 1211 w 1560"/>
                <a:gd name="T79" fmla="*/ 734 h 837"/>
                <a:gd name="T80" fmla="*/ 1186 w 1560"/>
                <a:gd name="T81" fmla="*/ 666 h 837"/>
                <a:gd name="T82" fmla="*/ 1098 w 1560"/>
                <a:gd name="T83" fmla="*/ 575 h 837"/>
                <a:gd name="T84" fmla="*/ 1019 w 1560"/>
                <a:gd name="T85" fmla="*/ 645 h 837"/>
                <a:gd name="T86" fmla="*/ 804 w 1560"/>
                <a:gd name="T87" fmla="*/ 626 h 837"/>
                <a:gd name="T88" fmla="*/ 663 w 1560"/>
                <a:gd name="T89" fmla="*/ 679 h 837"/>
                <a:gd name="T90" fmla="*/ 491 w 1560"/>
                <a:gd name="T91" fmla="*/ 604 h 837"/>
                <a:gd name="T92" fmla="*/ 400 w 1560"/>
                <a:gd name="T93" fmla="*/ 671 h 837"/>
                <a:gd name="T94" fmla="*/ 246 w 1560"/>
                <a:gd name="T95" fmla="*/ 712 h 837"/>
                <a:gd name="T96" fmla="*/ 241 w 1560"/>
                <a:gd name="T97" fmla="*/ 834 h 837"/>
                <a:gd name="T98" fmla="*/ 170 w 1560"/>
                <a:gd name="T99" fmla="*/ 717 h 837"/>
                <a:gd name="T100" fmla="*/ 22 w 1560"/>
                <a:gd name="T101" fmla="*/ 553 h 837"/>
                <a:gd name="T102" fmla="*/ 20 w 1560"/>
                <a:gd name="T103" fmla="*/ 340 h 837"/>
                <a:gd name="T104" fmla="*/ 118 w 1560"/>
                <a:gd name="T105" fmla="*/ 375 h 837"/>
                <a:gd name="T106" fmla="*/ 76 w 1560"/>
                <a:gd name="T107" fmla="*/ 447 h 837"/>
                <a:gd name="T108" fmla="*/ 153 w 1560"/>
                <a:gd name="T109" fmla="*/ 368 h 837"/>
                <a:gd name="T110" fmla="*/ 242 w 1560"/>
                <a:gd name="T111" fmla="*/ 345 h 837"/>
                <a:gd name="T112" fmla="*/ 353 w 1560"/>
                <a:gd name="T113" fmla="*/ 321 h 837"/>
                <a:gd name="T114" fmla="*/ 386 w 1560"/>
                <a:gd name="T115" fmla="*/ 249 h 837"/>
                <a:gd name="T116" fmla="*/ 437 w 1560"/>
                <a:gd name="T117" fmla="*/ 326 h 837"/>
                <a:gd name="T118" fmla="*/ 409 w 1560"/>
                <a:gd name="T119" fmla="*/ 234 h 837"/>
                <a:gd name="T120" fmla="*/ 496 w 1560"/>
                <a:gd name="T121" fmla="*/ 267 h 837"/>
                <a:gd name="T122" fmla="*/ 495 w 1560"/>
                <a:gd name="T123" fmla="*/ 166 h 837"/>
                <a:gd name="T124" fmla="*/ 530 w 1560"/>
                <a:gd name="T125" fmla="*/ 75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60" h="837">
                  <a:moveTo>
                    <a:pt x="241" y="834"/>
                  </a:moveTo>
                  <a:lnTo>
                    <a:pt x="243" y="837"/>
                  </a:lnTo>
                  <a:lnTo>
                    <a:pt x="241" y="834"/>
                  </a:lnTo>
                  <a:lnTo>
                    <a:pt x="241" y="834"/>
                  </a:lnTo>
                  <a:close/>
                  <a:moveTo>
                    <a:pt x="390" y="767"/>
                  </a:moveTo>
                  <a:lnTo>
                    <a:pt x="394" y="768"/>
                  </a:lnTo>
                  <a:lnTo>
                    <a:pt x="376" y="770"/>
                  </a:lnTo>
                  <a:lnTo>
                    <a:pt x="390" y="767"/>
                  </a:lnTo>
                  <a:close/>
                  <a:moveTo>
                    <a:pt x="1389" y="716"/>
                  </a:moveTo>
                  <a:lnTo>
                    <a:pt x="1389" y="718"/>
                  </a:lnTo>
                  <a:lnTo>
                    <a:pt x="1386" y="720"/>
                  </a:lnTo>
                  <a:lnTo>
                    <a:pt x="1385" y="718"/>
                  </a:lnTo>
                  <a:lnTo>
                    <a:pt x="1388" y="717"/>
                  </a:lnTo>
                  <a:lnTo>
                    <a:pt x="1389" y="716"/>
                  </a:lnTo>
                  <a:close/>
                  <a:moveTo>
                    <a:pt x="1376" y="707"/>
                  </a:moveTo>
                  <a:lnTo>
                    <a:pt x="1377" y="708"/>
                  </a:lnTo>
                  <a:lnTo>
                    <a:pt x="1378" y="708"/>
                  </a:lnTo>
                  <a:lnTo>
                    <a:pt x="1380" y="708"/>
                  </a:lnTo>
                  <a:lnTo>
                    <a:pt x="1381" y="708"/>
                  </a:lnTo>
                  <a:lnTo>
                    <a:pt x="1380" y="709"/>
                  </a:lnTo>
                  <a:lnTo>
                    <a:pt x="1377" y="713"/>
                  </a:lnTo>
                  <a:lnTo>
                    <a:pt x="1376" y="713"/>
                  </a:lnTo>
                  <a:lnTo>
                    <a:pt x="1376" y="718"/>
                  </a:lnTo>
                  <a:lnTo>
                    <a:pt x="1376" y="722"/>
                  </a:lnTo>
                  <a:lnTo>
                    <a:pt x="1373" y="720"/>
                  </a:lnTo>
                  <a:lnTo>
                    <a:pt x="1373" y="718"/>
                  </a:lnTo>
                  <a:lnTo>
                    <a:pt x="1373" y="716"/>
                  </a:lnTo>
                  <a:lnTo>
                    <a:pt x="1375" y="712"/>
                  </a:lnTo>
                  <a:lnTo>
                    <a:pt x="1375" y="709"/>
                  </a:lnTo>
                  <a:lnTo>
                    <a:pt x="1376" y="707"/>
                  </a:lnTo>
                  <a:lnTo>
                    <a:pt x="1376" y="707"/>
                  </a:lnTo>
                  <a:close/>
                  <a:moveTo>
                    <a:pt x="1401" y="682"/>
                  </a:moveTo>
                  <a:lnTo>
                    <a:pt x="1402" y="684"/>
                  </a:lnTo>
                  <a:lnTo>
                    <a:pt x="1402" y="687"/>
                  </a:lnTo>
                  <a:lnTo>
                    <a:pt x="1400" y="688"/>
                  </a:lnTo>
                  <a:lnTo>
                    <a:pt x="1397" y="688"/>
                  </a:lnTo>
                  <a:lnTo>
                    <a:pt x="1396" y="691"/>
                  </a:lnTo>
                  <a:lnTo>
                    <a:pt x="1393" y="695"/>
                  </a:lnTo>
                  <a:lnTo>
                    <a:pt x="1392" y="696"/>
                  </a:lnTo>
                  <a:lnTo>
                    <a:pt x="1390" y="696"/>
                  </a:lnTo>
                  <a:lnTo>
                    <a:pt x="1389" y="696"/>
                  </a:lnTo>
                  <a:lnTo>
                    <a:pt x="1389" y="697"/>
                  </a:lnTo>
                  <a:lnTo>
                    <a:pt x="1388" y="699"/>
                  </a:lnTo>
                  <a:lnTo>
                    <a:pt x="1389" y="701"/>
                  </a:lnTo>
                  <a:lnTo>
                    <a:pt x="1386" y="704"/>
                  </a:lnTo>
                  <a:lnTo>
                    <a:pt x="1386" y="705"/>
                  </a:lnTo>
                  <a:lnTo>
                    <a:pt x="1385" y="707"/>
                  </a:lnTo>
                  <a:lnTo>
                    <a:pt x="1385" y="704"/>
                  </a:lnTo>
                  <a:lnTo>
                    <a:pt x="1385" y="701"/>
                  </a:lnTo>
                  <a:lnTo>
                    <a:pt x="1386" y="701"/>
                  </a:lnTo>
                  <a:lnTo>
                    <a:pt x="1385" y="700"/>
                  </a:lnTo>
                  <a:lnTo>
                    <a:pt x="1385" y="699"/>
                  </a:lnTo>
                  <a:lnTo>
                    <a:pt x="1386" y="697"/>
                  </a:lnTo>
                  <a:lnTo>
                    <a:pt x="1388" y="695"/>
                  </a:lnTo>
                  <a:lnTo>
                    <a:pt x="1388" y="693"/>
                  </a:lnTo>
                  <a:lnTo>
                    <a:pt x="1388" y="693"/>
                  </a:lnTo>
                  <a:lnTo>
                    <a:pt x="1390" y="692"/>
                  </a:lnTo>
                  <a:lnTo>
                    <a:pt x="1390" y="690"/>
                  </a:lnTo>
                  <a:lnTo>
                    <a:pt x="1390" y="688"/>
                  </a:lnTo>
                  <a:lnTo>
                    <a:pt x="1390" y="687"/>
                  </a:lnTo>
                  <a:lnTo>
                    <a:pt x="1392" y="687"/>
                  </a:lnTo>
                  <a:lnTo>
                    <a:pt x="1392" y="688"/>
                  </a:lnTo>
                  <a:lnTo>
                    <a:pt x="1393" y="688"/>
                  </a:lnTo>
                  <a:lnTo>
                    <a:pt x="1396" y="687"/>
                  </a:lnTo>
                  <a:lnTo>
                    <a:pt x="1397" y="687"/>
                  </a:lnTo>
                  <a:lnTo>
                    <a:pt x="1397" y="686"/>
                  </a:lnTo>
                  <a:lnTo>
                    <a:pt x="1400" y="683"/>
                  </a:lnTo>
                  <a:lnTo>
                    <a:pt x="1401" y="682"/>
                  </a:lnTo>
                  <a:close/>
                  <a:moveTo>
                    <a:pt x="1418" y="666"/>
                  </a:moveTo>
                  <a:lnTo>
                    <a:pt x="1415" y="670"/>
                  </a:lnTo>
                  <a:lnTo>
                    <a:pt x="1414" y="672"/>
                  </a:lnTo>
                  <a:lnTo>
                    <a:pt x="1414" y="674"/>
                  </a:lnTo>
                  <a:lnTo>
                    <a:pt x="1413" y="675"/>
                  </a:lnTo>
                  <a:lnTo>
                    <a:pt x="1411" y="678"/>
                  </a:lnTo>
                  <a:lnTo>
                    <a:pt x="1409" y="680"/>
                  </a:lnTo>
                  <a:lnTo>
                    <a:pt x="1407" y="680"/>
                  </a:lnTo>
                  <a:lnTo>
                    <a:pt x="1407" y="676"/>
                  </a:lnTo>
                  <a:lnTo>
                    <a:pt x="1410" y="675"/>
                  </a:lnTo>
                  <a:lnTo>
                    <a:pt x="1410" y="674"/>
                  </a:lnTo>
                  <a:lnTo>
                    <a:pt x="1411" y="672"/>
                  </a:lnTo>
                  <a:lnTo>
                    <a:pt x="1411" y="671"/>
                  </a:lnTo>
                  <a:lnTo>
                    <a:pt x="1413" y="670"/>
                  </a:lnTo>
                  <a:lnTo>
                    <a:pt x="1414" y="667"/>
                  </a:lnTo>
                  <a:lnTo>
                    <a:pt x="1417" y="667"/>
                  </a:lnTo>
                  <a:lnTo>
                    <a:pt x="1418" y="666"/>
                  </a:lnTo>
                  <a:close/>
                  <a:moveTo>
                    <a:pt x="1429" y="649"/>
                  </a:moveTo>
                  <a:lnTo>
                    <a:pt x="1429" y="649"/>
                  </a:lnTo>
                  <a:lnTo>
                    <a:pt x="1429" y="653"/>
                  </a:lnTo>
                  <a:lnTo>
                    <a:pt x="1427" y="654"/>
                  </a:lnTo>
                  <a:lnTo>
                    <a:pt x="1427" y="653"/>
                  </a:lnTo>
                  <a:lnTo>
                    <a:pt x="1427" y="650"/>
                  </a:lnTo>
                  <a:lnTo>
                    <a:pt x="1429" y="649"/>
                  </a:lnTo>
                  <a:close/>
                  <a:moveTo>
                    <a:pt x="1430" y="643"/>
                  </a:moveTo>
                  <a:lnTo>
                    <a:pt x="1431" y="643"/>
                  </a:lnTo>
                  <a:lnTo>
                    <a:pt x="1431" y="645"/>
                  </a:lnTo>
                  <a:lnTo>
                    <a:pt x="1430" y="645"/>
                  </a:lnTo>
                  <a:lnTo>
                    <a:pt x="1430" y="643"/>
                  </a:lnTo>
                  <a:lnTo>
                    <a:pt x="1430" y="643"/>
                  </a:lnTo>
                  <a:close/>
                  <a:moveTo>
                    <a:pt x="1431" y="640"/>
                  </a:moveTo>
                  <a:lnTo>
                    <a:pt x="1432" y="640"/>
                  </a:lnTo>
                  <a:lnTo>
                    <a:pt x="1432" y="641"/>
                  </a:lnTo>
                  <a:lnTo>
                    <a:pt x="1431" y="640"/>
                  </a:lnTo>
                  <a:close/>
                  <a:moveTo>
                    <a:pt x="1432" y="634"/>
                  </a:moveTo>
                  <a:lnTo>
                    <a:pt x="1432" y="636"/>
                  </a:lnTo>
                  <a:lnTo>
                    <a:pt x="1432" y="638"/>
                  </a:lnTo>
                  <a:lnTo>
                    <a:pt x="1431" y="636"/>
                  </a:lnTo>
                  <a:lnTo>
                    <a:pt x="1432" y="634"/>
                  </a:lnTo>
                  <a:close/>
                  <a:moveTo>
                    <a:pt x="1432" y="628"/>
                  </a:moveTo>
                  <a:lnTo>
                    <a:pt x="1434" y="629"/>
                  </a:lnTo>
                  <a:lnTo>
                    <a:pt x="1432" y="629"/>
                  </a:lnTo>
                  <a:lnTo>
                    <a:pt x="1432" y="628"/>
                  </a:lnTo>
                  <a:lnTo>
                    <a:pt x="1432" y="628"/>
                  </a:lnTo>
                  <a:close/>
                  <a:moveTo>
                    <a:pt x="1438" y="611"/>
                  </a:moveTo>
                  <a:lnTo>
                    <a:pt x="1438" y="611"/>
                  </a:lnTo>
                  <a:lnTo>
                    <a:pt x="1438" y="613"/>
                  </a:lnTo>
                  <a:lnTo>
                    <a:pt x="1436" y="615"/>
                  </a:lnTo>
                  <a:lnTo>
                    <a:pt x="1436" y="615"/>
                  </a:lnTo>
                  <a:lnTo>
                    <a:pt x="1436" y="612"/>
                  </a:lnTo>
                  <a:lnTo>
                    <a:pt x="1438" y="611"/>
                  </a:lnTo>
                  <a:close/>
                  <a:moveTo>
                    <a:pt x="1434" y="608"/>
                  </a:moveTo>
                  <a:lnTo>
                    <a:pt x="1435" y="608"/>
                  </a:lnTo>
                  <a:lnTo>
                    <a:pt x="1435" y="609"/>
                  </a:lnTo>
                  <a:lnTo>
                    <a:pt x="1435" y="609"/>
                  </a:lnTo>
                  <a:lnTo>
                    <a:pt x="1434" y="609"/>
                  </a:lnTo>
                  <a:lnTo>
                    <a:pt x="1434" y="608"/>
                  </a:lnTo>
                  <a:close/>
                  <a:moveTo>
                    <a:pt x="1438" y="603"/>
                  </a:moveTo>
                  <a:lnTo>
                    <a:pt x="1439" y="604"/>
                  </a:lnTo>
                  <a:lnTo>
                    <a:pt x="1440" y="605"/>
                  </a:lnTo>
                  <a:lnTo>
                    <a:pt x="1439" y="605"/>
                  </a:lnTo>
                  <a:lnTo>
                    <a:pt x="1438" y="605"/>
                  </a:lnTo>
                  <a:lnTo>
                    <a:pt x="1438" y="604"/>
                  </a:lnTo>
                  <a:lnTo>
                    <a:pt x="1438" y="603"/>
                  </a:lnTo>
                  <a:close/>
                  <a:moveTo>
                    <a:pt x="1438" y="595"/>
                  </a:moveTo>
                  <a:lnTo>
                    <a:pt x="1438" y="596"/>
                  </a:lnTo>
                  <a:lnTo>
                    <a:pt x="1438" y="597"/>
                  </a:lnTo>
                  <a:lnTo>
                    <a:pt x="1439" y="600"/>
                  </a:lnTo>
                  <a:lnTo>
                    <a:pt x="1438" y="601"/>
                  </a:lnTo>
                  <a:lnTo>
                    <a:pt x="1436" y="600"/>
                  </a:lnTo>
                  <a:lnTo>
                    <a:pt x="1438" y="597"/>
                  </a:lnTo>
                  <a:lnTo>
                    <a:pt x="1438" y="595"/>
                  </a:lnTo>
                  <a:close/>
                  <a:moveTo>
                    <a:pt x="1442" y="568"/>
                  </a:moveTo>
                  <a:lnTo>
                    <a:pt x="1446" y="571"/>
                  </a:lnTo>
                  <a:lnTo>
                    <a:pt x="1447" y="574"/>
                  </a:lnTo>
                  <a:lnTo>
                    <a:pt x="1446" y="575"/>
                  </a:lnTo>
                  <a:lnTo>
                    <a:pt x="1444" y="576"/>
                  </a:lnTo>
                  <a:lnTo>
                    <a:pt x="1446" y="579"/>
                  </a:lnTo>
                  <a:lnTo>
                    <a:pt x="1443" y="582"/>
                  </a:lnTo>
                  <a:lnTo>
                    <a:pt x="1442" y="583"/>
                  </a:lnTo>
                  <a:lnTo>
                    <a:pt x="1442" y="584"/>
                  </a:lnTo>
                  <a:lnTo>
                    <a:pt x="1442" y="587"/>
                  </a:lnTo>
                  <a:lnTo>
                    <a:pt x="1440" y="587"/>
                  </a:lnTo>
                  <a:lnTo>
                    <a:pt x="1439" y="586"/>
                  </a:lnTo>
                  <a:lnTo>
                    <a:pt x="1438" y="586"/>
                  </a:lnTo>
                  <a:lnTo>
                    <a:pt x="1436" y="584"/>
                  </a:lnTo>
                  <a:lnTo>
                    <a:pt x="1438" y="584"/>
                  </a:lnTo>
                  <a:lnTo>
                    <a:pt x="1438" y="583"/>
                  </a:lnTo>
                  <a:lnTo>
                    <a:pt x="1436" y="580"/>
                  </a:lnTo>
                  <a:lnTo>
                    <a:pt x="1436" y="579"/>
                  </a:lnTo>
                  <a:lnTo>
                    <a:pt x="1438" y="579"/>
                  </a:lnTo>
                  <a:lnTo>
                    <a:pt x="1439" y="578"/>
                  </a:lnTo>
                  <a:lnTo>
                    <a:pt x="1442" y="576"/>
                  </a:lnTo>
                  <a:lnTo>
                    <a:pt x="1442" y="574"/>
                  </a:lnTo>
                  <a:lnTo>
                    <a:pt x="1442" y="570"/>
                  </a:lnTo>
                  <a:lnTo>
                    <a:pt x="1442" y="568"/>
                  </a:lnTo>
                  <a:close/>
                  <a:moveTo>
                    <a:pt x="1435" y="566"/>
                  </a:moveTo>
                  <a:lnTo>
                    <a:pt x="1438" y="568"/>
                  </a:lnTo>
                  <a:lnTo>
                    <a:pt x="1438" y="570"/>
                  </a:lnTo>
                  <a:lnTo>
                    <a:pt x="1435" y="570"/>
                  </a:lnTo>
                  <a:lnTo>
                    <a:pt x="1434" y="568"/>
                  </a:lnTo>
                  <a:lnTo>
                    <a:pt x="1434" y="567"/>
                  </a:lnTo>
                  <a:lnTo>
                    <a:pt x="1435" y="566"/>
                  </a:lnTo>
                  <a:close/>
                  <a:moveTo>
                    <a:pt x="1447" y="566"/>
                  </a:moveTo>
                  <a:lnTo>
                    <a:pt x="1448" y="567"/>
                  </a:lnTo>
                  <a:lnTo>
                    <a:pt x="1448" y="568"/>
                  </a:lnTo>
                  <a:lnTo>
                    <a:pt x="1447" y="570"/>
                  </a:lnTo>
                  <a:lnTo>
                    <a:pt x="1447" y="570"/>
                  </a:lnTo>
                  <a:lnTo>
                    <a:pt x="1444" y="568"/>
                  </a:lnTo>
                  <a:lnTo>
                    <a:pt x="1444" y="567"/>
                  </a:lnTo>
                  <a:lnTo>
                    <a:pt x="1447" y="566"/>
                  </a:lnTo>
                  <a:close/>
                  <a:moveTo>
                    <a:pt x="25" y="532"/>
                  </a:moveTo>
                  <a:lnTo>
                    <a:pt x="26" y="534"/>
                  </a:lnTo>
                  <a:lnTo>
                    <a:pt x="26" y="536"/>
                  </a:lnTo>
                  <a:lnTo>
                    <a:pt x="24" y="534"/>
                  </a:lnTo>
                  <a:lnTo>
                    <a:pt x="25" y="532"/>
                  </a:lnTo>
                  <a:close/>
                  <a:moveTo>
                    <a:pt x="1211" y="526"/>
                  </a:moveTo>
                  <a:lnTo>
                    <a:pt x="1211" y="528"/>
                  </a:lnTo>
                  <a:lnTo>
                    <a:pt x="1211" y="528"/>
                  </a:lnTo>
                  <a:lnTo>
                    <a:pt x="1211" y="530"/>
                  </a:lnTo>
                  <a:lnTo>
                    <a:pt x="1210" y="530"/>
                  </a:lnTo>
                  <a:lnTo>
                    <a:pt x="1209" y="533"/>
                  </a:lnTo>
                  <a:lnTo>
                    <a:pt x="1207" y="532"/>
                  </a:lnTo>
                  <a:lnTo>
                    <a:pt x="1206" y="529"/>
                  </a:lnTo>
                  <a:lnTo>
                    <a:pt x="1209" y="526"/>
                  </a:lnTo>
                  <a:lnTo>
                    <a:pt x="1211" y="526"/>
                  </a:lnTo>
                  <a:close/>
                  <a:moveTo>
                    <a:pt x="1211" y="521"/>
                  </a:moveTo>
                  <a:lnTo>
                    <a:pt x="1213" y="522"/>
                  </a:lnTo>
                  <a:lnTo>
                    <a:pt x="1213" y="524"/>
                  </a:lnTo>
                  <a:lnTo>
                    <a:pt x="1211" y="525"/>
                  </a:lnTo>
                  <a:lnTo>
                    <a:pt x="1210" y="524"/>
                  </a:lnTo>
                  <a:lnTo>
                    <a:pt x="1211" y="522"/>
                  </a:lnTo>
                  <a:lnTo>
                    <a:pt x="1211" y="522"/>
                  </a:lnTo>
                  <a:lnTo>
                    <a:pt x="1211" y="521"/>
                  </a:lnTo>
                  <a:close/>
                  <a:moveTo>
                    <a:pt x="1209" y="521"/>
                  </a:moveTo>
                  <a:lnTo>
                    <a:pt x="1209" y="521"/>
                  </a:lnTo>
                  <a:lnTo>
                    <a:pt x="1209" y="524"/>
                  </a:lnTo>
                  <a:lnTo>
                    <a:pt x="1209" y="525"/>
                  </a:lnTo>
                  <a:lnTo>
                    <a:pt x="1207" y="522"/>
                  </a:lnTo>
                  <a:lnTo>
                    <a:pt x="1207" y="521"/>
                  </a:lnTo>
                  <a:lnTo>
                    <a:pt x="1209" y="521"/>
                  </a:lnTo>
                  <a:close/>
                  <a:moveTo>
                    <a:pt x="1264" y="515"/>
                  </a:moveTo>
                  <a:lnTo>
                    <a:pt x="1265" y="516"/>
                  </a:lnTo>
                  <a:lnTo>
                    <a:pt x="1267" y="518"/>
                  </a:lnTo>
                  <a:lnTo>
                    <a:pt x="1271" y="520"/>
                  </a:lnTo>
                  <a:lnTo>
                    <a:pt x="1272" y="522"/>
                  </a:lnTo>
                  <a:lnTo>
                    <a:pt x="1272" y="526"/>
                  </a:lnTo>
                  <a:lnTo>
                    <a:pt x="1273" y="529"/>
                  </a:lnTo>
                  <a:lnTo>
                    <a:pt x="1278" y="532"/>
                  </a:lnTo>
                  <a:lnTo>
                    <a:pt x="1278" y="534"/>
                  </a:lnTo>
                  <a:lnTo>
                    <a:pt x="1280" y="534"/>
                  </a:lnTo>
                  <a:lnTo>
                    <a:pt x="1282" y="537"/>
                  </a:lnTo>
                  <a:lnTo>
                    <a:pt x="1285" y="541"/>
                  </a:lnTo>
                  <a:lnTo>
                    <a:pt x="1286" y="545"/>
                  </a:lnTo>
                  <a:lnTo>
                    <a:pt x="1284" y="541"/>
                  </a:lnTo>
                  <a:lnTo>
                    <a:pt x="1281" y="538"/>
                  </a:lnTo>
                  <a:lnTo>
                    <a:pt x="1281" y="540"/>
                  </a:lnTo>
                  <a:lnTo>
                    <a:pt x="1281" y="541"/>
                  </a:lnTo>
                  <a:lnTo>
                    <a:pt x="1282" y="541"/>
                  </a:lnTo>
                  <a:lnTo>
                    <a:pt x="1282" y="543"/>
                  </a:lnTo>
                  <a:lnTo>
                    <a:pt x="1285" y="546"/>
                  </a:lnTo>
                  <a:lnTo>
                    <a:pt x="1288" y="547"/>
                  </a:lnTo>
                  <a:lnTo>
                    <a:pt x="1288" y="550"/>
                  </a:lnTo>
                  <a:lnTo>
                    <a:pt x="1288" y="553"/>
                  </a:lnTo>
                  <a:lnTo>
                    <a:pt x="1289" y="557"/>
                  </a:lnTo>
                  <a:lnTo>
                    <a:pt x="1288" y="557"/>
                  </a:lnTo>
                  <a:lnTo>
                    <a:pt x="1288" y="558"/>
                  </a:lnTo>
                  <a:lnTo>
                    <a:pt x="1288" y="561"/>
                  </a:lnTo>
                  <a:lnTo>
                    <a:pt x="1289" y="562"/>
                  </a:lnTo>
                  <a:lnTo>
                    <a:pt x="1290" y="566"/>
                  </a:lnTo>
                  <a:lnTo>
                    <a:pt x="1293" y="568"/>
                  </a:lnTo>
                  <a:lnTo>
                    <a:pt x="1294" y="570"/>
                  </a:lnTo>
                  <a:lnTo>
                    <a:pt x="1296" y="571"/>
                  </a:lnTo>
                  <a:lnTo>
                    <a:pt x="1296" y="574"/>
                  </a:lnTo>
                  <a:lnTo>
                    <a:pt x="1296" y="574"/>
                  </a:lnTo>
                  <a:lnTo>
                    <a:pt x="1297" y="575"/>
                  </a:lnTo>
                  <a:lnTo>
                    <a:pt x="1297" y="574"/>
                  </a:lnTo>
                  <a:lnTo>
                    <a:pt x="1298" y="574"/>
                  </a:lnTo>
                  <a:lnTo>
                    <a:pt x="1299" y="576"/>
                  </a:lnTo>
                  <a:lnTo>
                    <a:pt x="1299" y="579"/>
                  </a:lnTo>
                  <a:lnTo>
                    <a:pt x="1302" y="580"/>
                  </a:lnTo>
                  <a:lnTo>
                    <a:pt x="1303" y="584"/>
                  </a:lnTo>
                  <a:lnTo>
                    <a:pt x="1307" y="590"/>
                  </a:lnTo>
                  <a:lnTo>
                    <a:pt x="1309" y="592"/>
                  </a:lnTo>
                  <a:lnTo>
                    <a:pt x="1311" y="599"/>
                  </a:lnTo>
                  <a:lnTo>
                    <a:pt x="1315" y="603"/>
                  </a:lnTo>
                  <a:lnTo>
                    <a:pt x="1315" y="605"/>
                  </a:lnTo>
                  <a:lnTo>
                    <a:pt x="1318" y="605"/>
                  </a:lnTo>
                  <a:lnTo>
                    <a:pt x="1318" y="608"/>
                  </a:lnTo>
                  <a:lnTo>
                    <a:pt x="1321" y="612"/>
                  </a:lnTo>
                  <a:lnTo>
                    <a:pt x="1322" y="613"/>
                  </a:lnTo>
                  <a:lnTo>
                    <a:pt x="1322" y="615"/>
                  </a:lnTo>
                  <a:lnTo>
                    <a:pt x="1325" y="618"/>
                  </a:lnTo>
                  <a:lnTo>
                    <a:pt x="1326" y="621"/>
                  </a:lnTo>
                  <a:lnTo>
                    <a:pt x="1330" y="624"/>
                  </a:lnTo>
                  <a:lnTo>
                    <a:pt x="1331" y="626"/>
                  </a:lnTo>
                  <a:lnTo>
                    <a:pt x="1332" y="630"/>
                  </a:lnTo>
                  <a:lnTo>
                    <a:pt x="1331" y="629"/>
                  </a:lnTo>
                  <a:lnTo>
                    <a:pt x="1330" y="626"/>
                  </a:lnTo>
                  <a:lnTo>
                    <a:pt x="1327" y="625"/>
                  </a:lnTo>
                  <a:lnTo>
                    <a:pt x="1325" y="624"/>
                  </a:lnTo>
                  <a:lnTo>
                    <a:pt x="1323" y="620"/>
                  </a:lnTo>
                  <a:lnTo>
                    <a:pt x="1321" y="618"/>
                  </a:lnTo>
                  <a:lnTo>
                    <a:pt x="1318" y="618"/>
                  </a:lnTo>
                  <a:lnTo>
                    <a:pt x="1315" y="618"/>
                  </a:lnTo>
                  <a:lnTo>
                    <a:pt x="1314" y="618"/>
                  </a:lnTo>
                  <a:lnTo>
                    <a:pt x="1313" y="618"/>
                  </a:lnTo>
                  <a:lnTo>
                    <a:pt x="1313" y="620"/>
                  </a:lnTo>
                  <a:lnTo>
                    <a:pt x="1313" y="622"/>
                  </a:lnTo>
                  <a:lnTo>
                    <a:pt x="1311" y="624"/>
                  </a:lnTo>
                  <a:lnTo>
                    <a:pt x="1313" y="626"/>
                  </a:lnTo>
                  <a:lnTo>
                    <a:pt x="1313" y="629"/>
                  </a:lnTo>
                  <a:lnTo>
                    <a:pt x="1313" y="633"/>
                  </a:lnTo>
                  <a:lnTo>
                    <a:pt x="1314" y="636"/>
                  </a:lnTo>
                  <a:lnTo>
                    <a:pt x="1314" y="640"/>
                  </a:lnTo>
                  <a:lnTo>
                    <a:pt x="1314" y="643"/>
                  </a:lnTo>
                  <a:lnTo>
                    <a:pt x="1315" y="646"/>
                  </a:lnTo>
                  <a:lnTo>
                    <a:pt x="1317" y="650"/>
                  </a:lnTo>
                  <a:lnTo>
                    <a:pt x="1318" y="654"/>
                  </a:lnTo>
                  <a:lnTo>
                    <a:pt x="1319" y="655"/>
                  </a:lnTo>
                  <a:lnTo>
                    <a:pt x="1322" y="657"/>
                  </a:lnTo>
                  <a:lnTo>
                    <a:pt x="1325" y="659"/>
                  </a:lnTo>
                  <a:lnTo>
                    <a:pt x="1326" y="662"/>
                  </a:lnTo>
                  <a:lnTo>
                    <a:pt x="1326" y="665"/>
                  </a:lnTo>
                  <a:lnTo>
                    <a:pt x="1330" y="667"/>
                  </a:lnTo>
                  <a:lnTo>
                    <a:pt x="1331" y="667"/>
                  </a:lnTo>
                  <a:lnTo>
                    <a:pt x="1332" y="666"/>
                  </a:lnTo>
                  <a:lnTo>
                    <a:pt x="1334" y="668"/>
                  </a:lnTo>
                  <a:lnTo>
                    <a:pt x="1335" y="671"/>
                  </a:lnTo>
                  <a:lnTo>
                    <a:pt x="1336" y="674"/>
                  </a:lnTo>
                  <a:lnTo>
                    <a:pt x="1336" y="676"/>
                  </a:lnTo>
                  <a:lnTo>
                    <a:pt x="1336" y="679"/>
                  </a:lnTo>
                  <a:lnTo>
                    <a:pt x="1336" y="680"/>
                  </a:lnTo>
                  <a:lnTo>
                    <a:pt x="1336" y="682"/>
                  </a:lnTo>
                  <a:lnTo>
                    <a:pt x="1335" y="680"/>
                  </a:lnTo>
                  <a:lnTo>
                    <a:pt x="1335" y="678"/>
                  </a:lnTo>
                  <a:lnTo>
                    <a:pt x="1332" y="675"/>
                  </a:lnTo>
                  <a:lnTo>
                    <a:pt x="1332" y="674"/>
                  </a:lnTo>
                  <a:lnTo>
                    <a:pt x="1334" y="672"/>
                  </a:lnTo>
                  <a:lnTo>
                    <a:pt x="1332" y="671"/>
                  </a:lnTo>
                  <a:lnTo>
                    <a:pt x="1331" y="671"/>
                  </a:lnTo>
                  <a:lnTo>
                    <a:pt x="1331" y="672"/>
                  </a:lnTo>
                  <a:lnTo>
                    <a:pt x="1326" y="672"/>
                  </a:lnTo>
                  <a:lnTo>
                    <a:pt x="1325" y="672"/>
                  </a:lnTo>
                  <a:lnTo>
                    <a:pt x="1325" y="670"/>
                  </a:lnTo>
                  <a:lnTo>
                    <a:pt x="1323" y="670"/>
                  </a:lnTo>
                  <a:lnTo>
                    <a:pt x="1322" y="672"/>
                  </a:lnTo>
                  <a:lnTo>
                    <a:pt x="1321" y="675"/>
                  </a:lnTo>
                  <a:lnTo>
                    <a:pt x="1322" y="679"/>
                  </a:lnTo>
                  <a:lnTo>
                    <a:pt x="1323" y="680"/>
                  </a:lnTo>
                  <a:lnTo>
                    <a:pt x="1322" y="683"/>
                  </a:lnTo>
                  <a:lnTo>
                    <a:pt x="1323" y="686"/>
                  </a:lnTo>
                  <a:lnTo>
                    <a:pt x="1319" y="684"/>
                  </a:lnTo>
                  <a:lnTo>
                    <a:pt x="1318" y="680"/>
                  </a:lnTo>
                  <a:lnTo>
                    <a:pt x="1315" y="679"/>
                  </a:lnTo>
                  <a:lnTo>
                    <a:pt x="1314" y="675"/>
                  </a:lnTo>
                  <a:lnTo>
                    <a:pt x="1315" y="671"/>
                  </a:lnTo>
                  <a:lnTo>
                    <a:pt x="1315" y="667"/>
                  </a:lnTo>
                  <a:lnTo>
                    <a:pt x="1315" y="665"/>
                  </a:lnTo>
                  <a:lnTo>
                    <a:pt x="1313" y="661"/>
                  </a:lnTo>
                  <a:lnTo>
                    <a:pt x="1311" y="658"/>
                  </a:lnTo>
                  <a:lnTo>
                    <a:pt x="1310" y="655"/>
                  </a:lnTo>
                  <a:lnTo>
                    <a:pt x="1309" y="651"/>
                  </a:lnTo>
                  <a:lnTo>
                    <a:pt x="1309" y="646"/>
                  </a:lnTo>
                  <a:lnTo>
                    <a:pt x="1307" y="642"/>
                  </a:lnTo>
                  <a:lnTo>
                    <a:pt x="1307" y="641"/>
                  </a:lnTo>
                  <a:lnTo>
                    <a:pt x="1303" y="636"/>
                  </a:lnTo>
                  <a:lnTo>
                    <a:pt x="1301" y="633"/>
                  </a:lnTo>
                  <a:lnTo>
                    <a:pt x="1301" y="630"/>
                  </a:lnTo>
                  <a:lnTo>
                    <a:pt x="1301" y="628"/>
                  </a:lnTo>
                  <a:lnTo>
                    <a:pt x="1299" y="624"/>
                  </a:lnTo>
                  <a:lnTo>
                    <a:pt x="1298" y="620"/>
                  </a:lnTo>
                  <a:lnTo>
                    <a:pt x="1299" y="617"/>
                  </a:lnTo>
                  <a:lnTo>
                    <a:pt x="1298" y="616"/>
                  </a:lnTo>
                  <a:lnTo>
                    <a:pt x="1298" y="612"/>
                  </a:lnTo>
                  <a:lnTo>
                    <a:pt x="1297" y="608"/>
                  </a:lnTo>
                  <a:lnTo>
                    <a:pt x="1296" y="605"/>
                  </a:lnTo>
                  <a:lnTo>
                    <a:pt x="1293" y="601"/>
                  </a:lnTo>
                  <a:lnTo>
                    <a:pt x="1293" y="600"/>
                  </a:lnTo>
                  <a:lnTo>
                    <a:pt x="1294" y="599"/>
                  </a:lnTo>
                  <a:lnTo>
                    <a:pt x="1292" y="596"/>
                  </a:lnTo>
                  <a:lnTo>
                    <a:pt x="1289" y="595"/>
                  </a:lnTo>
                  <a:lnTo>
                    <a:pt x="1289" y="592"/>
                  </a:lnTo>
                  <a:lnTo>
                    <a:pt x="1288" y="590"/>
                  </a:lnTo>
                  <a:lnTo>
                    <a:pt x="1288" y="587"/>
                  </a:lnTo>
                  <a:lnTo>
                    <a:pt x="1288" y="583"/>
                  </a:lnTo>
                  <a:lnTo>
                    <a:pt x="1285" y="579"/>
                  </a:lnTo>
                  <a:lnTo>
                    <a:pt x="1282" y="578"/>
                  </a:lnTo>
                  <a:lnTo>
                    <a:pt x="1277" y="572"/>
                  </a:lnTo>
                  <a:lnTo>
                    <a:pt x="1278" y="571"/>
                  </a:lnTo>
                  <a:lnTo>
                    <a:pt x="1277" y="570"/>
                  </a:lnTo>
                  <a:lnTo>
                    <a:pt x="1274" y="568"/>
                  </a:lnTo>
                  <a:lnTo>
                    <a:pt x="1273" y="565"/>
                  </a:lnTo>
                  <a:lnTo>
                    <a:pt x="1272" y="559"/>
                  </a:lnTo>
                  <a:lnTo>
                    <a:pt x="1271" y="555"/>
                  </a:lnTo>
                  <a:lnTo>
                    <a:pt x="1271" y="554"/>
                  </a:lnTo>
                  <a:lnTo>
                    <a:pt x="1271" y="550"/>
                  </a:lnTo>
                  <a:lnTo>
                    <a:pt x="1268" y="546"/>
                  </a:lnTo>
                  <a:lnTo>
                    <a:pt x="1265" y="543"/>
                  </a:lnTo>
                  <a:lnTo>
                    <a:pt x="1265" y="540"/>
                  </a:lnTo>
                  <a:lnTo>
                    <a:pt x="1263" y="538"/>
                  </a:lnTo>
                  <a:lnTo>
                    <a:pt x="1264" y="534"/>
                  </a:lnTo>
                  <a:lnTo>
                    <a:pt x="1265" y="533"/>
                  </a:lnTo>
                  <a:lnTo>
                    <a:pt x="1267" y="536"/>
                  </a:lnTo>
                  <a:lnTo>
                    <a:pt x="1269" y="536"/>
                  </a:lnTo>
                  <a:lnTo>
                    <a:pt x="1271" y="534"/>
                  </a:lnTo>
                  <a:lnTo>
                    <a:pt x="1271" y="532"/>
                  </a:lnTo>
                  <a:lnTo>
                    <a:pt x="1268" y="532"/>
                  </a:lnTo>
                  <a:lnTo>
                    <a:pt x="1268" y="530"/>
                  </a:lnTo>
                  <a:lnTo>
                    <a:pt x="1269" y="529"/>
                  </a:lnTo>
                  <a:lnTo>
                    <a:pt x="1271" y="529"/>
                  </a:lnTo>
                  <a:lnTo>
                    <a:pt x="1269" y="526"/>
                  </a:lnTo>
                  <a:lnTo>
                    <a:pt x="1268" y="528"/>
                  </a:lnTo>
                  <a:lnTo>
                    <a:pt x="1268" y="528"/>
                  </a:lnTo>
                  <a:lnTo>
                    <a:pt x="1268" y="525"/>
                  </a:lnTo>
                  <a:lnTo>
                    <a:pt x="1267" y="524"/>
                  </a:lnTo>
                  <a:lnTo>
                    <a:pt x="1263" y="521"/>
                  </a:lnTo>
                  <a:lnTo>
                    <a:pt x="1259" y="518"/>
                  </a:lnTo>
                  <a:lnTo>
                    <a:pt x="1261" y="517"/>
                  </a:lnTo>
                  <a:lnTo>
                    <a:pt x="1263" y="518"/>
                  </a:lnTo>
                  <a:lnTo>
                    <a:pt x="1264" y="518"/>
                  </a:lnTo>
                  <a:lnTo>
                    <a:pt x="1264" y="517"/>
                  </a:lnTo>
                  <a:lnTo>
                    <a:pt x="1264" y="516"/>
                  </a:lnTo>
                  <a:lnTo>
                    <a:pt x="1264" y="515"/>
                  </a:lnTo>
                  <a:close/>
                  <a:moveTo>
                    <a:pt x="1198" y="511"/>
                  </a:moveTo>
                  <a:lnTo>
                    <a:pt x="1198" y="512"/>
                  </a:lnTo>
                  <a:lnTo>
                    <a:pt x="1197" y="513"/>
                  </a:lnTo>
                  <a:lnTo>
                    <a:pt x="1198" y="515"/>
                  </a:lnTo>
                  <a:lnTo>
                    <a:pt x="1197" y="516"/>
                  </a:lnTo>
                  <a:lnTo>
                    <a:pt x="1195" y="515"/>
                  </a:lnTo>
                  <a:lnTo>
                    <a:pt x="1195" y="516"/>
                  </a:lnTo>
                  <a:lnTo>
                    <a:pt x="1195" y="516"/>
                  </a:lnTo>
                  <a:lnTo>
                    <a:pt x="1194" y="516"/>
                  </a:lnTo>
                  <a:lnTo>
                    <a:pt x="1193" y="515"/>
                  </a:lnTo>
                  <a:lnTo>
                    <a:pt x="1193" y="513"/>
                  </a:lnTo>
                  <a:lnTo>
                    <a:pt x="1195" y="512"/>
                  </a:lnTo>
                  <a:lnTo>
                    <a:pt x="1197" y="511"/>
                  </a:lnTo>
                  <a:lnTo>
                    <a:pt x="1198" y="511"/>
                  </a:lnTo>
                  <a:close/>
                  <a:moveTo>
                    <a:pt x="1203" y="509"/>
                  </a:moveTo>
                  <a:lnTo>
                    <a:pt x="1205" y="509"/>
                  </a:lnTo>
                  <a:lnTo>
                    <a:pt x="1207" y="509"/>
                  </a:lnTo>
                  <a:lnTo>
                    <a:pt x="1209" y="509"/>
                  </a:lnTo>
                  <a:lnTo>
                    <a:pt x="1209" y="511"/>
                  </a:lnTo>
                  <a:lnTo>
                    <a:pt x="1207" y="512"/>
                  </a:lnTo>
                  <a:lnTo>
                    <a:pt x="1207" y="513"/>
                  </a:lnTo>
                  <a:lnTo>
                    <a:pt x="1209" y="512"/>
                  </a:lnTo>
                  <a:lnTo>
                    <a:pt x="1209" y="511"/>
                  </a:lnTo>
                  <a:lnTo>
                    <a:pt x="1211" y="511"/>
                  </a:lnTo>
                  <a:lnTo>
                    <a:pt x="1211" y="512"/>
                  </a:lnTo>
                  <a:lnTo>
                    <a:pt x="1210" y="513"/>
                  </a:lnTo>
                  <a:lnTo>
                    <a:pt x="1210" y="515"/>
                  </a:lnTo>
                  <a:lnTo>
                    <a:pt x="1210" y="516"/>
                  </a:lnTo>
                  <a:lnTo>
                    <a:pt x="1210" y="517"/>
                  </a:lnTo>
                  <a:lnTo>
                    <a:pt x="1209" y="518"/>
                  </a:lnTo>
                  <a:lnTo>
                    <a:pt x="1206" y="518"/>
                  </a:lnTo>
                  <a:lnTo>
                    <a:pt x="1205" y="516"/>
                  </a:lnTo>
                  <a:lnTo>
                    <a:pt x="1203" y="516"/>
                  </a:lnTo>
                  <a:lnTo>
                    <a:pt x="1203" y="517"/>
                  </a:lnTo>
                  <a:lnTo>
                    <a:pt x="1202" y="518"/>
                  </a:lnTo>
                  <a:lnTo>
                    <a:pt x="1202" y="518"/>
                  </a:lnTo>
                  <a:lnTo>
                    <a:pt x="1199" y="515"/>
                  </a:lnTo>
                  <a:lnTo>
                    <a:pt x="1199" y="513"/>
                  </a:lnTo>
                  <a:lnTo>
                    <a:pt x="1202" y="512"/>
                  </a:lnTo>
                  <a:lnTo>
                    <a:pt x="1202" y="509"/>
                  </a:lnTo>
                  <a:lnTo>
                    <a:pt x="1203" y="509"/>
                  </a:lnTo>
                  <a:close/>
                  <a:moveTo>
                    <a:pt x="1530" y="453"/>
                  </a:moveTo>
                  <a:lnTo>
                    <a:pt x="1533" y="454"/>
                  </a:lnTo>
                  <a:lnTo>
                    <a:pt x="1535" y="455"/>
                  </a:lnTo>
                  <a:lnTo>
                    <a:pt x="1536" y="455"/>
                  </a:lnTo>
                  <a:lnTo>
                    <a:pt x="1539" y="457"/>
                  </a:lnTo>
                  <a:lnTo>
                    <a:pt x="1542" y="459"/>
                  </a:lnTo>
                  <a:lnTo>
                    <a:pt x="1543" y="459"/>
                  </a:lnTo>
                  <a:lnTo>
                    <a:pt x="1540" y="461"/>
                  </a:lnTo>
                  <a:lnTo>
                    <a:pt x="1539" y="459"/>
                  </a:lnTo>
                  <a:lnTo>
                    <a:pt x="1535" y="458"/>
                  </a:lnTo>
                  <a:lnTo>
                    <a:pt x="1533" y="455"/>
                  </a:lnTo>
                  <a:lnTo>
                    <a:pt x="1530" y="455"/>
                  </a:lnTo>
                  <a:lnTo>
                    <a:pt x="1529" y="454"/>
                  </a:lnTo>
                  <a:lnTo>
                    <a:pt x="1530" y="453"/>
                  </a:lnTo>
                  <a:close/>
                  <a:moveTo>
                    <a:pt x="1509" y="443"/>
                  </a:moveTo>
                  <a:lnTo>
                    <a:pt x="1511" y="445"/>
                  </a:lnTo>
                  <a:lnTo>
                    <a:pt x="1510" y="445"/>
                  </a:lnTo>
                  <a:lnTo>
                    <a:pt x="1510" y="446"/>
                  </a:lnTo>
                  <a:lnTo>
                    <a:pt x="1513" y="449"/>
                  </a:lnTo>
                  <a:lnTo>
                    <a:pt x="1515" y="450"/>
                  </a:lnTo>
                  <a:lnTo>
                    <a:pt x="1515" y="451"/>
                  </a:lnTo>
                  <a:lnTo>
                    <a:pt x="1519" y="454"/>
                  </a:lnTo>
                  <a:lnTo>
                    <a:pt x="1522" y="455"/>
                  </a:lnTo>
                  <a:lnTo>
                    <a:pt x="1523" y="458"/>
                  </a:lnTo>
                  <a:lnTo>
                    <a:pt x="1522" y="458"/>
                  </a:lnTo>
                  <a:lnTo>
                    <a:pt x="1519" y="458"/>
                  </a:lnTo>
                  <a:lnTo>
                    <a:pt x="1518" y="455"/>
                  </a:lnTo>
                  <a:lnTo>
                    <a:pt x="1517" y="457"/>
                  </a:lnTo>
                  <a:lnTo>
                    <a:pt x="1515" y="457"/>
                  </a:lnTo>
                  <a:lnTo>
                    <a:pt x="1514" y="454"/>
                  </a:lnTo>
                  <a:lnTo>
                    <a:pt x="1511" y="454"/>
                  </a:lnTo>
                  <a:lnTo>
                    <a:pt x="1510" y="451"/>
                  </a:lnTo>
                  <a:lnTo>
                    <a:pt x="1510" y="450"/>
                  </a:lnTo>
                  <a:lnTo>
                    <a:pt x="1509" y="449"/>
                  </a:lnTo>
                  <a:lnTo>
                    <a:pt x="1506" y="449"/>
                  </a:lnTo>
                  <a:lnTo>
                    <a:pt x="1505" y="447"/>
                  </a:lnTo>
                  <a:lnTo>
                    <a:pt x="1505" y="446"/>
                  </a:lnTo>
                  <a:lnTo>
                    <a:pt x="1506" y="445"/>
                  </a:lnTo>
                  <a:lnTo>
                    <a:pt x="1508" y="445"/>
                  </a:lnTo>
                  <a:lnTo>
                    <a:pt x="1509" y="443"/>
                  </a:lnTo>
                  <a:close/>
                  <a:moveTo>
                    <a:pt x="80" y="433"/>
                  </a:moveTo>
                  <a:lnTo>
                    <a:pt x="83" y="433"/>
                  </a:lnTo>
                  <a:lnTo>
                    <a:pt x="83" y="434"/>
                  </a:lnTo>
                  <a:lnTo>
                    <a:pt x="81" y="436"/>
                  </a:lnTo>
                  <a:lnTo>
                    <a:pt x="83" y="437"/>
                  </a:lnTo>
                  <a:lnTo>
                    <a:pt x="83" y="438"/>
                  </a:lnTo>
                  <a:lnTo>
                    <a:pt x="81" y="438"/>
                  </a:lnTo>
                  <a:lnTo>
                    <a:pt x="81" y="437"/>
                  </a:lnTo>
                  <a:lnTo>
                    <a:pt x="79" y="436"/>
                  </a:lnTo>
                  <a:lnTo>
                    <a:pt x="79" y="434"/>
                  </a:lnTo>
                  <a:lnTo>
                    <a:pt x="80" y="433"/>
                  </a:lnTo>
                  <a:close/>
                  <a:moveTo>
                    <a:pt x="143" y="395"/>
                  </a:moveTo>
                  <a:lnTo>
                    <a:pt x="145" y="397"/>
                  </a:lnTo>
                  <a:lnTo>
                    <a:pt x="146" y="399"/>
                  </a:lnTo>
                  <a:lnTo>
                    <a:pt x="145" y="399"/>
                  </a:lnTo>
                  <a:lnTo>
                    <a:pt x="143" y="397"/>
                  </a:lnTo>
                  <a:lnTo>
                    <a:pt x="143" y="396"/>
                  </a:lnTo>
                  <a:lnTo>
                    <a:pt x="143" y="395"/>
                  </a:lnTo>
                  <a:close/>
                  <a:moveTo>
                    <a:pt x="1302" y="390"/>
                  </a:moveTo>
                  <a:lnTo>
                    <a:pt x="1302" y="392"/>
                  </a:lnTo>
                  <a:lnTo>
                    <a:pt x="1301" y="393"/>
                  </a:lnTo>
                  <a:lnTo>
                    <a:pt x="1299" y="393"/>
                  </a:lnTo>
                  <a:lnTo>
                    <a:pt x="1299" y="392"/>
                  </a:lnTo>
                  <a:lnTo>
                    <a:pt x="1301" y="391"/>
                  </a:lnTo>
                  <a:lnTo>
                    <a:pt x="1302" y="390"/>
                  </a:lnTo>
                  <a:close/>
                  <a:moveTo>
                    <a:pt x="401" y="368"/>
                  </a:moveTo>
                  <a:lnTo>
                    <a:pt x="404" y="368"/>
                  </a:lnTo>
                  <a:lnTo>
                    <a:pt x="405" y="370"/>
                  </a:lnTo>
                  <a:lnTo>
                    <a:pt x="407" y="368"/>
                  </a:lnTo>
                  <a:lnTo>
                    <a:pt x="409" y="370"/>
                  </a:lnTo>
                  <a:lnTo>
                    <a:pt x="409" y="372"/>
                  </a:lnTo>
                  <a:lnTo>
                    <a:pt x="409" y="372"/>
                  </a:lnTo>
                  <a:lnTo>
                    <a:pt x="407" y="374"/>
                  </a:lnTo>
                  <a:lnTo>
                    <a:pt x="404" y="372"/>
                  </a:lnTo>
                  <a:lnTo>
                    <a:pt x="404" y="371"/>
                  </a:lnTo>
                  <a:lnTo>
                    <a:pt x="403" y="370"/>
                  </a:lnTo>
                  <a:lnTo>
                    <a:pt x="401" y="368"/>
                  </a:lnTo>
                  <a:close/>
                  <a:moveTo>
                    <a:pt x="1446" y="355"/>
                  </a:moveTo>
                  <a:lnTo>
                    <a:pt x="1447" y="355"/>
                  </a:lnTo>
                  <a:lnTo>
                    <a:pt x="1450" y="358"/>
                  </a:lnTo>
                  <a:lnTo>
                    <a:pt x="1451" y="362"/>
                  </a:lnTo>
                  <a:lnTo>
                    <a:pt x="1451" y="365"/>
                  </a:lnTo>
                  <a:lnTo>
                    <a:pt x="1450" y="365"/>
                  </a:lnTo>
                  <a:lnTo>
                    <a:pt x="1447" y="367"/>
                  </a:lnTo>
                  <a:lnTo>
                    <a:pt x="1446" y="368"/>
                  </a:lnTo>
                  <a:lnTo>
                    <a:pt x="1444" y="371"/>
                  </a:lnTo>
                  <a:lnTo>
                    <a:pt x="1444" y="374"/>
                  </a:lnTo>
                  <a:lnTo>
                    <a:pt x="1443" y="374"/>
                  </a:lnTo>
                  <a:lnTo>
                    <a:pt x="1444" y="376"/>
                  </a:lnTo>
                  <a:lnTo>
                    <a:pt x="1444" y="379"/>
                  </a:lnTo>
                  <a:lnTo>
                    <a:pt x="1444" y="379"/>
                  </a:lnTo>
                  <a:lnTo>
                    <a:pt x="1442" y="376"/>
                  </a:lnTo>
                  <a:lnTo>
                    <a:pt x="1442" y="375"/>
                  </a:lnTo>
                  <a:lnTo>
                    <a:pt x="1443" y="374"/>
                  </a:lnTo>
                  <a:lnTo>
                    <a:pt x="1442" y="371"/>
                  </a:lnTo>
                  <a:lnTo>
                    <a:pt x="1442" y="370"/>
                  </a:lnTo>
                  <a:lnTo>
                    <a:pt x="1440" y="366"/>
                  </a:lnTo>
                  <a:lnTo>
                    <a:pt x="1440" y="363"/>
                  </a:lnTo>
                  <a:lnTo>
                    <a:pt x="1440" y="363"/>
                  </a:lnTo>
                  <a:lnTo>
                    <a:pt x="1439" y="365"/>
                  </a:lnTo>
                  <a:lnTo>
                    <a:pt x="1438" y="365"/>
                  </a:lnTo>
                  <a:lnTo>
                    <a:pt x="1439" y="362"/>
                  </a:lnTo>
                  <a:lnTo>
                    <a:pt x="1439" y="362"/>
                  </a:lnTo>
                  <a:lnTo>
                    <a:pt x="1443" y="358"/>
                  </a:lnTo>
                  <a:lnTo>
                    <a:pt x="1443" y="358"/>
                  </a:lnTo>
                  <a:lnTo>
                    <a:pt x="1444" y="357"/>
                  </a:lnTo>
                  <a:lnTo>
                    <a:pt x="1446" y="355"/>
                  </a:lnTo>
                  <a:close/>
                  <a:moveTo>
                    <a:pt x="216" y="349"/>
                  </a:moveTo>
                  <a:lnTo>
                    <a:pt x="218" y="349"/>
                  </a:lnTo>
                  <a:lnTo>
                    <a:pt x="217" y="350"/>
                  </a:lnTo>
                  <a:lnTo>
                    <a:pt x="214" y="350"/>
                  </a:lnTo>
                  <a:lnTo>
                    <a:pt x="214" y="351"/>
                  </a:lnTo>
                  <a:lnTo>
                    <a:pt x="213" y="351"/>
                  </a:lnTo>
                  <a:lnTo>
                    <a:pt x="213" y="350"/>
                  </a:lnTo>
                  <a:lnTo>
                    <a:pt x="216" y="349"/>
                  </a:lnTo>
                  <a:close/>
                  <a:moveTo>
                    <a:pt x="245" y="349"/>
                  </a:moveTo>
                  <a:lnTo>
                    <a:pt x="246" y="350"/>
                  </a:lnTo>
                  <a:lnTo>
                    <a:pt x="245" y="351"/>
                  </a:lnTo>
                  <a:lnTo>
                    <a:pt x="242" y="351"/>
                  </a:lnTo>
                  <a:lnTo>
                    <a:pt x="243" y="349"/>
                  </a:lnTo>
                  <a:lnTo>
                    <a:pt x="245" y="349"/>
                  </a:lnTo>
                  <a:close/>
                  <a:moveTo>
                    <a:pt x="250" y="347"/>
                  </a:moveTo>
                  <a:lnTo>
                    <a:pt x="250" y="349"/>
                  </a:lnTo>
                  <a:lnTo>
                    <a:pt x="249" y="351"/>
                  </a:lnTo>
                  <a:lnTo>
                    <a:pt x="247" y="350"/>
                  </a:lnTo>
                  <a:lnTo>
                    <a:pt x="247" y="350"/>
                  </a:lnTo>
                  <a:lnTo>
                    <a:pt x="249" y="347"/>
                  </a:lnTo>
                  <a:lnTo>
                    <a:pt x="250" y="347"/>
                  </a:lnTo>
                  <a:close/>
                  <a:moveTo>
                    <a:pt x="261" y="336"/>
                  </a:moveTo>
                  <a:lnTo>
                    <a:pt x="262" y="337"/>
                  </a:lnTo>
                  <a:lnTo>
                    <a:pt x="262" y="338"/>
                  </a:lnTo>
                  <a:lnTo>
                    <a:pt x="261" y="338"/>
                  </a:lnTo>
                  <a:lnTo>
                    <a:pt x="259" y="337"/>
                  </a:lnTo>
                  <a:lnTo>
                    <a:pt x="261" y="336"/>
                  </a:lnTo>
                  <a:close/>
                  <a:moveTo>
                    <a:pt x="275" y="336"/>
                  </a:moveTo>
                  <a:lnTo>
                    <a:pt x="278" y="337"/>
                  </a:lnTo>
                  <a:lnTo>
                    <a:pt x="276" y="337"/>
                  </a:lnTo>
                  <a:lnTo>
                    <a:pt x="274" y="338"/>
                  </a:lnTo>
                  <a:lnTo>
                    <a:pt x="272" y="340"/>
                  </a:lnTo>
                  <a:lnTo>
                    <a:pt x="271" y="340"/>
                  </a:lnTo>
                  <a:lnTo>
                    <a:pt x="272" y="337"/>
                  </a:lnTo>
                  <a:lnTo>
                    <a:pt x="275" y="336"/>
                  </a:lnTo>
                  <a:close/>
                  <a:moveTo>
                    <a:pt x="250" y="336"/>
                  </a:moveTo>
                  <a:lnTo>
                    <a:pt x="251" y="336"/>
                  </a:lnTo>
                  <a:lnTo>
                    <a:pt x="250" y="337"/>
                  </a:lnTo>
                  <a:lnTo>
                    <a:pt x="249" y="337"/>
                  </a:lnTo>
                  <a:lnTo>
                    <a:pt x="249" y="337"/>
                  </a:lnTo>
                  <a:lnTo>
                    <a:pt x="250" y="336"/>
                  </a:lnTo>
                  <a:close/>
                  <a:moveTo>
                    <a:pt x="254" y="336"/>
                  </a:moveTo>
                  <a:lnTo>
                    <a:pt x="257" y="336"/>
                  </a:lnTo>
                  <a:lnTo>
                    <a:pt x="257" y="338"/>
                  </a:lnTo>
                  <a:lnTo>
                    <a:pt x="255" y="338"/>
                  </a:lnTo>
                  <a:lnTo>
                    <a:pt x="254" y="337"/>
                  </a:lnTo>
                  <a:lnTo>
                    <a:pt x="253" y="336"/>
                  </a:lnTo>
                  <a:lnTo>
                    <a:pt x="254" y="336"/>
                  </a:lnTo>
                  <a:close/>
                  <a:moveTo>
                    <a:pt x="188" y="329"/>
                  </a:moveTo>
                  <a:lnTo>
                    <a:pt x="192" y="329"/>
                  </a:lnTo>
                  <a:lnTo>
                    <a:pt x="201" y="333"/>
                  </a:lnTo>
                  <a:lnTo>
                    <a:pt x="203" y="336"/>
                  </a:lnTo>
                  <a:lnTo>
                    <a:pt x="203" y="338"/>
                  </a:lnTo>
                  <a:lnTo>
                    <a:pt x="201" y="341"/>
                  </a:lnTo>
                  <a:lnTo>
                    <a:pt x="203" y="338"/>
                  </a:lnTo>
                  <a:lnTo>
                    <a:pt x="201" y="336"/>
                  </a:lnTo>
                  <a:lnTo>
                    <a:pt x="200" y="337"/>
                  </a:lnTo>
                  <a:lnTo>
                    <a:pt x="200" y="341"/>
                  </a:lnTo>
                  <a:lnTo>
                    <a:pt x="197" y="343"/>
                  </a:lnTo>
                  <a:lnTo>
                    <a:pt x="195" y="346"/>
                  </a:lnTo>
                  <a:lnTo>
                    <a:pt x="192" y="347"/>
                  </a:lnTo>
                  <a:lnTo>
                    <a:pt x="191" y="349"/>
                  </a:lnTo>
                  <a:lnTo>
                    <a:pt x="188" y="349"/>
                  </a:lnTo>
                  <a:lnTo>
                    <a:pt x="189" y="347"/>
                  </a:lnTo>
                  <a:lnTo>
                    <a:pt x="187" y="346"/>
                  </a:lnTo>
                  <a:lnTo>
                    <a:pt x="187" y="346"/>
                  </a:lnTo>
                  <a:lnTo>
                    <a:pt x="186" y="343"/>
                  </a:lnTo>
                  <a:lnTo>
                    <a:pt x="184" y="341"/>
                  </a:lnTo>
                  <a:lnTo>
                    <a:pt x="184" y="336"/>
                  </a:lnTo>
                  <a:lnTo>
                    <a:pt x="186" y="330"/>
                  </a:lnTo>
                  <a:lnTo>
                    <a:pt x="188" y="329"/>
                  </a:lnTo>
                  <a:close/>
                  <a:moveTo>
                    <a:pt x="292" y="326"/>
                  </a:moveTo>
                  <a:lnTo>
                    <a:pt x="290" y="329"/>
                  </a:lnTo>
                  <a:lnTo>
                    <a:pt x="290" y="328"/>
                  </a:lnTo>
                  <a:lnTo>
                    <a:pt x="292" y="326"/>
                  </a:lnTo>
                  <a:close/>
                  <a:moveTo>
                    <a:pt x="283" y="318"/>
                  </a:moveTo>
                  <a:lnTo>
                    <a:pt x="284" y="321"/>
                  </a:lnTo>
                  <a:lnTo>
                    <a:pt x="288" y="322"/>
                  </a:lnTo>
                  <a:lnTo>
                    <a:pt x="288" y="325"/>
                  </a:lnTo>
                  <a:lnTo>
                    <a:pt x="284" y="322"/>
                  </a:lnTo>
                  <a:lnTo>
                    <a:pt x="282" y="320"/>
                  </a:lnTo>
                  <a:lnTo>
                    <a:pt x="283" y="318"/>
                  </a:lnTo>
                  <a:close/>
                  <a:moveTo>
                    <a:pt x="279" y="316"/>
                  </a:moveTo>
                  <a:lnTo>
                    <a:pt x="280" y="317"/>
                  </a:lnTo>
                  <a:lnTo>
                    <a:pt x="279" y="318"/>
                  </a:lnTo>
                  <a:lnTo>
                    <a:pt x="279" y="318"/>
                  </a:lnTo>
                  <a:lnTo>
                    <a:pt x="279" y="316"/>
                  </a:lnTo>
                  <a:close/>
                  <a:moveTo>
                    <a:pt x="359" y="309"/>
                  </a:moveTo>
                  <a:lnTo>
                    <a:pt x="361" y="311"/>
                  </a:lnTo>
                  <a:lnTo>
                    <a:pt x="361" y="313"/>
                  </a:lnTo>
                  <a:lnTo>
                    <a:pt x="359" y="315"/>
                  </a:lnTo>
                  <a:lnTo>
                    <a:pt x="358" y="313"/>
                  </a:lnTo>
                  <a:lnTo>
                    <a:pt x="358" y="313"/>
                  </a:lnTo>
                  <a:lnTo>
                    <a:pt x="358" y="312"/>
                  </a:lnTo>
                  <a:lnTo>
                    <a:pt x="358" y="311"/>
                  </a:lnTo>
                  <a:lnTo>
                    <a:pt x="359" y="309"/>
                  </a:lnTo>
                  <a:close/>
                  <a:moveTo>
                    <a:pt x="1398" y="297"/>
                  </a:moveTo>
                  <a:lnTo>
                    <a:pt x="1398" y="297"/>
                  </a:lnTo>
                  <a:lnTo>
                    <a:pt x="1398" y="299"/>
                  </a:lnTo>
                  <a:lnTo>
                    <a:pt x="1397" y="300"/>
                  </a:lnTo>
                  <a:lnTo>
                    <a:pt x="1397" y="299"/>
                  </a:lnTo>
                  <a:lnTo>
                    <a:pt x="1397" y="297"/>
                  </a:lnTo>
                  <a:lnTo>
                    <a:pt x="1398" y="297"/>
                  </a:lnTo>
                  <a:close/>
                  <a:moveTo>
                    <a:pt x="275" y="293"/>
                  </a:moveTo>
                  <a:lnTo>
                    <a:pt x="276" y="293"/>
                  </a:lnTo>
                  <a:lnTo>
                    <a:pt x="279" y="296"/>
                  </a:lnTo>
                  <a:lnTo>
                    <a:pt x="280" y="297"/>
                  </a:lnTo>
                  <a:lnTo>
                    <a:pt x="283" y="299"/>
                  </a:lnTo>
                  <a:lnTo>
                    <a:pt x="286" y="301"/>
                  </a:lnTo>
                  <a:lnTo>
                    <a:pt x="288" y="301"/>
                  </a:lnTo>
                  <a:lnTo>
                    <a:pt x="291" y="305"/>
                  </a:lnTo>
                  <a:lnTo>
                    <a:pt x="295" y="308"/>
                  </a:lnTo>
                  <a:lnTo>
                    <a:pt x="295" y="312"/>
                  </a:lnTo>
                  <a:lnTo>
                    <a:pt x="293" y="313"/>
                  </a:lnTo>
                  <a:lnTo>
                    <a:pt x="292" y="313"/>
                  </a:lnTo>
                  <a:lnTo>
                    <a:pt x="291" y="315"/>
                  </a:lnTo>
                  <a:lnTo>
                    <a:pt x="287" y="315"/>
                  </a:lnTo>
                  <a:lnTo>
                    <a:pt x="286" y="313"/>
                  </a:lnTo>
                  <a:lnTo>
                    <a:pt x="287" y="312"/>
                  </a:lnTo>
                  <a:lnTo>
                    <a:pt x="286" y="309"/>
                  </a:lnTo>
                  <a:lnTo>
                    <a:pt x="286" y="308"/>
                  </a:lnTo>
                  <a:lnTo>
                    <a:pt x="283" y="308"/>
                  </a:lnTo>
                  <a:lnTo>
                    <a:pt x="282" y="308"/>
                  </a:lnTo>
                  <a:lnTo>
                    <a:pt x="282" y="311"/>
                  </a:lnTo>
                  <a:lnTo>
                    <a:pt x="280" y="309"/>
                  </a:lnTo>
                  <a:lnTo>
                    <a:pt x="279" y="308"/>
                  </a:lnTo>
                  <a:lnTo>
                    <a:pt x="276" y="307"/>
                  </a:lnTo>
                  <a:lnTo>
                    <a:pt x="272" y="301"/>
                  </a:lnTo>
                  <a:lnTo>
                    <a:pt x="271" y="300"/>
                  </a:lnTo>
                  <a:lnTo>
                    <a:pt x="272" y="300"/>
                  </a:lnTo>
                  <a:lnTo>
                    <a:pt x="274" y="301"/>
                  </a:lnTo>
                  <a:lnTo>
                    <a:pt x="275" y="301"/>
                  </a:lnTo>
                  <a:lnTo>
                    <a:pt x="275" y="300"/>
                  </a:lnTo>
                  <a:lnTo>
                    <a:pt x="274" y="299"/>
                  </a:lnTo>
                  <a:lnTo>
                    <a:pt x="272" y="297"/>
                  </a:lnTo>
                  <a:lnTo>
                    <a:pt x="274" y="296"/>
                  </a:lnTo>
                  <a:lnTo>
                    <a:pt x="274" y="295"/>
                  </a:lnTo>
                  <a:lnTo>
                    <a:pt x="275" y="293"/>
                  </a:lnTo>
                  <a:close/>
                  <a:moveTo>
                    <a:pt x="1397" y="292"/>
                  </a:moveTo>
                  <a:lnTo>
                    <a:pt x="1398" y="293"/>
                  </a:lnTo>
                  <a:lnTo>
                    <a:pt x="1398" y="295"/>
                  </a:lnTo>
                  <a:lnTo>
                    <a:pt x="1397" y="296"/>
                  </a:lnTo>
                  <a:lnTo>
                    <a:pt x="1394" y="293"/>
                  </a:lnTo>
                  <a:lnTo>
                    <a:pt x="1394" y="292"/>
                  </a:lnTo>
                  <a:lnTo>
                    <a:pt x="1397" y="292"/>
                  </a:lnTo>
                  <a:close/>
                  <a:moveTo>
                    <a:pt x="214" y="280"/>
                  </a:moveTo>
                  <a:lnTo>
                    <a:pt x="216" y="282"/>
                  </a:lnTo>
                  <a:lnTo>
                    <a:pt x="216" y="283"/>
                  </a:lnTo>
                  <a:lnTo>
                    <a:pt x="218" y="283"/>
                  </a:lnTo>
                  <a:lnTo>
                    <a:pt x="220" y="286"/>
                  </a:lnTo>
                  <a:lnTo>
                    <a:pt x="218" y="287"/>
                  </a:lnTo>
                  <a:lnTo>
                    <a:pt x="220" y="288"/>
                  </a:lnTo>
                  <a:lnTo>
                    <a:pt x="220" y="290"/>
                  </a:lnTo>
                  <a:lnTo>
                    <a:pt x="218" y="290"/>
                  </a:lnTo>
                  <a:lnTo>
                    <a:pt x="217" y="287"/>
                  </a:lnTo>
                  <a:lnTo>
                    <a:pt x="214" y="287"/>
                  </a:lnTo>
                  <a:lnTo>
                    <a:pt x="214" y="284"/>
                  </a:lnTo>
                  <a:lnTo>
                    <a:pt x="213" y="284"/>
                  </a:lnTo>
                  <a:lnTo>
                    <a:pt x="212" y="284"/>
                  </a:lnTo>
                  <a:lnTo>
                    <a:pt x="211" y="283"/>
                  </a:lnTo>
                  <a:lnTo>
                    <a:pt x="209" y="282"/>
                  </a:lnTo>
                  <a:lnTo>
                    <a:pt x="212" y="280"/>
                  </a:lnTo>
                  <a:lnTo>
                    <a:pt x="214" y="280"/>
                  </a:lnTo>
                  <a:close/>
                  <a:moveTo>
                    <a:pt x="502" y="259"/>
                  </a:moveTo>
                  <a:lnTo>
                    <a:pt x="503" y="259"/>
                  </a:lnTo>
                  <a:lnTo>
                    <a:pt x="504" y="262"/>
                  </a:lnTo>
                  <a:lnTo>
                    <a:pt x="503" y="263"/>
                  </a:lnTo>
                  <a:lnTo>
                    <a:pt x="502" y="262"/>
                  </a:lnTo>
                  <a:lnTo>
                    <a:pt x="502" y="259"/>
                  </a:lnTo>
                  <a:close/>
                  <a:moveTo>
                    <a:pt x="498" y="253"/>
                  </a:moveTo>
                  <a:lnTo>
                    <a:pt x="500" y="255"/>
                  </a:lnTo>
                  <a:lnTo>
                    <a:pt x="500" y="262"/>
                  </a:lnTo>
                  <a:lnTo>
                    <a:pt x="499" y="263"/>
                  </a:lnTo>
                  <a:lnTo>
                    <a:pt x="499" y="263"/>
                  </a:lnTo>
                  <a:lnTo>
                    <a:pt x="499" y="259"/>
                  </a:lnTo>
                  <a:lnTo>
                    <a:pt x="498" y="257"/>
                  </a:lnTo>
                  <a:lnTo>
                    <a:pt x="498" y="253"/>
                  </a:lnTo>
                  <a:lnTo>
                    <a:pt x="498" y="253"/>
                  </a:lnTo>
                  <a:close/>
                  <a:moveTo>
                    <a:pt x="495" y="247"/>
                  </a:moveTo>
                  <a:lnTo>
                    <a:pt x="496" y="249"/>
                  </a:lnTo>
                  <a:lnTo>
                    <a:pt x="496" y="251"/>
                  </a:lnTo>
                  <a:lnTo>
                    <a:pt x="495" y="250"/>
                  </a:lnTo>
                  <a:lnTo>
                    <a:pt x="494" y="247"/>
                  </a:lnTo>
                  <a:lnTo>
                    <a:pt x="495" y="247"/>
                  </a:lnTo>
                  <a:close/>
                  <a:moveTo>
                    <a:pt x="216" y="224"/>
                  </a:moveTo>
                  <a:lnTo>
                    <a:pt x="218" y="224"/>
                  </a:lnTo>
                  <a:lnTo>
                    <a:pt x="220" y="225"/>
                  </a:lnTo>
                  <a:lnTo>
                    <a:pt x="226" y="226"/>
                  </a:lnTo>
                  <a:lnTo>
                    <a:pt x="230" y="226"/>
                  </a:lnTo>
                  <a:lnTo>
                    <a:pt x="232" y="228"/>
                  </a:lnTo>
                  <a:lnTo>
                    <a:pt x="230" y="229"/>
                  </a:lnTo>
                  <a:lnTo>
                    <a:pt x="228" y="230"/>
                  </a:lnTo>
                  <a:lnTo>
                    <a:pt x="226" y="230"/>
                  </a:lnTo>
                  <a:lnTo>
                    <a:pt x="229" y="230"/>
                  </a:lnTo>
                  <a:lnTo>
                    <a:pt x="230" y="230"/>
                  </a:lnTo>
                  <a:lnTo>
                    <a:pt x="232" y="232"/>
                  </a:lnTo>
                  <a:lnTo>
                    <a:pt x="230" y="237"/>
                  </a:lnTo>
                  <a:lnTo>
                    <a:pt x="228" y="238"/>
                  </a:lnTo>
                  <a:lnTo>
                    <a:pt x="225" y="238"/>
                  </a:lnTo>
                  <a:lnTo>
                    <a:pt x="225" y="238"/>
                  </a:lnTo>
                  <a:lnTo>
                    <a:pt x="226" y="240"/>
                  </a:lnTo>
                  <a:lnTo>
                    <a:pt x="228" y="238"/>
                  </a:lnTo>
                  <a:lnTo>
                    <a:pt x="230" y="240"/>
                  </a:lnTo>
                  <a:lnTo>
                    <a:pt x="230" y="241"/>
                  </a:lnTo>
                  <a:lnTo>
                    <a:pt x="229" y="242"/>
                  </a:lnTo>
                  <a:lnTo>
                    <a:pt x="229" y="245"/>
                  </a:lnTo>
                  <a:lnTo>
                    <a:pt x="230" y="251"/>
                  </a:lnTo>
                  <a:lnTo>
                    <a:pt x="232" y="254"/>
                  </a:lnTo>
                  <a:lnTo>
                    <a:pt x="233" y="261"/>
                  </a:lnTo>
                  <a:lnTo>
                    <a:pt x="234" y="263"/>
                  </a:lnTo>
                  <a:lnTo>
                    <a:pt x="236" y="268"/>
                  </a:lnTo>
                  <a:lnTo>
                    <a:pt x="241" y="274"/>
                  </a:lnTo>
                  <a:lnTo>
                    <a:pt x="243" y="279"/>
                  </a:lnTo>
                  <a:lnTo>
                    <a:pt x="246" y="279"/>
                  </a:lnTo>
                  <a:lnTo>
                    <a:pt x="247" y="282"/>
                  </a:lnTo>
                  <a:lnTo>
                    <a:pt x="251" y="284"/>
                  </a:lnTo>
                  <a:lnTo>
                    <a:pt x="254" y="284"/>
                  </a:lnTo>
                  <a:lnTo>
                    <a:pt x="255" y="287"/>
                  </a:lnTo>
                  <a:lnTo>
                    <a:pt x="257" y="288"/>
                  </a:lnTo>
                  <a:lnTo>
                    <a:pt x="258" y="287"/>
                  </a:lnTo>
                  <a:lnTo>
                    <a:pt x="261" y="290"/>
                  </a:lnTo>
                  <a:lnTo>
                    <a:pt x="261" y="291"/>
                  </a:lnTo>
                  <a:lnTo>
                    <a:pt x="261" y="292"/>
                  </a:lnTo>
                  <a:lnTo>
                    <a:pt x="259" y="293"/>
                  </a:lnTo>
                  <a:lnTo>
                    <a:pt x="258" y="293"/>
                  </a:lnTo>
                  <a:lnTo>
                    <a:pt x="257" y="293"/>
                  </a:lnTo>
                  <a:lnTo>
                    <a:pt x="257" y="295"/>
                  </a:lnTo>
                  <a:lnTo>
                    <a:pt x="257" y="295"/>
                  </a:lnTo>
                  <a:lnTo>
                    <a:pt x="259" y="295"/>
                  </a:lnTo>
                  <a:lnTo>
                    <a:pt x="259" y="297"/>
                  </a:lnTo>
                  <a:lnTo>
                    <a:pt x="259" y="299"/>
                  </a:lnTo>
                  <a:lnTo>
                    <a:pt x="258" y="300"/>
                  </a:lnTo>
                  <a:lnTo>
                    <a:pt x="257" y="299"/>
                  </a:lnTo>
                  <a:lnTo>
                    <a:pt x="255" y="296"/>
                  </a:lnTo>
                  <a:lnTo>
                    <a:pt x="255" y="296"/>
                  </a:lnTo>
                  <a:lnTo>
                    <a:pt x="254" y="295"/>
                  </a:lnTo>
                  <a:lnTo>
                    <a:pt x="251" y="293"/>
                  </a:lnTo>
                  <a:lnTo>
                    <a:pt x="251" y="295"/>
                  </a:lnTo>
                  <a:lnTo>
                    <a:pt x="251" y="295"/>
                  </a:lnTo>
                  <a:lnTo>
                    <a:pt x="253" y="297"/>
                  </a:lnTo>
                  <a:lnTo>
                    <a:pt x="253" y="299"/>
                  </a:lnTo>
                  <a:lnTo>
                    <a:pt x="251" y="299"/>
                  </a:lnTo>
                  <a:lnTo>
                    <a:pt x="249" y="297"/>
                  </a:lnTo>
                  <a:lnTo>
                    <a:pt x="247" y="295"/>
                  </a:lnTo>
                  <a:lnTo>
                    <a:pt x="246" y="296"/>
                  </a:lnTo>
                  <a:lnTo>
                    <a:pt x="246" y="297"/>
                  </a:lnTo>
                  <a:lnTo>
                    <a:pt x="245" y="297"/>
                  </a:lnTo>
                  <a:lnTo>
                    <a:pt x="243" y="295"/>
                  </a:lnTo>
                  <a:lnTo>
                    <a:pt x="243" y="293"/>
                  </a:lnTo>
                  <a:lnTo>
                    <a:pt x="241" y="292"/>
                  </a:lnTo>
                  <a:lnTo>
                    <a:pt x="238" y="292"/>
                  </a:lnTo>
                  <a:lnTo>
                    <a:pt x="238" y="292"/>
                  </a:lnTo>
                  <a:lnTo>
                    <a:pt x="238" y="293"/>
                  </a:lnTo>
                  <a:lnTo>
                    <a:pt x="242" y="295"/>
                  </a:lnTo>
                  <a:lnTo>
                    <a:pt x="242" y="297"/>
                  </a:lnTo>
                  <a:lnTo>
                    <a:pt x="241" y="299"/>
                  </a:lnTo>
                  <a:lnTo>
                    <a:pt x="239" y="299"/>
                  </a:lnTo>
                  <a:lnTo>
                    <a:pt x="237" y="297"/>
                  </a:lnTo>
                  <a:lnTo>
                    <a:pt x="237" y="295"/>
                  </a:lnTo>
                  <a:lnTo>
                    <a:pt x="236" y="293"/>
                  </a:lnTo>
                  <a:lnTo>
                    <a:pt x="234" y="292"/>
                  </a:lnTo>
                  <a:lnTo>
                    <a:pt x="234" y="295"/>
                  </a:lnTo>
                  <a:lnTo>
                    <a:pt x="232" y="293"/>
                  </a:lnTo>
                  <a:lnTo>
                    <a:pt x="229" y="293"/>
                  </a:lnTo>
                  <a:lnTo>
                    <a:pt x="226" y="293"/>
                  </a:lnTo>
                  <a:lnTo>
                    <a:pt x="224" y="292"/>
                  </a:lnTo>
                  <a:lnTo>
                    <a:pt x="222" y="291"/>
                  </a:lnTo>
                  <a:lnTo>
                    <a:pt x="222" y="290"/>
                  </a:lnTo>
                  <a:lnTo>
                    <a:pt x="224" y="291"/>
                  </a:lnTo>
                  <a:lnTo>
                    <a:pt x="225" y="290"/>
                  </a:lnTo>
                  <a:lnTo>
                    <a:pt x="225" y="288"/>
                  </a:lnTo>
                  <a:lnTo>
                    <a:pt x="222" y="287"/>
                  </a:lnTo>
                  <a:lnTo>
                    <a:pt x="222" y="286"/>
                  </a:lnTo>
                  <a:lnTo>
                    <a:pt x="224" y="284"/>
                  </a:lnTo>
                  <a:lnTo>
                    <a:pt x="225" y="283"/>
                  </a:lnTo>
                  <a:lnTo>
                    <a:pt x="226" y="283"/>
                  </a:lnTo>
                  <a:lnTo>
                    <a:pt x="226" y="282"/>
                  </a:lnTo>
                  <a:lnTo>
                    <a:pt x="226" y="282"/>
                  </a:lnTo>
                  <a:lnTo>
                    <a:pt x="224" y="282"/>
                  </a:lnTo>
                  <a:lnTo>
                    <a:pt x="222" y="283"/>
                  </a:lnTo>
                  <a:lnTo>
                    <a:pt x="220" y="280"/>
                  </a:lnTo>
                  <a:lnTo>
                    <a:pt x="217" y="278"/>
                  </a:lnTo>
                  <a:lnTo>
                    <a:pt x="217" y="275"/>
                  </a:lnTo>
                  <a:lnTo>
                    <a:pt x="217" y="274"/>
                  </a:lnTo>
                  <a:lnTo>
                    <a:pt x="217" y="272"/>
                  </a:lnTo>
                  <a:lnTo>
                    <a:pt x="216" y="275"/>
                  </a:lnTo>
                  <a:lnTo>
                    <a:pt x="216" y="276"/>
                  </a:lnTo>
                  <a:lnTo>
                    <a:pt x="214" y="278"/>
                  </a:lnTo>
                  <a:lnTo>
                    <a:pt x="213" y="278"/>
                  </a:lnTo>
                  <a:lnTo>
                    <a:pt x="212" y="275"/>
                  </a:lnTo>
                  <a:lnTo>
                    <a:pt x="211" y="272"/>
                  </a:lnTo>
                  <a:lnTo>
                    <a:pt x="211" y="271"/>
                  </a:lnTo>
                  <a:lnTo>
                    <a:pt x="212" y="268"/>
                  </a:lnTo>
                  <a:lnTo>
                    <a:pt x="211" y="271"/>
                  </a:lnTo>
                  <a:lnTo>
                    <a:pt x="211" y="272"/>
                  </a:lnTo>
                  <a:lnTo>
                    <a:pt x="211" y="276"/>
                  </a:lnTo>
                  <a:lnTo>
                    <a:pt x="209" y="279"/>
                  </a:lnTo>
                  <a:lnTo>
                    <a:pt x="207" y="279"/>
                  </a:lnTo>
                  <a:lnTo>
                    <a:pt x="205" y="280"/>
                  </a:lnTo>
                  <a:lnTo>
                    <a:pt x="204" y="279"/>
                  </a:lnTo>
                  <a:lnTo>
                    <a:pt x="200" y="276"/>
                  </a:lnTo>
                  <a:lnTo>
                    <a:pt x="200" y="275"/>
                  </a:lnTo>
                  <a:lnTo>
                    <a:pt x="197" y="272"/>
                  </a:lnTo>
                  <a:lnTo>
                    <a:pt x="196" y="271"/>
                  </a:lnTo>
                  <a:lnTo>
                    <a:pt x="197" y="268"/>
                  </a:lnTo>
                  <a:lnTo>
                    <a:pt x="196" y="265"/>
                  </a:lnTo>
                  <a:lnTo>
                    <a:pt x="196" y="263"/>
                  </a:lnTo>
                  <a:lnTo>
                    <a:pt x="199" y="261"/>
                  </a:lnTo>
                  <a:lnTo>
                    <a:pt x="200" y="259"/>
                  </a:lnTo>
                  <a:lnTo>
                    <a:pt x="201" y="261"/>
                  </a:lnTo>
                  <a:lnTo>
                    <a:pt x="204" y="261"/>
                  </a:lnTo>
                  <a:lnTo>
                    <a:pt x="205" y="261"/>
                  </a:lnTo>
                  <a:lnTo>
                    <a:pt x="207" y="261"/>
                  </a:lnTo>
                  <a:lnTo>
                    <a:pt x="205" y="258"/>
                  </a:lnTo>
                  <a:lnTo>
                    <a:pt x="205" y="255"/>
                  </a:lnTo>
                  <a:lnTo>
                    <a:pt x="207" y="254"/>
                  </a:lnTo>
                  <a:lnTo>
                    <a:pt x="208" y="254"/>
                  </a:lnTo>
                  <a:lnTo>
                    <a:pt x="209" y="254"/>
                  </a:lnTo>
                  <a:lnTo>
                    <a:pt x="207" y="254"/>
                  </a:lnTo>
                  <a:lnTo>
                    <a:pt x="205" y="251"/>
                  </a:lnTo>
                  <a:lnTo>
                    <a:pt x="205" y="250"/>
                  </a:lnTo>
                  <a:lnTo>
                    <a:pt x="208" y="249"/>
                  </a:lnTo>
                  <a:lnTo>
                    <a:pt x="207" y="247"/>
                  </a:lnTo>
                  <a:lnTo>
                    <a:pt x="205" y="247"/>
                  </a:lnTo>
                  <a:lnTo>
                    <a:pt x="204" y="250"/>
                  </a:lnTo>
                  <a:lnTo>
                    <a:pt x="203" y="250"/>
                  </a:lnTo>
                  <a:lnTo>
                    <a:pt x="203" y="247"/>
                  </a:lnTo>
                  <a:lnTo>
                    <a:pt x="205" y="246"/>
                  </a:lnTo>
                  <a:lnTo>
                    <a:pt x="205" y="245"/>
                  </a:lnTo>
                  <a:lnTo>
                    <a:pt x="201" y="246"/>
                  </a:lnTo>
                  <a:lnTo>
                    <a:pt x="200" y="247"/>
                  </a:lnTo>
                  <a:lnTo>
                    <a:pt x="199" y="246"/>
                  </a:lnTo>
                  <a:lnTo>
                    <a:pt x="199" y="243"/>
                  </a:lnTo>
                  <a:lnTo>
                    <a:pt x="201" y="240"/>
                  </a:lnTo>
                  <a:lnTo>
                    <a:pt x="203" y="240"/>
                  </a:lnTo>
                  <a:lnTo>
                    <a:pt x="205" y="240"/>
                  </a:lnTo>
                  <a:lnTo>
                    <a:pt x="205" y="238"/>
                  </a:lnTo>
                  <a:lnTo>
                    <a:pt x="205" y="237"/>
                  </a:lnTo>
                  <a:lnTo>
                    <a:pt x="203" y="237"/>
                  </a:lnTo>
                  <a:lnTo>
                    <a:pt x="203" y="234"/>
                  </a:lnTo>
                  <a:lnTo>
                    <a:pt x="203" y="233"/>
                  </a:lnTo>
                  <a:lnTo>
                    <a:pt x="204" y="230"/>
                  </a:lnTo>
                  <a:lnTo>
                    <a:pt x="207" y="228"/>
                  </a:lnTo>
                  <a:lnTo>
                    <a:pt x="208" y="226"/>
                  </a:lnTo>
                  <a:lnTo>
                    <a:pt x="212" y="226"/>
                  </a:lnTo>
                  <a:lnTo>
                    <a:pt x="216" y="224"/>
                  </a:lnTo>
                  <a:close/>
                  <a:moveTo>
                    <a:pt x="428" y="212"/>
                  </a:moveTo>
                  <a:lnTo>
                    <a:pt x="430" y="212"/>
                  </a:lnTo>
                  <a:lnTo>
                    <a:pt x="432" y="212"/>
                  </a:lnTo>
                  <a:lnTo>
                    <a:pt x="432" y="215"/>
                  </a:lnTo>
                  <a:lnTo>
                    <a:pt x="430" y="217"/>
                  </a:lnTo>
                  <a:lnTo>
                    <a:pt x="428" y="217"/>
                  </a:lnTo>
                  <a:lnTo>
                    <a:pt x="426" y="220"/>
                  </a:lnTo>
                  <a:lnTo>
                    <a:pt x="425" y="221"/>
                  </a:lnTo>
                  <a:lnTo>
                    <a:pt x="423" y="224"/>
                  </a:lnTo>
                  <a:lnTo>
                    <a:pt x="421" y="224"/>
                  </a:lnTo>
                  <a:lnTo>
                    <a:pt x="420" y="222"/>
                  </a:lnTo>
                  <a:lnTo>
                    <a:pt x="420" y="220"/>
                  </a:lnTo>
                  <a:lnTo>
                    <a:pt x="421" y="218"/>
                  </a:lnTo>
                  <a:lnTo>
                    <a:pt x="424" y="217"/>
                  </a:lnTo>
                  <a:lnTo>
                    <a:pt x="423" y="215"/>
                  </a:lnTo>
                  <a:lnTo>
                    <a:pt x="425" y="212"/>
                  </a:lnTo>
                  <a:lnTo>
                    <a:pt x="428" y="212"/>
                  </a:lnTo>
                  <a:close/>
                  <a:moveTo>
                    <a:pt x="391" y="204"/>
                  </a:moveTo>
                  <a:lnTo>
                    <a:pt x="392" y="204"/>
                  </a:lnTo>
                  <a:lnTo>
                    <a:pt x="394" y="205"/>
                  </a:lnTo>
                  <a:lnTo>
                    <a:pt x="392" y="207"/>
                  </a:lnTo>
                  <a:lnTo>
                    <a:pt x="392" y="208"/>
                  </a:lnTo>
                  <a:lnTo>
                    <a:pt x="394" y="209"/>
                  </a:lnTo>
                  <a:lnTo>
                    <a:pt x="394" y="212"/>
                  </a:lnTo>
                  <a:lnTo>
                    <a:pt x="392" y="212"/>
                  </a:lnTo>
                  <a:lnTo>
                    <a:pt x="391" y="211"/>
                  </a:lnTo>
                  <a:lnTo>
                    <a:pt x="390" y="211"/>
                  </a:lnTo>
                  <a:lnTo>
                    <a:pt x="388" y="208"/>
                  </a:lnTo>
                  <a:lnTo>
                    <a:pt x="388" y="204"/>
                  </a:lnTo>
                  <a:lnTo>
                    <a:pt x="391" y="204"/>
                  </a:lnTo>
                  <a:close/>
                  <a:moveTo>
                    <a:pt x="355" y="197"/>
                  </a:moveTo>
                  <a:lnTo>
                    <a:pt x="357" y="197"/>
                  </a:lnTo>
                  <a:lnTo>
                    <a:pt x="358" y="200"/>
                  </a:lnTo>
                  <a:lnTo>
                    <a:pt x="359" y="203"/>
                  </a:lnTo>
                  <a:lnTo>
                    <a:pt x="362" y="204"/>
                  </a:lnTo>
                  <a:lnTo>
                    <a:pt x="363" y="207"/>
                  </a:lnTo>
                  <a:lnTo>
                    <a:pt x="363" y="208"/>
                  </a:lnTo>
                  <a:lnTo>
                    <a:pt x="361" y="208"/>
                  </a:lnTo>
                  <a:lnTo>
                    <a:pt x="358" y="211"/>
                  </a:lnTo>
                  <a:lnTo>
                    <a:pt x="357" y="212"/>
                  </a:lnTo>
                  <a:lnTo>
                    <a:pt x="355" y="213"/>
                  </a:lnTo>
                  <a:lnTo>
                    <a:pt x="354" y="212"/>
                  </a:lnTo>
                  <a:lnTo>
                    <a:pt x="353" y="213"/>
                  </a:lnTo>
                  <a:lnTo>
                    <a:pt x="353" y="211"/>
                  </a:lnTo>
                  <a:lnTo>
                    <a:pt x="351" y="211"/>
                  </a:lnTo>
                  <a:lnTo>
                    <a:pt x="351" y="212"/>
                  </a:lnTo>
                  <a:lnTo>
                    <a:pt x="351" y="213"/>
                  </a:lnTo>
                  <a:lnTo>
                    <a:pt x="350" y="213"/>
                  </a:lnTo>
                  <a:lnTo>
                    <a:pt x="349" y="212"/>
                  </a:lnTo>
                  <a:lnTo>
                    <a:pt x="349" y="208"/>
                  </a:lnTo>
                  <a:lnTo>
                    <a:pt x="349" y="205"/>
                  </a:lnTo>
                  <a:lnTo>
                    <a:pt x="347" y="204"/>
                  </a:lnTo>
                  <a:lnTo>
                    <a:pt x="346" y="201"/>
                  </a:lnTo>
                  <a:lnTo>
                    <a:pt x="349" y="200"/>
                  </a:lnTo>
                  <a:lnTo>
                    <a:pt x="351" y="200"/>
                  </a:lnTo>
                  <a:lnTo>
                    <a:pt x="353" y="197"/>
                  </a:lnTo>
                  <a:lnTo>
                    <a:pt x="355" y="197"/>
                  </a:lnTo>
                  <a:close/>
                  <a:moveTo>
                    <a:pt x="401" y="197"/>
                  </a:moveTo>
                  <a:lnTo>
                    <a:pt x="404" y="197"/>
                  </a:lnTo>
                  <a:lnTo>
                    <a:pt x="407" y="199"/>
                  </a:lnTo>
                  <a:lnTo>
                    <a:pt x="407" y="200"/>
                  </a:lnTo>
                  <a:lnTo>
                    <a:pt x="405" y="200"/>
                  </a:lnTo>
                  <a:lnTo>
                    <a:pt x="403" y="200"/>
                  </a:lnTo>
                  <a:lnTo>
                    <a:pt x="400" y="197"/>
                  </a:lnTo>
                  <a:lnTo>
                    <a:pt x="401" y="197"/>
                  </a:lnTo>
                  <a:close/>
                  <a:moveTo>
                    <a:pt x="432" y="192"/>
                  </a:moveTo>
                  <a:lnTo>
                    <a:pt x="433" y="195"/>
                  </a:lnTo>
                  <a:lnTo>
                    <a:pt x="436" y="197"/>
                  </a:lnTo>
                  <a:lnTo>
                    <a:pt x="436" y="201"/>
                  </a:lnTo>
                  <a:lnTo>
                    <a:pt x="438" y="204"/>
                  </a:lnTo>
                  <a:lnTo>
                    <a:pt x="438" y="205"/>
                  </a:lnTo>
                  <a:lnTo>
                    <a:pt x="436" y="207"/>
                  </a:lnTo>
                  <a:lnTo>
                    <a:pt x="434" y="205"/>
                  </a:lnTo>
                  <a:lnTo>
                    <a:pt x="432" y="205"/>
                  </a:lnTo>
                  <a:lnTo>
                    <a:pt x="430" y="204"/>
                  </a:lnTo>
                  <a:lnTo>
                    <a:pt x="428" y="204"/>
                  </a:lnTo>
                  <a:lnTo>
                    <a:pt x="428" y="203"/>
                  </a:lnTo>
                  <a:lnTo>
                    <a:pt x="429" y="199"/>
                  </a:lnTo>
                  <a:lnTo>
                    <a:pt x="429" y="196"/>
                  </a:lnTo>
                  <a:lnTo>
                    <a:pt x="432" y="192"/>
                  </a:lnTo>
                  <a:close/>
                  <a:moveTo>
                    <a:pt x="396" y="188"/>
                  </a:moveTo>
                  <a:lnTo>
                    <a:pt x="396" y="188"/>
                  </a:lnTo>
                  <a:lnTo>
                    <a:pt x="395" y="190"/>
                  </a:lnTo>
                  <a:lnTo>
                    <a:pt x="395" y="191"/>
                  </a:lnTo>
                  <a:lnTo>
                    <a:pt x="396" y="192"/>
                  </a:lnTo>
                  <a:lnTo>
                    <a:pt x="394" y="193"/>
                  </a:lnTo>
                  <a:lnTo>
                    <a:pt x="392" y="192"/>
                  </a:lnTo>
                  <a:lnTo>
                    <a:pt x="390" y="195"/>
                  </a:lnTo>
                  <a:lnTo>
                    <a:pt x="390" y="193"/>
                  </a:lnTo>
                  <a:lnTo>
                    <a:pt x="391" y="190"/>
                  </a:lnTo>
                  <a:lnTo>
                    <a:pt x="395" y="188"/>
                  </a:lnTo>
                  <a:lnTo>
                    <a:pt x="396" y="188"/>
                  </a:lnTo>
                  <a:close/>
                  <a:moveTo>
                    <a:pt x="462" y="162"/>
                  </a:moveTo>
                  <a:lnTo>
                    <a:pt x="465" y="163"/>
                  </a:lnTo>
                  <a:lnTo>
                    <a:pt x="463" y="163"/>
                  </a:lnTo>
                  <a:lnTo>
                    <a:pt x="461" y="163"/>
                  </a:lnTo>
                  <a:lnTo>
                    <a:pt x="459" y="163"/>
                  </a:lnTo>
                  <a:lnTo>
                    <a:pt x="462" y="162"/>
                  </a:lnTo>
                  <a:close/>
                  <a:moveTo>
                    <a:pt x="446" y="161"/>
                  </a:moveTo>
                  <a:lnTo>
                    <a:pt x="448" y="162"/>
                  </a:lnTo>
                  <a:lnTo>
                    <a:pt x="446" y="165"/>
                  </a:lnTo>
                  <a:lnTo>
                    <a:pt x="444" y="163"/>
                  </a:lnTo>
                  <a:lnTo>
                    <a:pt x="444" y="162"/>
                  </a:lnTo>
                  <a:lnTo>
                    <a:pt x="445" y="161"/>
                  </a:lnTo>
                  <a:lnTo>
                    <a:pt x="446" y="161"/>
                  </a:lnTo>
                  <a:close/>
                  <a:moveTo>
                    <a:pt x="453" y="159"/>
                  </a:moveTo>
                  <a:lnTo>
                    <a:pt x="455" y="159"/>
                  </a:lnTo>
                  <a:lnTo>
                    <a:pt x="454" y="161"/>
                  </a:lnTo>
                  <a:lnTo>
                    <a:pt x="453" y="162"/>
                  </a:lnTo>
                  <a:lnTo>
                    <a:pt x="450" y="162"/>
                  </a:lnTo>
                  <a:lnTo>
                    <a:pt x="450" y="161"/>
                  </a:lnTo>
                  <a:lnTo>
                    <a:pt x="451" y="159"/>
                  </a:lnTo>
                  <a:lnTo>
                    <a:pt x="453" y="159"/>
                  </a:lnTo>
                  <a:close/>
                  <a:moveTo>
                    <a:pt x="480" y="158"/>
                  </a:moveTo>
                  <a:lnTo>
                    <a:pt x="482" y="159"/>
                  </a:lnTo>
                  <a:lnTo>
                    <a:pt x="484" y="161"/>
                  </a:lnTo>
                  <a:lnTo>
                    <a:pt x="483" y="162"/>
                  </a:lnTo>
                  <a:lnTo>
                    <a:pt x="482" y="162"/>
                  </a:lnTo>
                  <a:lnTo>
                    <a:pt x="480" y="158"/>
                  </a:lnTo>
                  <a:close/>
                  <a:moveTo>
                    <a:pt x="473" y="154"/>
                  </a:moveTo>
                  <a:lnTo>
                    <a:pt x="475" y="155"/>
                  </a:lnTo>
                  <a:lnTo>
                    <a:pt x="473" y="157"/>
                  </a:lnTo>
                  <a:lnTo>
                    <a:pt x="471" y="157"/>
                  </a:lnTo>
                  <a:lnTo>
                    <a:pt x="471" y="155"/>
                  </a:lnTo>
                  <a:lnTo>
                    <a:pt x="471" y="154"/>
                  </a:lnTo>
                  <a:lnTo>
                    <a:pt x="473" y="154"/>
                  </a:lnTo>
                  <a:close/>
                  <a:moveTo>
                    <a:pt x="413" y="149"/>
                  </a:moveTo>
                  <a:lnTo>
                    <a:pt x="415" y="150"/>
                  </a:lnTo>
                  <a:lnTo>
                    <a:pt x="415" y="151"/>
                  </a:lnTo>
                  <a:lnTo>
                    <a:pt x="416" y="153"/>
                  </a:lnTo>
                  <a:lnTo>
                    <a:pt x="413" y="154"/>
                  </a:lnTo>
                  <a:lnTo>
                    <a:pt x="412" y="153"/>
                  </a:lnTo>
                  <a:lnTo>
                    <a:pt x="412" y="151"/>
                  </a:lnTo>
                  <a:lnTo>
                    <a:pt x="411" y="151"/>
                  </a:lnTo>
                  <a:lnTo>
                    <a:pt x="411" y="150"/>
                  </a:lnTo>
                  <a:lnTo>
                    <a:pt x="413" y="149"/>
                  </a:lnTo>
                  <a:close/>
                  <a:moveTo>
                    <a:pt x="462" y="145"/>
                  </a:moveTo>
                  <a:lnTo>
                    <a:pt x="463" y="146"/>
                  </a:lnTo>
                  <a:lnTo>
                    <a:pt x="463" y="146"/>
                  </a:lnTo>
                  <a:lnTo>
                    <a:pt x="462" y="147"/>
                  </a:lnTo>
                  <a:lnTo>
                    <a:pt x="461" y="149"/>
                  </a:lnTo>
                  <a:lnTo>
                    <a:pt x="462" y="149"/>
                  </a:lnTo>
                  <a:lnTo>
                    <a:pt x="461" y="150"/>
                  </a:lnTo>
                  <a:lnTo>
                    <a:pt x="459" y="149"/>
                  </a:lnTo>
                  <a:lnTo>
                    <a:pt x="459" y="147"/>
                  </a:lnTo>
                  <a:lnTo>
                    <a:pt x="462" y="145"/>
                  </a:lnTo>
                  <a:close/>
                  <a:moveTo>
                    <a:pt x="226" y="143"/>
                  </a:moveTo>
                  <a:lnTo>
                    <a:pt x="228" y="145"/>
                  </a:lnTo>
                  <a:lnTo>
                    <a:pt x="228" y="146"/>
                  </a:lnTo>
                  <a:lnTo>
                    <a:pt x="224" y="147"/>
                  </a:lnTo>
                  <a:lnTo>
                    <a:pt x="224" y="149"/>
                  </a:lnTo>
                  <a:lnTo>
                    <a:pt x="222" y="150"/>
                  </a:lnTo>
                  <a:lnTo>
                    <a:pt x="221" y="147"/>
                  </a:lnTo>
                  <a:lnTo>
                    <a:pt x="222" y="146"/>
                  </a:lnTo>
                  <a:lnTo>
                    <a:pt x="224" y="146"/>
                  </a:lnTo>
                  <a:lnTo>
                    <a:pt x="226" y="143"/>
                  </a:lnTo>
                  <a:close/>
                  <a:moveTo>
                    <a:pt x="466" y="143"/>
                  </a:moveTo>
                  <a:lnTo>
                    <a:pt x="469" y="143"/>
                  </a:lnTo>
                  <a:lnTo>
                    <a:pt x="469" y="145"/>
                  </a:lnTo>
                  <a:lnTo>
                    <a:pt x="469" y="146"/>
                  </a:lnTo>
                  <a:lnTo>
                    <a:pt x="467" y="146"/>
                  </a:lnTo>
                  <a:lnTo>
                    <a:pt x="466" y="146"/>
                  </a:lnTo>
                  <a:lnTo>
                    <a:pt x="466" y="145"/>
                  </a:lnTo>
                  <a:lnTo>
                    <a:pt x="466" y="143"/>
                  </a:lnTo>
                  <a:close/>
                  <a:moveTo>
                    <a:pt x="473" y="142"/>
                  </a:moveTo>
                  <a:lnTo>
                    <a:pt x="474" y="143"/>
                  </a:lnTo>
                  <a:lnTo>
                    <a:pt x="474" y="145"/>
                  </a:lnTo>
                  <a:lnTo>
                    <a:pt x="471" y="146"/>
                  </a:lnTo>
                  <a:lnTo>
                    <a:pt x="471" y="146"/>
                  </a:lnTo>
                  <a:lnTo>
                    <a:pt x="470" y="146"/>
                  </a:lnTo>
                  <a:lnTo>
                    <a:pt x="471" y="145"/>
                  </a:lnTo>
                  <a:lnTo>
                    <a:pt x="470" y="143"/>
                  </a:lnTo>
                  <a:lnTo>
                    <a:pt x="471" y="142"/>
                  </a:lnTo>
                  <a:lnTo>
                    <a:pt x="473" y="142"/>
                  </a:lnTo>
                  <a:close/>
                  <a:moveTo>
                    <a:pt x="462" y="136"/>
                  </a:moveTo>
                  <a:lnTo>
                    <a:pt x="465" y="136"/>
                  </a:lnTo>
                  <a:lnTo>
                    <a:pt x="465" y="137"/>
                  </a:lnTo>
                  <a:lnTo>
                    <a:pt x="463" y="140"/>
                  </a:lnTo>
                  <a:lnTo>
                    <a:pt x="462" y="138"/>
                  </a:lnTo>
                  <a:lnTo>
                    <a:pt x="459" y="137"/>
                  </a:lnTo>
                  <a:lnTo>
                    <a:pt x="459" y="137"/>
                  </a:lnTo>
                  <a:lnTo>
                    <a:pt x="461" y="136"/>
                  </a:lnTo>
                  <a:lnTo>
                    <a:pt x="462" y="136"/>
                  </a:lnTo>
                  <a:close/>
                  <a:moveTo>
                    <a:pt x="471" y="128"/>
                  </a:moveTo>
                  <a:lnTo>
                    <a:pt x="475" y="128"/>
                  </a:lnTo>
                  <a:lnTo>
                    <a:pt x="477" y="129"/>
                  </a:lnTo>
                  <a:lnTo>
                    <a:pt x="477" y="130"/>
                  </a:lnTo>
                  <a:lnTo>
                    <a:pt x="474" y="130"/>
                  </a:lnTo>
                  <a:lnTo>
                    <a:pt x="475" y="132"/>
                  </a:lnTo>
                  <a:lnTo>
                    <a:pt x="475" y="133"/>
                  </a:lnTo>
                  <a:lnTo>
                    <a:pt x="474" y="133"/>
                  </a:lnTo>
                  <a:lnTo>
                    <a:pt x="473" y="133"/>
                  </a:lnTo>
                  <a:lnTo>
                    <a:pt x="470" y="132"/>
                  </a:lnTo>
                  <a:lnTo>
                    <a:pt x="469" y="132"/>
                  </a:lnTo>
                  <a:lnTo>
                    <a:pt x="467" y="129"/>
                  </a:lnTo>
                  <a:lnTo>
                    <a:pt x="469" y="129"/>
                  </a:lnTo>
                  <a:lnTo>
                    <a:pt x="470" y="130"/>
                  </a:lnTo>
                  <a:lnTo>
                    <a:pt x="471" y="130"/>
                  </a:lnTo>
                  <a:lnTo>
                    <a:pt x="470" y="128"/>
                  </a:lnTo>
                  <a:lnTo>
                    <a:pt x="471" y="128"/>
                  </a:lnTo>
                  <a:close/>
                  <a:moveTo>
                    <a:pt x="425" y="118"/>
                  </a:moveTo>
                  <a:lnTo>
                    <a:pt x="425" y="120"/>
                  </a:lnTo>
                  <a:lnTo>
                    <a:pt x="425" y="121"/>
                  </a:lnTo>
                  <a:lnTo>
                    <a:pt x="426" y="122"/>
                  </a:lnTo>
                  <a:lnTo>
                    <a:pt x="426" y="124"/>
                  </a:lnTo>
                  <a:lnTo>
                    <a:pt x="425" y="125"/>
                  </a:lnTo>
                  <a:lnTo>
                    <a:pt x="426" y="128"/>
                  </a:lnTo>
                  <a:lnTo>
                    <a:pt x="425" y="130"/>
                  </a:lnTo>
                  <a:lnTo>
                    <a:pt x="425" y="129"/>
                  </a:lnTo>
                  <a:lnTo>
                    <a:pt x="424" y="126"/>
                  </a:lnTo>
                  <a:lnTo>
                    <a:pt x="424" y="126"/>
                  </a:lnTo>
                  <a:lnTo>
                    <a:pt x="423" y="126"/>
                  </a:lnTo>
                  <a:lnTo>
                    <a:pt x="421" y="126"/>
                  </a:lnTo>
                  <a:lnTo>
                    <a:pt x="420" y="122"/>
                  </a:lnTo>
                  <a:lnTo>
                    <a:pt x="421" y="124"/>
                  </a:lnTo>
                  <a:lnTo>
                    <a:pt x="423" y="124"/>
                  </a:lnTo>
                  <a:lnTo>
                    <a:pt x="423" y="122"/>
                  </a:lnTo>
                  <a:lnTo>
                    <a:pt x="421" y="120"/>
                  </a:lnTo>
                  <a:lnTo>
                    <a:pt x="421" y="118"/>
                  </a:lnTo>
                  <a:lnTo>
                    <a:pt x="423" y="118"/>
                  </a:lnTo>
                  <a:lnTo>
                    <a:pt x="425" y="118"/>
                  </a:lnTo>
                  <a:close/>
                  <a:moveTo>
                    <a:pt x="413" y="107"/>
                  </a:moveTo>
                  <a:lnTo>
                    <a:pt x="415" y="108"/>
                  </a:lnTo>
                  <a:lnTo>
                    <a:pt x="416" y="109"/>
                  </a:lnTo>
                  <a:lnTo>
                    <a:pt x="419" y="109"/>
                  </a:lnTo>
                  <a:lnTo>
                    <a:pt x="417" y="111"/>
                  </a:lnTo>
                  <a:lnTo>
                    <a:pt x="416" y="111"/>
                  </a:lnTo>
                  <a:lnTo>
                    <a:pt x="413" y="109"/>
                  </a:lnTo>
                  <a:lnTo>
                    <a:pt x="412" y="108"/>
                  </a:lnTo>
                  <a:lnTo>
                    <a:pt x="413" y="107"/>
                  </a:lnTo>
                  <a:close/>
                  <a:moveTo>
                    <a:pt x="423" y="104"/>
                  </a:moveTo>
                  <a:lnTo>
                    <a:pt x="424" y="105"/>
                  </a:lnTo>
                  <a:lnTo>
                    <a:pt x="426" y="105"/>
                  </a:lnTo>
                  <a:lnTo>
                    <a:pt x="426" y="107"/>
                  </a:lnTo>
                  <a:lnTo>
                    <a:pt x="425" y="108"/>
                  </a:lnTo>
                  <a:lnTo>
                    <a:pt x="423" y="107"/>
                  </a:lnTo>
                  <a:lnTo>
                    <a:pt x="420" y="108"/>
                  </a:lnTo>
                  <a:lnTo>
                    <a:pt x="419" y="107"/>
                  </a:lnTo>
                  <a:lnTo>
                    <a:pt x="420" y="104"/>
                  </a:lnTo>
                  <a:lnTo>
                    <a:pt x="423" y="104"/>
                  </a:lnTo>
                  <a:close/>
                  <a:moveTo>
                    <a:pt x="786" y="103"/>
                  </a:moveTo>
                  <a:lnTo>
                    <a:pt x="787" y="103"/>
                  </a:lnTo>
                  <a:lnTo>
                    <a:pt x="790" y="105"/>
                  </a:lnTo>
                  <a:lnTo>
                    <a:pt x="791" y="107"/>
                  </a:lnTo>
                  <a:lnTo>
                    <a:pt x="791" y="108"/>
                  </a:lnTo>
                  <a:lnTo>
                    <a:pt x="790" y="107"/>
                  </a:lnTo>
                  <a:lnTo>
                    <a:pt x="790" y="108"/>
                  </a:lnTo>
                  <a:lnTo>
                    <a:pt x="786" y="108"/>
                  </a:lnTo>
                  <a:lnTo>
                    <a:pt x="786" y="107"/>
                  </a:lnTo>
                  <a:lnTo>
                    <a:pt x="785" y="105"/>
                  </a:lnTo>
                  <a:lnTo>
                    <a:pt x="785" y="104"/>
                  </a:lnTo>
                  <a:lnTo>
                    <a:pt x="786" y="103"/>
                  </a:lnTo>
                  <a:close/>
                  <a:moveTo>
                    <a:pt x="291" y="99"/>
                  </a:moveTo>
                  <a:lnTo>
                    <a:pt x="292" y="100"/>
                  </a:lnTo>
                  <a:lnTo>
                    <a:pt x="292" y="103"/>
                  </a:lnTo>
                  <a:lnTo>
                    <a:pt x="293" y="104"/>
                  </a:lnTo>
                  <a:lnTo>
                    <a:pt x="295" y="104"/>
                  </a:lnTo>
                  <a:lnTo>
                    <a:pt x="296" y="105"/>
                  </a:lnTo>
                  <a:lnTo>
                    <a:pt x="299" y="105"/>
                  </a:lnTo>
                  <a:lnTo>
                    <a:pt x="300" y="107"/>
                  </a:lnTo>
                  <a:lnTo>
                    <a:pt x="299" y="109"/>
                  </a:lnTo>
                  <a:lnTo>
                    <a:pt x="299" y="113"/>
                  </a:lnTo>
                  <a:lnTo>
                    <a:pt x="300" y="113"/>
                  </a:lnTo>
                  <a:lnTo>
                    <a:pt x="301" y="113"/>
                  </a:lnTo>
                  <a:lnTo>
                    <a:pt x="301" y="117"/>
                  </a:lnTo>
                  <a:lnTo>
                    <a:pt x="301" y="118"/>
                  </a:lnTo>
                  <a:lnTo>
                    <a:pt x="300" y="121"/>
                  </a:lnTo>
                  <a:lnTo>
                    <a:pt x="301" y="122"/>
                  </a:lnTo>
                  <a:lnTo>
                    <a:pt x="301" y="124"/>
                  </a:lnTo>
                  <a:lnTo>
                    <a:pt x="299" y="125"/>
                  </a:lnTo>
                  <a:lnTo>
                    <a:pt x="297" y="124"/>
                  </a:lnTo>
                  <a:lnTo>
                    <a:pt x="296" y="125"/>
                  </a:lnTo>
                  <a:lnTo>
                    <a:pt x="292" y="129"/>
                  </a:lnTo>
                  <a:lnTo>
                    <a:pt x="291" y="132"/>
                  </a:lnTo>
                  <a:lnTo>
                    <a:pt x="287" y="133"/>
                  </a:lnTo>
                  <a:lnTo>
                    <a:pt x="283" y="136"/>
                  </a:lnTo>
                  <a:lnTo>
                    <a:pt x="282" y="136"/>
                  </a:lnTo>
                  <a:lnTo>
                    <a:pt x="278" y="138"/>
                  </a:lnTo>
                  <a:lnTo>
                    <a:pt x="274" y="143"/>
                  </a:lnTo>
                  <a:lnTo>
                    <a:pt x="268" y="147"/>
                  </a:lnTo>
                  <a:lnTo>
                    <a:pt x="267" y="147"/>
                  </a:lnTo>
                  <a:lnTo>
                    <a:pt x="266" y="151"/>
                  </a:lnTo>
                  <a:lnTo>
                    <a:pt x="265" y="155"/>
                  </a:lnTo>
                  <a:lnTo>
                    <a:pt x="261" y="157"/>
                  </a:lnTo>
                  <a:lnTo>
                    <a:pt x="261" y="161"/>
                  </a:lnTo>
                  <a:lnTo>
                    <a:pt x="259" y="162"/>
                  </a:lnTo>
                  <a:lnTo>
                    <a:pt x="258" y="165"/>
                  </a:lnTo>
                  <a:lnTo>
                    <a:pt x="254" y="168"/>
                  </a:lnTo>
                  <a:lnTo>
                    <a:pt x="253" y="170"/>
                  </a:lnTo>
                  <a:lnTo>
                    <a:pt x="253" y="167"/>
                  </a:lnTo>
                  <a:lnTo>
                    <a:pt x="251" y="170"/>
                  </a:lnTo>
                  <a:lnTo>
                    <a:pt x="251" y="171"/>
                  </a:lnTo>
                  <a:lnTo>
                    <a:pt x="254" y="172"/>
                  </a:lnTo>
                  <a:lnTo>
                    <a:pt x="253" y="174"/>
                  </a:lnTo>
                  <a:lnTo>
                    <a:pt x="250" y="175"/>
                  </a:lnTo>
                  <a:lnTo>
                    <a:pt x="250" y="176"/>
                  </a:lnTo>
                  <a:lnTo>
                    <a:pt x="250" y="178"/>
                  </a:lnTo>
                  <a:lnTo>
                    <a:pt x="250" y="180"/>
                  </a:lnTo>
                  <a:lnTo>
                    <a:pt x="249" y="182"/>
                  </a:lnTo>
                  <a:lnTo>
                    <a:pt x="247" y="180"/>
                  </a:lnTo>
                  <a:lnTo>
                    <a:pt x="245" y="180"/>
                  </a:lnTo>
                  <a:lnTo>
                    <a:pt x="246" y="182"/>
                  </a:lnTo>
                  <a:lnTo>
                    <a:pt x="247" y="183"/>
                  </a:lnTo>
                  <a:lnTo>
                    <a:pt x="246" y="184"/>
                  </a:lnTo>
                  <a:lnTo>
                    <a:pt x="243" y="183"/>
                  </a:lnTo>
                  <a:lnTo>
                    <a:pt x="241" y="182"/>
                  </a:lnTo>
                  <a:lnTo>
                    <a:pt x="239" y="182"/>
                  </a:lnTo>
                  <a:lnTo>
                    <a:pt x="239" y="186"/>
                  </a:lnTo>
                  <a:lnTo>
                    <a:pt x="241" y="186"/>
                  </a:lnTo>
                  <a:lnTo>
                    <a:pt x="242" y="186"/>
                  </a:lnTo>
                  <a:lnTo>
                    <a:pt x="241" y="188"/>
                  </a:lnTo>
                  <a:lnTo>
                    <a:pt x="239" y="188"/>
                  </a:lnTo>
                  <a:lnTo>
                    <a:pt x="237" y="187"/>
                  </a:lnTo>
                  <a:lnTo>
                    <a:pt x="236" y="187"/>
                  </a:lnTo>
                  <a:lnTo>
                    <a:pt x="238" y="191"/>
                  </a:lnTo>
                  <a:lnTo>
                    <a:pt x="239" y="192"/>
                  </a:lnTo>
                  <a:lnTo>
                    <a:pt x="239" y="195"/>
                  </a:lnTo>
                  <a:lnTo>
                    <a:pt x="238" y="197"/>
                  </a:lnTo>
                  <a:lnTo>
                    <a:pt x="238" y="199"/>
                  </a:lnTo>
                  <a:lnTo>
                    <a:pt x="239" y="200"/>
                  </a:lnTo>
                  <a:lnTo>
                    <a:pt x="239" y="201"/>
                  </a:lnTo>
                  <a:lnTo>
                    <a:pt x="239" y="203"/>
                  </a:lnTo>
                  <a:lnTo>
                    <a:pt x="237" y="201"/>
                  </a:lnTo>
                  <a:lnTo>
                    <a:pt x="236" y="201"/>
                  </a:lnTo>
                  <a:lnTo>
                    <a:pt x="234" y="199"/>
                  </a:lnTo>
                  <a:lnTo>
                    <a:pt x="233" y="197"/>
                  </a:lnTo>
                  <a:lnTo>
                    <a:pt x="233" y="199"/>
                  </a:lnTo>
                  <a:lnTo>
                    <a:pt x="234" y="201"/>
                  </a:lnTo>
                  <a:lnTo>
                    <a:pt x="237" y="205"/>
                  </a:lnTo>
                  <a:lnTo>
                    <a:pt x="238" y="209"/>
                  </a:lnTo>
                  <a:lnTo>
                    <a:pt x="237" y="211"/>
                  </a:lnTo>
                  <a:lnTo>
                    <a:pt x="236" y="209"/>
                  </a:lnTo>
                  <a:lnTo>
                    <a:pt x="236" y="208"/>
                  </a:lnTo>
                  <a:lnTo>
                    <a:pt x="234" y="207"/>
                  </a:lnTo>
                  <a:lnTo>
                    <a:pt x="233" y="207"/>
                  </a:lnTo>
                  <a:lnTo>
                    <a:pt x="232" y="207"/>
                  </a:lnTo>
                  <a:lnTo>
                    <a:pt x="230" y="207"/>
                  </a:lnTo>
                  <a:lnTo>
                    <a:pt x="230" y="208"/>
                  </a:lnTo>
                  <a:lnTo>
                    <a:pt x="232" y="208"/>
                  </a:lnTo>
                  <a:lnTo>
                    <a:pt x="234" y="208"/>
                  </a:lnTo>
                  <a:lnTo>
                    <a:pt x="236" y="212"/>
                  </a:lnTo>
                  <a:lnTo>
                    <a:pt x="237" y="213"/>
                  </a:lnTo>
                  <a:lnTo>
                    <a:pt x="237" y="215"/>
                  </a:lnTo>
                  <a:lnTo>
                    <a:pt x="236" y="217"/>
                  </a:lnTo>
                  <a:lnTo>
                    <a:pt x="236" y="220"/>
                  </a:lnTo>
                  <a:lnTo>
                    <a:pt x="234" y="222"/>
                  </a:lnTo>
                  <a:lnTo>
                    <a:pt x="233" y="224"/>
                  </a:lnTo>
                  <a:lnTo>
                    <a:pt x="232" y="225"/>
                  </a:lnTo>
                  <a:lnTo>
                    <a:pt x="229" y="225"/>
                  </a:lnTo>
                  <a:lnTo>
                    <a:pt x="226" y="224"/>
                  </a:lnTo>
                  <a:lnTo>
                    <a:pt x="225" y="221"/>
                  </a:lnTo>
                  <a:lnTo>
                    <a:pt x="225" y="221"/>
                  </a:lnTo>
                  <a:lnTo>
                    <a:pt x="224" y="222"/>
                  </a:lnTo>
                  <a:lnTo>
                    <a:pt x="225" y="224"/>
                  </a:lnTo>
                  <a:lnTo>
                    <a:pt x="224" y="225"/>
                  </a:lnTo>
                  <a:lnTo>
                    <a:pt x="221" y="224"/>
                  </a:lnTo>
                  <a:lnTo>
                    <a:pt x="220" y="222"/>
                  </a:lnTo>
                  <a:lnTo>
                    <a:pt x="217" y="222"/>
                  </a:lnTo>
                  <a:lnTo>
                    <a:pt x="214" y="224"/>
                  </a:lnTo>
                  <a:lnTo>
                    <a:pt x="212" y="225"/>
                  </a:lnTo>
                  <a:lnTo>
                    <a:pt x="208" y="225"/>
                  </a:lnTo>
                  <a:lnTo>
                    <a:pt x="208" y="224"/>
                  </a:lnTo>
                  <a:lnTo>
                    <a:pt x="208" y="224"/>
                  </a:lnTo>
                  <a:lnTo>
                    <a:pt x="208" y="221"/>
                  </a:lnTo>
                  <a:lnTo>
                    <a:pt x="208" y="220"/>
                  </a:lnTo>
                  <a:lnTo>
                    <a:pt x="209" y="217"/>
                  </a:lnTo>
                  <a:lnTo>
                    <a:pt x="213" y="216"/>
                  </a:lnTo>
                  <a:lnTo>
                    <a:pt x="213" y="215"/>
                  </a:lnTo>
                  <a:lnTo>
                    <a:pt x="214" y="215"/>
                  </a:lnTo>
                  <a:lnTo>
                    <a:pt x="216" y="216"/>
                  </a:lnTo>
                  <a:lnTo>
                    <a:pt x="217" y="216"/>
                  </a:lnTo>
                  <a:lnTo>
                    <a:pt x="217" y="215"/>
                  </a:lnTo>
                  <a:lnTo>
                    <a:pt x="216" y="213"/>
                  </a:lnTo>
                  <a:lnTo>
                    <a:pt x="214" y="213"/>
                  </a:lnTo>
                  <a:lnTo>
                    <a:pt x="212" y="213"/>
                  </a:lnTo>
                  <a:lnTo>
                    <a:pt x="208" y="216"/>
                  </a:lnTo>
                  <a:lnTo>
                    <a:pt x="207" y="217"/>
                  </a:lnTo>
                  <a:lnTo>
                    <a:pt x="207" y="218"/>
                  </a:lnTo>
                  <a:lnTo>
                    <a:pt x="205" y="218"/>
                  </a:lnTo>
                  <a:lnTo>
                    <a:pt x="203" y="218"/>
                  </a:lnTo>
                  <a:lnTo>
                    <a:pt x="200" y="216"/>
                  </a:lnTo>
                  <a:lnTo>
                    <a:pt x="201" y="215"/>
                  </a:lnTo>
                  <a:lnTo>
                    <a:pt x="203" y="215"/>
                  </a:lnTo>
                  <a:lnTo>
                    <a:pt x="204" y="213"/>
                  </a:lnTo>
                  <a:lnTo>
                    <a:pt x="203" y="212"/>
                  </a:lnTo>
                  <a:lnTo>
                    <a:pt x="204" y="211"/>
                  </a:lnTo>
                  <a:lnTo>
                    <a:pt x="205" y="208"/>
                  </a:lnTo>
                  <a:lnTo>
                    <a:pt x="207" y="209"/>
                  </a:lnTo>
                  <a:lnTo>
                    <a:pt x="207" y="208"/>
                  </a:lnTo>
                  <a:lnTo>
                    <a:pt x="208" y="208"/>
                  </a:lnTo>
                  <a:lnTo>
                    <a:pt x="207" y="207"/>
                  </a:lnTo>
                  <a:lnTo>
                    <a:pt x="207" y="205"/>
                  </a:lnTo>
                  <a:lnTo>
                    <a:pt x="208" y="204"/>
                  </a:lnTo>
                  <a:lnTo>
                    <a:pt x="208" y="203"/>
                  </a:lnTo>
                  <a:lnTo>
                    <a:pt x="209" y="201"/>
                  </a:lnTo>
                  <a:lnTo>
                    <a:pt x="212" y="201"/>
                  </a:lnTo>
                  <a:lnTo>
                    <a:pt x="213" y="203"/>
                  </a:lnTo>
                  <a:lnTo>
                    <a:pt x="216" y="203"/>
                  </a:lnTo>
                  <a:lnTo>
                    <a:pt x="217" y="204"/>
                  </a:lnTo>
                  <a:lnTo>
                    <a:pt x="220" y="205"/>
                  </a:lnTo>
                  <a:lnTo>
                    <a:pt x="218" y="204"/>
                  </a:lnTo>
                  <a:lnTo>
                    <a:pt x="218" y="203"/>
                  </a:lnTo>
                  <a:lnTo>
                    <a:pt x="217" y="203"/>
                  </a:lnTo>
                  <a:lnTo>
                    <a:pt x="214" y="200"/>
                  </a:lnTo>
                  <a:lnTo>
                    <a:pt x="211" y="200"/>
                  </a:lnTo>
                  <a:lnTo>
                    <a:pt x="211" y="200"/>
                  </a:lnTo>
                  <a:lnTo>
                    <a:pt x="211" y="199"/>
                  </a:lnTo>
                  <a:lnTo>
                    <a:pt x="212" y="197"/>
                  </a:lnTo>
                  <a:lnTo>
                    <a:pt x="214" y="197"/>
                  </a:lnTo>
                  <a:lnTo>
                    <a:pt x="214" y="196"/>
                  </a:lnTo>
                  <a:lnTo>
                    <a:pt x="212" y="196"/>
                  </a:lnTo>
                  <a:lnTo>
                    <a:pt x="209" y="196"/>
                  </a:lnTo>
                  <a:lnTo>
                    <a:pt x="208" y="196"/>
                  </a:lnTo>
                  <a:lnTo>
                    <a:pt x="209" y="195"/>
                  </a:lnTo>
                  <a:lnTo>
                    <a:pt x="211" y="193"/>
                  </a:lnTo>
                  <a:lnTo>
                    <a:pt x="213" y="193"/>
                  </a:lnTo>
                  <a:lnTo>
                    <a:pt x="216" y="192"/>
                  </a:lnTo>
                  <a:lnTo>
                    <a:pt x="216" y="192"/>
                  </a:lnTo>
                  <a:lnTo>
                    <a:pt x="216" y="191"/>
                  </a:lnTo>
                  <a:lnTo>
                    <a:pt x="213" y="192"/>
                  </a:lnTo>
                  <a:lnTo>
                    <a:pt x="212" y="191"/>
                  </a:lnTo>
                  <a:lnTo>
                    <a:pt x="211" y="191"/>
                  </a:lnTo>
                  <a:lnTo>
                    <a:pt x="209" y="188"/>
                  </a:lnTo>
                  <a:lnTo>
                    <a:pt x="211" y="187"/>
                  </a:lnTo>
                  <a:lnTo>
                    <a:pt x="212" y="187"/>
                  </a:lnTo>
                  <a:lnTo>
                    <a:pt x="213" y="186"/>
                  </a:lnTo>
                  <a:lnTo>
                    <a:pt x="216" y="186"/>
                  </a:lnTo>
                  <a:lnTo>
                    <a:pt x="217" y="186"/>
                  </a:lnTo>
                  <a:lnTo>
                    <a:pt x="218" y="183"/>
                  </a:lnTo>
                  <a:lnTo>
                    <a:pt x="217" y="183"/>
                  </a:lnTo>
                  <a:lnTo>
                    <a:pt x="216" y="184"/>
                  </a:lnTo>
                  <a:lnTo>
                    <a:pt x="213" y="184"/>
                  </a:lnTo>
                  <a:lnTo>
                    <a:pt x="213" y="183"/>
                  </a:lnTo>
                  <a:lnTo>
                    <a:pt x="212" y="183"/>
                  </a:lnTo>
                  <a:lnTo>
                    <a:pt x="211" y="184"/>
                  </a:lnTo>
                  <a:lnTo>
                    <a:pt x="209" y="184"/>
                  </a:lnTo>
                  <a:lnTo>
                    <a:pt x="209" y="183"/>
                  </a:lnTo>
                  <a:lnTo>
                    <a:pt x="209" y="180"/>
                  </a:lnTo>
                  <a:lnTo>
                    <a:pt x="209" y="179"/>
                  </a:lnTo>
                  <a:lnTo>
                    <a:pt x="209" y="179"/>
                  </a:lnTo>
                  <a:lnTo>
                    <a:pt x="208" y="179"/>
                  </a:lnTo>
                  <a:lnTo>
                    <a:pt x="205" y="178"/>
                  </a:lnTo>
                  <a:lnTo>
                    <a:pt x="205" y="175"/>
                  </a:lnTo>
                  <a:lnTo>
                    <a:pt x="205" y="171"/>
                  </a:lnTo>
                  <a:lnTo>
                    <a:pt x="207" y="171"/>
                  </a:lnTo>
                  <a:lnTo>
                    <a:pt x="207" y="172"/>
                  </a:lnTo>
                  <a:lnTo>
                    <a:pt x="208" y="174"/>
                  </a:lnTo>
                  <a:lnTo>
                    <a:pt x="211" y="175"/>
                  </a:lnTo>
                  <a:lnTo>
                    <a:pt x="212" y="174"/>
                  </a:lnTo>
                  <a:lnTo>
                    <a:pt x="213" y="171"/>
                  </a:lnTo>
                  <a:lnTo>
                    <a:pt x="213" y="170"/>
                  </a:lnTo>
                  <a:lnTo>
                    <a:pt x="213" y="168"/>
                  </a:lnTo>
                  <a:lnTo>
                    <a:pt x="216" y="167"/>
                  </a:lnTo>
                  <a:lnTo>
                    <a:pt x="218" y="167"/>
                  </a:lnTo>
                  <a:lnTo>
                    <a:pt x="221" y="168"/>
                  </a:lnTo>
                  <a:lnTo>
                    <a:pt x="222" y="167"/>
                  </a:lnTo>
                  <a:lnTo>
                    <a:pt x="222" y="165"/>
                  </a:lnTo>
                  <a:lnTo>
                    <a:pt x="222" y="163"/>
                  </a:lnTo>
                  <a:lnTo>
                    <a:pt x="221" y="162"/>
                  </a:lnTo>
                  <a:lnTo>
                    <a:pt x="220" y="163"/>
                  </a:lnTo>
                  <a:lnTo>
                    <a:pt x="218" y="163"/>
                  </a:lnTo>
                  <a:lnTo>
                    <a:pt x="218" y="161"/>
                  </a:lnTo>
                  <a:lnTo>
                    <a:pt x="218" y="158"/>
                  </a:lnTo>
                  <a:lnTo>
                    <a:pt x="220" y="157"/>
                  </a:lnTo>
                  <a:lnTo>
                    <a:pt x="224" y="157"/>
                  </a:lnTo>
                  <a:lnTo>
                    <a:pt x="225" y="155"/>
                  </a:lnTo>
                  <a:lnTo>
                    <a:pt x="224" y="155"/>
                  </a:lnTo>
                  <a:lnTo>
                    <a:pt x="224" y="154"/>
                  </a:lnTo>
                  <a:lnTo>
                    <a:pt x="224" y="151"/>
                  </a:lnTo>
                  <a:lnTo>
                    <a:pt x="225" y="150"/>
                  </a:lnTo>
                  <a:lnTo>
                    <a:pt x="228" y="149"/>
                  </a:lnTo>
                  <a:lnTo>
                    <a:pt x="228" y="147"/>
                  </a:lnTo>
                  <a:lnTo>
                    <a:pt x="229" y="146"/>
                  </a:lnTo>
                  <a:lnTo>
                    <a:pt x="232" y="146"/>
                  </a:lnTo>
                  <a:lnTo>
                    <a:pt x="233" y="145"/>
                  </a:lnTo>
                  <a:lnTo>
                    <a:pt x="234" y="143"/>
                  </a:lnTo>
                  <a:lnTo>
                    <a:pt x="232" y="142"/>
                  </a:lnTo>
                  <a:lnTo>
                    <a:pt x="232" y="141"/>
                  </a:lnTo>
                  <a:lnTo>
                    <a:pt x="234" y="140"/>
                  </a:lnTo>
                  <a:lnTo>
                    <a:pt x="236" y="137"/>
                  </a:lnTo>
                  <a:lnTo>
                    <a:pt x="237" y="137"/>
                  </a:lnTo>
                  <a:lnTo>
                    <a:pt x="237" y="138"/>
                  </a:lnTo>
                  <a:lnTo>
                    <a:pt x="237" y="140"/>
                  </a:lnTo>
                  <a:lnTo>
                    <a:pt x="237" y="141"/>
                  </a:lnTo>
                  <a:lnTo>
                    <a:pt x="237" y="141"/>
                  </a:lnTo>
                  <a:lnTo>
                    <a:pt x="238" y="140"/>
                  </a:lnTo>
                  <a:lnTo>
                    <a:pt x="239" y="138"/>
                  </a:lnTo>
                  <a:lnTo>
                    <a:pt x="239" y="138"/>
                  </a:lnTo>
                  <a:lnTo>
                    <a:pt x="239" y="137"/>
                  </a:lnTo>
                  <a:lnTo>
                    <a:pt x="238" y="134"/>
                  </a:lnTo>
                  <a:lnTo>
                    <a:pt x="238" y="133"/>
                  </a:lnTo>
                  <a:lnTo>
                    <a:pt x="239" y="132"/>
                  </a:lnTo>
                  <a:lnTo>
                    <a:pt x="241" y="132"/>
                  </a:lnTo>
                  <a:lnTo>
                    <a:pt x="245" y="130"/>
                  </a:lnTo>
                  <a:lnTo>
                    <a:pt x="249" y="130"/>
                  </a:lnTo>
                  <a:lnTo>
                    <a:pt x="250" y="132"/>
                  </a:lnTo>
                  <a:lnTo>
                    <a:pt x="251" y="134"/>
                  </a:lnTo>
                  <a:lnTo>
                    <a:pt x="251" y="133"/>
                  </a:lnTo>
                  <a:lnTo>
                    <a:pt x="251" y="130"/>
                  </a:lnTo>
                  <a:lnTo>
                    <a:pt x="251" y="129"/>
                  </a:lnTo>
                  <a:lnTo>
                    <a:pt x="253" y="129"/>
                  </a:lnTo>
                  <a:lnTo>
                    <a:pt x="253" y="130"/>
                  </a:lnTo>
                  <a:lnTo>
                    <a:pt x="254" y="132"/>
                  </a:lnTo>
                  <a:lnTo>
                    <a:pt x="257" y="130"/>
                  </a:lnTo>
                  <a:lnTo>
                    <a:pt x="258" y="126"/>
                  </a:lnTo>
                  <a:lnTo>
                    <a:pt x="259" y="125"/>
                  </a:lnTo>
                  <a:lnTo>
                    <a:pt x="262" y="126"/>
                  </a:lnTo>
                  <a:lnTo>
                    <a:pt x="263" y="126"/>
                  </a:lnTo>
                  <a:lnTo>
                    <a:pt x="265" y="125"/>
                  </a:lnTo>
                  <a:lnTo>
                    <a:pt x="268" y="122"/>
                  </a:lnTo>
                  <a:lnTo>
                    <a:pt x="270" y="121"/>
                  </a:lnTo>
                  <a:lnTo>
                    <a:pt x="271" y="120"/>
                  </a:lnTo>
                  <a:lnTo>
                    <a:pt x="271" y="118"/>
                  </a:lnTo>
                  <a:lnTo>
                    <a:pt x="271" y="117"/>
                  </a:lnTo>
                  <a:lnTo>
                    <a:pt x="274" y="117"/>
                  </a:lnTo>
                  <a:lnTo>
                    <a:pt x="274" y="116"/>
                  </a:lnTo>
                  <a:lnTo>
                    <a:pt x="272" y="113"/>
                  </a:lnTo>
                  <a:lnTo>
                    <a:pt x="272" y="112"/>
                  </a:lnTo>
                  <a:lnTo>
                    <a:pt x="274" y="109"/>
                  </a:lnTo>
                  <a:lnTo>
                    <a:pt x="275" y="108"/>
                  </a:lnTo>
                  <a:lnTo>
                    <a:pt x="276" y="107"/>
                  </a:lnTo>
                  <a:lnTo>
                    <a:pt x="278" y="107"/>
                  </a:lnTo>
                  <a:lnTo>
                    <a:pt x="279" y="105"/>
                  </a:lnTo>
                  <a:lnTo>
                    <a:pt x="279" y="103"/>
                  </a:lnTo>
                  <a:lnTo>
                    <a:pt x="283" y="101"/>
                  </a:lnTo>
                  <a:lnTo>
                    <a:pt x="284" y="100"/>
                  </a:lnTo>
                  <a:lnTo>
                    <a:pt x="287" y="101"/>
                  </a:lnTo>
                  <a:lnTo>
                    <a:pt x="288" y="103"/>
                  </a:lnTo>
                  <a:lnTo>
                    <a:pt x="288" y="101"/>
                  </a:lnTo>
                  <a:lnTo>
                    <a:pt x="291" y="99"/>
                  </a:lnTo>
                  <a:close/>
                  <a:moveTo>
                    <a:pt x="977" y="99"/>
                  </a:moveTo>
                  <a:lnTo>
                    <a:pt x="978" y="101"/>
                  </a:lnTo>
                  <a:lnTo>
                    <a:pt x="980" y="103"/>
                  </a:lnTo>
                  <a:lnTo>
                    <a:pt x="978" y="104"/>
                  </a:lnTo>
                  <a:lnTo>
                    <a:pt x="976" y="105"/>
                  </a:lnTo>
                  <a:lnTo>
                    <a:pt x="976" y="105"/>
                  </a:lnTo>
                  <a:lnTo>
                    <a:pt x="973" y="105"/>
                  </a:lnTo>
                  <a:lnTo>
                    <a:pt x="972" y="103"/>
                  </a:lnTo>
                  <a:lnTo>
                    <a:pt x="974" y="103"/>
                  </a:lnTo>
                  <a:lnTo>
                    <a:pt x="976" y="101"/>
                  </a:lnTo>
                  <a:lnTo>
                    <a:pt x="977" y="99"/>
                  </a:lnTo>
                  <a:lnTo>
                    <a:pt x="977" y="99"/>
                  </a:lnTo>
                  <a:close/>
                  <a:moveTo>
                    <a:pt x="1232" y="84"/>
                  </a:moveTo>
                  <a:lnTo>
                    <a:pt x="1235" y="86"/>
                  </a:lnTo>
                  <a:lnTo>
                    <a:pt x="1235" y="88"/>
                  </a:lnTo>
                  <a:lnTo>
                    <a:pt x="1235" y="90"/>
                  </a:lnTo>
                  <a:lnTo>
                    <a:pt x="1234" y="88"/>
                  </a:lnTo>
                  <a:lnTo>
                    <a:pt x="1232" y="86"/>
                  </a:lnTo>
                  <a:lnTo>
                    <a:pt x="1232" y="84"/>
                  </a:lnTo>
                  <a:lnTo>
                    <a:pt x="1232" y="84"/>
                  </a:lnTo>
                  <a:close/>
                  <a:moveTo>
                    <a:pt x="1228" y="82"/>
                  </a:moveTo>
                  <a:lnTo>
                    <a:pt x="1230" y="83"/>
                  </a:lnTo>
                  <a:lnTo>
                    <a:pt x="1230" y="86"/>
                  </a:lnTo>
                  <a:lnTo>
                    <a:pt x="1230" y="86"/>
                  </a:lnTo>
                  <a:lnTo>
                    <a:pt x="1228" y="87"/>
                  </a:lnTo>
                  <a:lnTo>
                    <a:pt x="1227" y="86"/>
                  </a:lnTo>
                  <a:lnTo>
                    <a:pt x="1226" y="83"/>
                  </a:lnTo>
                  <a:lnTo>
                    <a:pt x="1227" y="83"/>
                  </a:lnTo>
                  <a:lnTo>
                    <a:pt x="1228" y="82"/>
                  </a:lnTo>
                  <a:close/>
                  <a:moveTo>
                    <a:pt x="1232" y="80"/>
                  </a:moveTo>
                  <a:lnTo>
                    <a:pt x="1234" y="80"/>
                  </a:lnTo>
                  <a:lnTo>
                    <a:pt x="1235" y="83"/>
                  </a:lnTo>
                  <a:lnTo>
                    <a:pt x="1235" y="84"/>
                  </a:lnTo>
                  <a:lnTo>
                    <a:pt x="1234" y="84"/>
                  </a:lnTo>
                  <a:lnTo>
                    <a:pt x="1232" y="82"/>
                  </a:lnTo>
                  <a:lnTo>
                    <a:pt x="1232" y="80"/>
                  </a:lnTo>
                  <a:close/>
                  <a:moveTo>
                    <a:pt x="706" y="78"/>
                  </a:moveTo>
                  <a:lnTo>
                    <a:pt x="707" y="79"/>
                  </a:lnTo>
                  <a:lnTo>
                    <a:pt x="707" y="80"/>
                  </a:lnTo>
                  <a:lnTo>
                    <a:pt x="708" y="83"/>
                  </a:lnTo>
                  <a:lnTo>
                    <a:pt x="710" y="84"/>
                  </a:lnTo>
                  <a:lnTo>
                    <a:pt x="710" y="88"/>
                  </a:lnTo>
                  <a:lnTo>
                    <a:pt x="711" y="90"/>
                  </a:lnTo>
                  <a:lnTo>
                    <a:pt x="711" y="91"/>
                  </a:lnTo>
                  <a:lnTo>
                    <a:pt x="710" y="92"/>
                  </a:lnTo>
                  <a:lnTo>
                    <a:pt x="710" y="93"/>
                  </a:lnTo>
                  <a:lnTo>
                    <a:pt x="708" y="95"/>
                  </a:lnTo>
                  <a:lnTo>
                    <a:pt x="707" y="93"/>
                  </a:lnTo>
                  <a:lnTo>
                    <a:pt x="704" y="93"/>
                  </a:lnTo>
                  <a:lnTo>
                    <a:pt x="698" y="92"/>
                  </a:lnTo>
                  <a:lnTo>
                    <a:pt x="695" y="92"/>
                  </a:lnTo>
                  <a:lnTo>
                    <a:pt x="694" y="91"/>
                  </a:lnTo>
                  <a:lnTo>
                    <a:pt x="694" y="90"/>
                  </a:lnTo>
                  <a:lnTo>
                    <a:pt x="696" y="90"/>
                  </a:lnTo>
                  <a:lnTo>
                    <a:pt x="698" y="88"/>
                  </a:lnTo>
                  <a:lnTo>
                    <a:pt x="696" y="87"/>
                  </a:lnTo>
                  <a:lnTo>
                    <a:pt x="695" y="86"/>
                  </a:lnTo>
                  <a:lnTo>
                    <a:pt x="694" y="83"/>
                  </a:lnTo>
                  <a:lnTo>
                    <a:pt x="695" y="82"/>
                  </a:lnTo>
                  <a:lnTo>
                    <a:pt x="698" y="82"/>
                  </a:lnTo>
                  <a:lnTo>
                    <a:pt x="702" y="79"/>
                  </a:lnTo>
                  <a:lnTo>
                    <a:pt x="706" y="78"/>
                  </a:lnTo>
                  <a:close/>
                  <a:moveTo>
                    <a:pt x="1235" y="78"/>
                  </a:moveTo>
                  <a:lnTo>
                    <a:pt x="1236" y="78"/>
                  </a:lnTo>
                  <a:lnTo>
                    <a:pt x="1236" y="80"/>
                  </a:lnTo>
                  <a:lnTo>
                    <a:pt x="1236" y="82"/>
                  </a:lnTo>
                  <a:lnTo>
                    <a:pt x="1235" y="82"/>
                  </a:lnTo>
                  <a:lnTo>
                    <a:pt x="1235" y="79"/>
                  </a:lnTo>
                  <a:lnTo>
                    <a:pt x="1235" y="78"/>
                  </a:lnTo>
                  <a:close/>
                  <a:moveTo>
                    <a:pt x="818" y="70"/>
                  </a:moveTo>
                  <a:lnTo>
                    <a:pt x="818" y="72"/>
                  </a:lnTo>
                  <a:lnTo>
                    <a:pt x="818" y="75"/>
                  </a:lnTo>
                  <a:lnTo>
                    <a:pt x="816" y="75"/>
                  </a:lnTo>
                  <a:lnTo>
                    <a:pt x="815" y="74"/>
                  </a:lnTo>
                  <a:lnTo>
                    <a:pt x="814" y="74"/>
                  </a:lnTo>
                  <a:lnTo>
                    <a:pt x="814" y="72"/>
                  </a:lnTo>
                  <a:lnTo>
                    <a:pt x="814" y="71"/>
                  </a:lnTo>
                  <a:lnTo>
                    <a:pt x="818" y="70"/>
                  </a:lnTo>
                  <a:close/>
                  <a:moveTo>
                    <a:pt x="534" y="67"/>
                  </a:moveTo>
                  <a:lnTo>
                    <a:pt x="536" y="70"/>
                  </a:lnTo>
                  <a:lnTo>
                    <a:pt x="536" y="70"/>
                  </a:lnTo>
                  <a:lnTo>
                    <a:pt x="536" y="71"/>
                  </a:lnTo>
                  <a:lnTo>
                    <a:pt x="536" y="71"/>
                  </a:lnTo>
                  <a:lnTo>
                    <a:pt x="534" y="72"/>
                  </a:lnTo>
                  <a:lnTo>
                    <a:pt x="533" y="74"/>
                  </a:lnTo>
                  <a:lnTo>
                    <a:pt x="530" y="74"/>
                  </a:lnTo>
                  <a:lnTo>
                    <a:pt x="529" y="74"/>
                  </a:lnTo>
                  <a:lnTo>
                    <a:pt x="527" y="74"/>
                  </a:lnTo>
                  <a:lnTo>
                    <a:pt x="527" y="72"/>
                  </a:lnTo>
                  <a:lnTo>
                    <a:pt x="524" y="72"/>
                  </a:lnTo>
                  <a:lnTo>
                    <a:pt x="524" y="72"/>
                  </a:lnTo>
                  <a:lnTo>
                    <a:pt x="524" y="70"/>
                  </a:lnTo>
                  <a:lnTo>
                    <a:pt x="527" y="71"/>
                  </a:lnTo>
                  <a:lnTo>
                    <a:pt x="528" y="70"/>
                  </a:lnTo>
                  <a:lnTo>
                    <a:pt x="528" y="68"/>
                  </a:lnTo>
                  <a:lnTo>
                    <a:pt x="529" y="68"/>
                  </a:lnTo>
                  <a:lnTo>
                    <a:pt x="530" y="70"/>
                  </a:lnTo>
                  <a:lnTo>
                    <a:pt x="532" y="70"/>
                  </a:lnTo>
                  <a:lnTo>
                    <a:pt x="532" y="70"/>
                  </a:lnTo>
                  <a:lnTo>
                    <a:pt x="532" y="68"/>
                  </a:lnTo>
                  <a:lnTo>
                    <a:pt x="533" y="67"/>
                  </a:lnTo>
                  <a:lnTo>
                    <a:pt x="534" y="67"/>
                  </a:lnTo>
                  <a:close/>
                  <a:moveTo>
                    <a:pt x="512" y="58"/>
                  </a:moveTo>
                  <a:lnTo>
                    <a:pt x="513" y="58"/>
                  </a:lnTo>
                  <a:lnTo>
                    <a:pt x="513" y="59"/>
                  </a:lnTo>
                  <a:lnTo>
                    <a:pt x="511" y="61"/>
                  </a:lnTo>
                  <a:lnTo>
                    <a:pt x="509" y="61"/>
                  </a:lnTo>
                  <a:lnTo>
                    <a:pt x="508" y="61"/>
                  </a:lnTo>
                  <a:lnTo>
                    <a:pt x="511" y="59"/>
                  </a:lnTo>
                  <a:lnTo>
                    <a:pt x="512" y="58"/>
                  </a:lnTo>
                  <a:close/>
                  <a:moveTo>
                    <a:pt x="523" y="55"/>
                  </a:moveTo>
                  <a:lnTo>
                    <a:pt x="524" y="55"/>
                  </a:lnTo>
                  <a:lnTo>
                    <a:pt x="524" y="58"/>
                  </a:lnTo>
                  <a:lnTo>
                    <a:pt x="524" y="58"/>
                  </a:lnTo>
                  <a:lnTo>
                    <a:pt x="524" y="61"/>
                  </a:lnTo>
                  <a:lnTo>
                    <a:pt x="523" y="61"/>
                  </a:lnTo>
                  <a:lnTo>
                    <a:pt x="523" y="59"/>
                  </a:lnTo>
                  <a:lnTo>
                    <a:pt x="521" y="58"/>
                  </a:lnTo>
                  <a:lnTo>
                    <a:pt x="520" y="59"/>
                  </a:lnTo>
                  <a:lnTo>
                    <a:pt x="519" y="61"/>
                  </a:lnTo>
                  <a:lnTo>
                    <a:pt x="519" y="59"/>
                  </a:lnTo>
                  <a:lnTo>
                    <a:pt x="520" y="58"/>
                  </a:lnTo>
                  <a:lnTo>
                    <a:pt x="521" y="55"/>
                  </a:lnTo>
                  <a:lnTo>
                    <a:pt x="523" y="55"/>
                  </a:lnTo>
                  <a:close/>
                  <a:moveTo>
                    <a:pt x="530" y="50"/>
                  </a:moveTo>
                  <a:lnTo>
                    <a:pt x="532" y="51"/>
                  </a:lnTo>
                  <a:lnTo>
                    <a:pt x="532" y="53"/>
                  </a:lnTo>
                  <a:lnTo>
                    <a:pt x="534" y="53"/>
                  </a:lnTo>
                  <a:lnTo>
                    <a:pt x="534" y="54"/>
                  </a:lnTo>
                  <a:lnTo>
                    <a:pt x="533" y="55"/>
                  </a:lnTo>
                  <a:lnTo>
                    <a:pt x="532" y="55"/>
                  </a:lnTo>
                  <a:lnTo>
                    <a:pt x="532" y="53"/>
                  </a:lnTo>
                  <a:lnTo>
                    <a:pt x="530" y="51"/>
                  </a:lnTo>
                  <a:lnTo>
                    <a:pt x="530" y="50"/>
                  </a:lnTo>
                  <a:close/>
                  <a:moveTo>
                    <a:pt x="1309" y="47"/>
                  </a:moveTo>
                  <a:lnTo>
                    <a:pt x="1307" y="50"/>
                  </a:lnTo>
                  <a:lnTo>
                    <a:pt x="1306" y="51"/>
                  </a:lnTo>
                  <a:lnTo>
                    <a:pt x="1306" y="50"/>
                  </a:lnTo>
                  <a:lnTo>
                    <a:pt x="1306" y="49"/>
                  </a:lnTo>
                  <a:lnTo>
                    <a:pt x="1309" y="47"/>
                  </a:lnTo>
                  <a:close/>
                  <a:moveTo>
                    <a:pt x="530" y="47"/>
                  </a:moveTo>
                  <a:lnTo>
                    <a:pt x="532" y="47"/>
                  </a:lnTo>
                  <a:lnTo>
                    <a:pt x="530" y="50"/>
                  </a:lnTo>
                  <a:lnTo>
                    <a:pt x="528" y="50"/>
                  </a:lnTo>
                  <a:lnTo>
                    <a:pt x="528" y="49"/>
                  </a:lnTo>
                  <a:lnTo>
                    <a:pt x="528" y="47"/>
                  </a:lnTo>
                  <a:lnTo>
                    <a:pt x="530" y="47"/>
                  </a:lnTo>
                  <a:close/>
                  <a:moveTo>
                    <a:pt x="454" y="47"/>
                  </a:moveTo>
                  <a:lnTo>
                    <a:pt x="455" y="47"/>
                  </a:lnTo>
                  <a:lnTo>
                    <a:pt x="457" y="49"/>
                  </a:lnTo>
                  <a:lnTo>
                    <a:pt x="457" y="51"/>
                  </a:lnTo>
                  <a:lnTo>
                    <a:pt x="457" y="53"/>
                  </a:lnTo>
                  <a:lnTo>
                    <a:pt x="454" y="54"/>
                  </a:lnTo>
                  <a:lnTo>
                    <a:pt x="453" y="54"/>
                  </a:lnTo>
                  <a:lnTo>
                    <a:pt x="453" y="53"/>
                  </a:lnTo>
                  <a:lnTo>
                    <a:pt x="453" y="50"/>
                  </a:lnTo>
                  <a:lnTo>
                    <a:pt x="453" y="47"/>
                  </a:lnTo>
                  <a:lnTo>
                    <a:pt x="454" y="47"/>
                  </a:lnTo>
                  <a:close/>
                  <a:moveTo>
                    <a:pt x="1286" y="45"/>
                  </a:moveTo>
                  <a:lnTo>
                    <a:pt x="1289" y="45"/>
                  </a:lnTo>
                  <a:lnTo>
                    <a:pt x="1292" y="46"/>
                  </a:lnTo>
                  <a:lnTo>
                    <a:pt x="1293" y="46"/>
                  </a:lnTo>
                  <a:lnTo>
                    <a:pt x="1293" y="45"/>
                  </a:lnTo>
                  <a:lnTo>
                    <a:pt x="1296" y="47"/>
                  </a:lnTo>
                  <a:lnTo>
                    <a:pt x="1297" y="49"/>
                  </a:lnTo>
                  <a:lnTo>
                    <a:pt x="1296" y="50"/>
                  </a:lnTo>
                  <a:lnTo>
                    <a:pt x="1298" y="53"/>
                  </a:lnTo>
                  <a:lnTo>
                    <a:pt x="1298" y="55"/>
                  </a:lnTo>
                  <a:lnTo>
                    <a:pt x="1297" y="57"/>
                  </a:lnTo>
                  <a:lnTo>
                    <a:pt x="1294" y="58"/>
                  </a:lnTo>
                  <a:lnTo>
                    <a:pt x="1292" y="57"/>
                  </a:lnTo>
                  <a:lnTo>
                    <a:pt x="1289" y="54"/>
                  </a:lnTo>
                  <a:lnTo>
                    <a:pt x="1286" y="54"/>
                  </a:lnTo>
                  <a:lnTo>
                    <a:pt x="1284" y="54"/>
                  </a:lnTo>
                  <a:lnTo>
                    <a:pt x="1282" y="53"/>
                  </a:lnTo>
                  <a:lnTo>
                    <a:pt x="1282" y="49"/>
                  </a:lnTo>
                  <a:lnTo>
                    <a:pt x="1284" y="47"/>
                  </a:lnTo>
                  <a:lnTo>
                    <a:pt x="1285" y="47"/>
                  </a:lnTo>
                  <a:lnTo>
                    <a:pt x="1285" y="46"/>
                  </a:lnTo>
                  <a:lnTo>
                    <a:pt x="1286" y="46"/>
                  </a:lnTo>
                  <a:lnTo>
                    <a:pt x="1286" y="45"/>
                  </a:lnTo>
                  <a:close/>
                  <a:moveTo>
                    <a:pt x="1192" y="43"/>
                  </a:moveTo>
                  <a:lnTo>
                    <a:pt x="1193" y="43"/>
                  </a:lnTo>
                  <a:lnTo>
                    <a:pt x="1194" y="46"/>
                  </a:lnTo>
                  <a:lnTo>
                    <a:pt x="1193" y="46"/>
                  </a:lnTo>
                  <a:lnTo>
                    <a:pt x="1192" y="46"/>
                  </a:lnTo>
                  <a:lnTo>
                    <a:pt x="1190" y="45"/>
                  </a:lnTo>
                  <a:lnTo>
                    <a:pt x="1192" y="43"/>
                  </a:lnTo>
                  <a:close/>
                  <a:moveTo>
                    <a:pt x="1210" y="42"/>
                  </a:moveTo>
                  <a:lnTo>
                    <a:pt x="1211" y="43"/>
                  </a:lnTo>
                  <a:lnTo>
                    <a:pt x="1211" y="45"/>
                  </a:lnTo>
                  <a:lnTo>
                    <a:pt x="1210" y="45"/>
                  </a:lnTo>
                  <a:lnTo>
                    <a:pt x="1209" y="43"/>
                  </a:lnTo>
                  <a:lnTo>
                    <a:pt x="1210" y="42"/>
                  </a:lnTo>
                  <a:close/>
                  <a:moveTo>
                    <a:pt x="1201" y="41"/>
                  </a:moveTo>
                  <a:lnTo>
                    <a:pt x="1203" y="42"/>
                  </a:lnTo>
                  <a:lnTo>
                    <a:pt x="1202" y="43"/>
                  </a:lnTo>
                  <a:lnTo>
                    <a:pt x="1201" y="43"/>
                  </a:lnTo>
                  <a:lnTo>
                    <a:pt x="1199" y="42"/>
                  </a:lnTo>
                  <a:lnTo>
                    <a:pt x="1201" y="41"/>
                  </a:lnTo>
                  <a:close/>
                  <a:moveTo>
                    <a:pt x="516" y="37"/>
                  </a:moveTo>
                  <a:lnTo>
                    <a:pt x="516" y="38"/>
                  </a:lnTo>
                  <a:lnTo>
                    <a:pt x="516" y="41"/>
                  </a:lnTo>
                  <a:lnTo>
                    <a:pt x="515" y="42"/>
                  </a:lnTo>
                  <a:lnTo>
                    <a:pt x="515" y="43"/>
                  </a:lnTo>
                  <a:lnTo>
                    <a:pt x="513" y="46"/>
                  </a:lnTo>
                  <a:lnTo>
                    <a:pt x="511" y="47"/>
                  </a:lnTo>
                  <a:lnTo>
                    <a:pt x="511" y="46"/>
                  </a:lnTo>
                  <a:lnTo>
                    <a:pt x="511" y="45"/>
                  </a:lnTo>
                  <a:lnTo>
                    <a:pt x="509" y="46"/>
                  </a:lnTo>
                  <a:lnTo>
                    <a:pt x="508" y="47"/>
                  </a:lnTo>
                  <a:lnTo>
                    <a:pt x="507" y="49"/>
                  </a:lnTo>
                  <a:lnTo>
                    <a:pt x="505" y="49"/>
                  </a:lnTo>
                  <a:lnTo>
                    <a:pt x="505" y="46"/>
                  </a:lnTo>
                  <a:lnTo>
                    <a:pt x="508" y="42"/>
                  </a:lnTo>
                  <a:lnTo>
                    <a:pt x="511" y="41"/>
                  </a:lnTo>
                  <a:lnTo>
                    <a:pt x="513" y="39"/>
                  </a:lnTo>
                  <a:lnTo>
                    <a:pt x="515" y="38"/>
                  </a:lnTo>
                  <a:lnTo>
                    <a:pt x="516" y="37"/>
                  </a:lnTo>
                  <a:close/>
                  <a:moveTo>
                    <a:pt x="465" y="29"/>
                  </a:moveTo>
                  <a:lnTo>
                    <a:pt x="467" y="30"/>
                  </a:lnTo>
                  <a:lnTo>
                    <a:pt x="467" y="32"/>
                  </a:lnTo>
                  <a:lnTo>
                    <a:pt x="466" y="32"/>
                  </a:lnTo>
                  <a:lnTo>
                    <a:pt x="465" y="30"/>
                  </a:lnTo>
                  <a:lnTo>
                    <a:pt x="465" y="29"/>
                  </a:lnTo>
                  <a:close/>
                  <a:moveTo>
                    <a:pt x="897" y="26"/>
                  </a:moveTo>
                  <a:lnTo>
                    <a:pt x="898" y="28"/>
                  </a:lnTo>
                  <a:lnTo>
                    <a:pt x="901" y="30"/>
                  </a:lnTo>
                  <a:lnTo>
                    <a:pt x="903" y="30"/>
                  </a:lnTo>
                  <a:lnTo>
                    <a:pt x="906" y="30"/>
                  </a:lnTo>
                  <a:lnTo>
                    <a:pt x="910" y="34"/>
                  </a:lnTo>
                  <a:lnTo>
                    <a:pt x="910" y="36"/>
                  </a:lnTo>
                  <a:lnTo>
                    <a:pt x="908" y="36"/>
                  </a:lnTo>
                  <a:lnTo>
                    <a:pt x="906" y="33"/>
                  </a:lnTo>
                  <a:lnTo>
                    <a:pt x="903" y="33"/>
                  </a:lnTo>
                  <a:lnTo>
                    <a:pt x="901" y="32"/>
                  </a:lnTo>
                  <a:lnTo>
                    <a:pt x="898" y="32"/>
                  </a:lnTo>
                  <a:lnTo>
                    <a:pt x="897" y="30"/>
                  </a:lnTo>
                  <a:lnTo>
                    <a:pt x="895" y="28"/>
                  </a:lnTo>
                  <a:lnTo>
                    <a:pt x="897" y="26"/>
                  </a:lnTo>
                  <a:close/>
                  <a:moveTo>
                    <a:pt x="113" y="21"/>
                  </a:moveTo>
                  <a:lnTo>
                    <a:pt x="116" y="25"/>
                  </a:lnTo>
                  <a:lnTo>
                    <a:pt x="116" y="28"/>
                  </a:lnTo>
                  <a:lnTo>
                    <a:pt x="118" y="28"/>
                  </a:lnTo>
                  <a:lnTo>
                    <a:pt x="118" y="29"/>
                  </a:lnTo>
                  <a:lnTo>
                    <a:pt x="118" y="32"/>
                  </a:lnTo>
                  <a:lnTo>
                    <a:pt x="114" y="30"/>
                  </a:lnTo>
                  <a:lnTo>
                    <a:pt x="113" y="32"/>
                  </a:lnTo>
                  <a:lnTo>
                    <a:pt x="110" y="32"/>
                  </a:lnTo>
                  <a:lnTo>
                    <a:pt x="110" y="30"/>
                  </a:lnTo>
                  <a:lnTo>
                    <a:pt x="108" y="29"/>
                  </a:lnTo>
                  <a:lnTo>
                    <a:pt x="109" y="28"/>
                  </a:lnTo>
                  <a:lnTo>
                    <a:pt x="112" y="28"/>
                  </a:lnTo>
                  <a:lnTo>
                    <a:pt x="112" y="26"/>
                  </a:lnTo>
                  <a:lnTo>
                    <a:pt x="112" y="22"/>
                  </a:lnTo>
                  <a:lnTo>
                    <a:pt x="113" y="21"/>
                  </a:lnTo>
                  <a:close/>
                  <a:moveTo>
                    <a:pt x="172" y="20"/>
                  </a:moveTo>
                  <a:lnTo>
                    <a:pt x="174" y="20"/>
                  </a:lnTo>
                  <a:lnTo>
                    <a:pt x="176" y="22"/>
                  </a:lnTo>
                  <a:lnTo>
                    <a:pt x="175" y="24"/>
                  </a:lnTo>
                  <a:lnTo>
                    <a:pt x="174" y="22"/>
                  </a:lnTo>
                  <a:lnTo>
                    <a:pt x="171" y="22"/>
                  </a:lnTo>
                  <a:lnTo>
                    <a:pt x="172" y="20"/>
                  </a:lnTo>
                  <a:close/>
                  <a:moveTo>
                    <a:pt x="104" y="17"/>
                  </a:moveTo>
                  <a:lnTo>
                    <a:pt x="106" y="18"/>
                  </a:lnTo>
                  <a:lnTo>
                    <a:pt x="109" y="20"/>
                  </a:lnTo>
                  <a:lnTo>
                    <a:pt x="109" y="22"/>
                  </a:lnTo>
                  <a:lnTo>
                    <a:pt x="108" y="24"/>
                  </a:lnTo>
                  <a:lnTo>
                    <a:pt x="106" y="26"/>
                  </a:lnTo>
                  <a:lnTo>
                    <a:pt x="104" y="24"/>
                  </a:lnTo>
                  <a:lnTo>
                    <a:pt x="103" y="22"/>
                  </a:lnTo>
                  <a:lnTo>
                    <a:pt x="104" y="21"/>
                  </a:lnTo>
                  <a:lnTo>
                    <a:pt x="104" y="17"/>
                  </a:lnTo>
                  <a:close/>
                  <a:moveTo>
                    <a:pt x="958" y="16"/>
                  </a:moveTo>
                  <a:lnTo>
                    <a:pt x="960" y="16"/>
                  </a:lnTo>
                  <a:lnTo>
                    <a:pt x="964" y="17"/>
                  </a:lnTo>
                  <a:lnTo>
                    <a:pt x="965" y="16"/>
                  </a:lnTo>
                  <a:lnTo>
                    <a:pt x="968" y="16"/>
                  </a:lnTo>
                  <a:lnTo>
                    <a:pt x="969" y="18"/>
                  </a:lnTo>
                  <a:lnTo>
                    <a:pt x="973" y="18"/>
                  </a:lnTo>
                  <a:lnTo>
                    <a:pt x="976" y="20"/>
                  </a:lnTo>
                  <a:lnTo>
                    <a:pt x="981" y="22"/>
                  </a:lnTo>
                  <a:lnTo>
                    <a:pt x="983" y="26"/>
                  </a:lnTo>
                  <a:lnTo>
                    <a:pt x="985" y="29"/>
                  </a:lnTo>
                  <a:lnTo>
                    <a:pt x="986" y="30"/>
                  </a:lnTo>
                  <a:lnTo>
                    <a:pt x="985" y="33"/>
                  </a:lnTo>
                  <a:lnTo>
                    <a:pt x="982" y="32"/>
                  </a:lnTo>
                  <a:lnTo>
                    <a:pt x="978" y="33"/>
                  </a:lnTo>
                  <a:lnTo>
                    <a:pt x="976" y="34"/>
                  </a:lnTo>
                  <a:lnTo>
                    <a:pt x="970" y="34"/>
                  </a:lnTo>
                  <a:lnTo>
                    <a:pt x="968" y="34"/>
                  </a:lnTo>
                  <a:lnTo>
                    <a:pt x="962" y="34"/>
                  </a:lnTo>
                  <a:lnTo>
                    <a:pt x="960" y="33"/>
                  </a:lnTo>
                  <a:lnTo>
                    <a:pt x="956" y="36"/>
                  </a:lnTo>
                  <a:lnTo>
                    <a:pt x="953" y="38"/>
                  </a:lnTo>
                  <a:lnTo>
                    <a:pt x="952" y="39"/>
                  </a:lnTo>
                  <a:lnTo>
                    <a:pt x="951" y="39"/>
                  </a:lnTo>
                  <a:lnTo>
                    <a:pt x="951" y="37"/>
                  </a:lnTo>
                  <a:lnTo>
                    <a:pt x="953" y="34"/>
                  </a:lnTo>
                  <a:lnTo>
                    <a:pt x="954" y="29"/>
                  </a:lnTo>
                  <a:lnTo>
                    <a:pt x="954" y="24"/>
                  </a:lnTo>
                  <a:lnTo>
                    <a:pt x="954" y="22"/>
                  </a:lnTo>
                  <a:lnTo>
                    <a:pt x="957" y="18"/>
                  </a:lnTo>
                  <a:lnTo>
                    <a:pt x="958" y="16"/>
                  </a:lnTo>
                  <a:close/>
                  <a:moveTo>
                    <a:pt x="179" y="13"/>
                  </a:moveTo>
                  <a:lnTo>
                    <a:pt x="182" y="13"/>
                  </a:lnTo>
                  <a:lnTo>
                    <a:pt x="182" y="17"/>
                  </a:lnTo>
                  <a:lnTo>
                    <a:pt x="180" y="21"/>
                  </a:lnTo>
                  <a:lnTo>
                    <a:pt x="178" y="20"/>
                  </a:lnTo>
                  <a:lnTo>
                    <a:pt x="175" y="18"/>
                  </a:lnTo>
                  <a:lnTo>
                    <a:pt x="172" y="17"/>
                  </a:lnTo>
                  <a:lnTo>
                    <a:pt x="172" y="16"/>
                  </a:lnTo>
                  <a:lnTo>
                    <a:pt x="176" y="13"/>
                  </a:lnTo>
                  <a:lnTo>
                    <a:pt x="179" y="13"/>
                  </a:lnTo>
                  <a:close/>
                  <a:moveTo>
                    <a:pt x="135" y="12"/>
                  </a:moveTo>
                  <a:lnTo>
                    <a:pt x="137" y="13"/>
                  </a:lnTo>
                  <a:lnTo>
                    <a:pt x="137" y="14"/>
                  </a:lnTo>
                  <a:lnTo>
                    <a:pt x="137" y="17"/>
                  </a:lnTo>
                  <a:lnTo>
                    <a:pt x="135" y="16"/>
                  </a:lnTo>
                  <a:lnTo>
                    <a:pt x="135" y="14"/>
                  </a:lnTo>
                  <a:lnTo>
                    <a:pt x="135" y="12"/>
                  </a:lnTo>
                  <a:close/>
                  <a:moveTo>
                    <a:pt x="129" y="12"/>
                  </a:moveTo>
                  <a:lnTo>
                    <a:pt x="132" y="14"/>
                  </a:lnTo>
                  <a:lnTo>
                    <a:pt x="133" y="14"/>
                  </a:lnTo>
                  <a:lnTo>
                    <a:pt x="133" y="16"/>
                  </a:lnTo>
                  <a:lnTo>
                    <a:pt x="132" y="18"/>
                  </a:lnTo>
                  <a:lnTo>
                    <a:pt x="130" y="21"/>
                  </a:lnTo>
                  <a:lnTo>
                    <a:pt x="126" y="20"/>
                  </a:lnTo>
                  <a:lnTo>
                    <a:pt x="125" y="18"/>
                  </a:lnTo>
                  <a:lnTo>
                    <a:pt x="128" y="17"/>
                  </a:lnTo>
                  <a:lnTo>
                    <a:pt x="128" y="16"/>
                  </a:lnTo>
                  <a:lnTo>
                    <a:pt x="126" y="13"/>
                  </a:lnTo>
                  <a:lnTo>
                    <a:pt x="128" y="12"/>
                  </a:lnTo>
                  <a:lnTo>
                    <a:pt x="129" y="12"/>
                  </a:lnTo>
                  <a:close/>
                  <a:moveTo>
                    <a:pt x="143" y="9"/>
                  </a:moveTo>
                  <a:lnTo>
                    <a:pt x="145" y="11"/>
                  </a:lnTo>
                  <a:lnTo>
                    <a:pt x="145" y="12"/>
                  </a:lnTo>
                  <a:lnTo>
                    <a:pt x="145" y="13"/>
                  </a:lnTo>
                  <a:lnTo>
                    <a:pt x="143" y="14"/>
                  </a:lnTo>
                  <a:lnTo>
                    <a:pt x="141" y="13"/>
                  </a:lnTo>
                  <a:lnTo>
                    <a:pt x="139" y="12"/>
                  </a:lnTo>
                  <a:lnTo>
                    <a:pt x="141" y="11"/>
                  </a:lnTo>
                  <a:lnTo>
                    <a:pt x="142" y="9"/>
                  </a:lnTo>
                  <a:lnTo>
                    <a:pt x="143" y="9"/>
                  </a:lnTo>
                  <a:close/>
                  <a:moveTo>
                    <a:pt x="941" y="7"/>
                  </a:moveTo>
                  <a:lnTo>
                    <a:pt x="943" y="7"/>
                  </a:lnTo>
                  <a:lnTo>
                    <a:pt x="944" y="11"/>
                  </a:lnTo>
                  <a:lnTo>
                    <a:pt x="948" y="13"/>
                  </a:lnTo>
                  <a:lnTo>
                    <a:pt x="948" y="16"/>
                  </a:lnTo>
                  <a:lnTo>
                    <a:pt x="947" y="17"/>
                  </a:lnTo>
                  <a:lnTo>
                    <a:pt x="945" y="20"/>
                  </a:lnTo>
                  <a:lnTo>
                    <a:pt x="947" y="21"/>
                  </a:lnTo>
                  <a:lnTo>
                    <a:pt x="945" y="21"/>
                  </a:lnTo>
                  <a:lnTo>
                    <a:pt x="943" y="21"/>
                  </a:lnTo>
                  <a:lnTo>
                    <a:pt x="941" y="17"/>
                  </a:lnTo>
                  <a:lnTo>
                    <a:pt x="939" y="17"/>
                  </a:lnTo>
                  <a:lnTo>
                    <a:pt x="939" y="16"/>
                  </a:lnTo>
                  <a:lnTo>
                    <a:pt x="939" y="14"/>
                  </a:lnTo>
                  <a:lnTo>
                    <a:pt x="937" y="12"/>
                  </a:lnTo>
                  <a:lnTo>
                    <a:pt x="936" y="9"/>
                  </a:lnTo>
                  <a:lnTo>
                    <a:pt x="939" y="8"/>
                  </a:lnTo>
                  <a:lnTo>
                    <a:pt x="941" y="7"/>
                  </a:lnTo>
                  <a:close/>
                  <a:moveTo>
                    <a:pt x="135" y="5"/>
                  </a:moveTo>
                  <a:lnTo>
                    <a:pt x="138" y="5"/>
                  </a:lnTo>
                  <a:lnTo>
                    <a:pt x="138" y="7"/>
                  </a:lnTo>
                  <a:lnTo>
                    <a:pt x="137" y="9"/>
                  </a:lnTo>
                  <a:lnTo>
                    <a:pt x="135" y="11"/>
                  </a:lnTo>
                  <a:lnTo>
                    <a:pt x="134" y="9"/>
                  </a:lnTo>
                  <a:lnTo>
                    <a:pt x="135" y="7"/>
                  </a:lnTo>
                  <a:lnTo>
                    <a:pt x="135" y="7"/>
                  </a:lnTo>
                  <a:lnTo>
                    <a:pt x="135" y="5"/>
                  </a:lnTo>
                  <a:close/>
                  <a:moveTo>
                    <a:pt x="154" y="5"/>
                  </a:moveTo>
                  <a:lnTo>
                    <a:pt x="157" y="7"/>
                  </a:lnTo>
                  <a:lnTo>
                    <a:pt x="158" y="9"/>
                  </a:lnTo>
                  <a:lnTo>
                    <a:pt x="158" y="11"/>
                  </a:lnTo>
                  <a:lnTo>
                    <a:pt x="158" y="13"/>
                  </a:lnTo>
                  <a:lnTo>
                    <a:pt x="159" y="16"/>
                  </a:lnTo>
                  <a:lnTo>
                    <a:pt x="159" y="17"/>
                  </a:lnTo>
                  <a:lnTo>
                    <a:pt x="157" y="17"/>
                  </a:lnTo>
                  <a:lnTo>
                    <a:pt x="153" y="18"/>
                  </a:lnTo>
                  <a:lnTo>
                    <a:pt x="151" y="18"/>
                  </a:lnTo>
                  <a:lnTo>
                    <a:pt x="150" y="16"/>
                  </a:lnTo>
                  <a:lnTo>
                    <a:pt x="149" y="13"/>
                  </a:lnTo>
                  <a:lnTo>
                    <a:pt x="147" y="9"/>
                  </a:lnTo>
                  <a:lnTo>
                    <a:pt x="147" y="8"/>
                  </a:lnTo>
                  <a:lnTo>
                    <a:pt x="150" y="7"/>
                  </a:lnTo>
                  <a:lnTo>
                    <a:pt x="153" y="5"/>
                  </a:lnTo>
                  <a:lnTo>
                    <a:pt x="154" y="5"/>
                  </a:lnTo>
                  <a:close/>
                  <a:moveTo>
                    <a:pt x="143" y="4"/>
                  </a:moveTo>
                  <a:lnTo>
                    <a:pt x="142" y="5"/>
                  </a:lnTo>
                  <a:lnTo>
                    <a:pt x="142" y="7"/>
                  </a:lnTo>
                  <a:lnTo>
                    <a:pt x="141" y="8"/>
                  </a:lnTo>
                  <a:lnTo>
                    <a:pt x="141" y="5"/>
                  </a:lnTo>
                  <a:lnTo>
                    <a:pt x="143" y="4"/>
                  </a:lnTo>
                  <a:close/>
                  <a:moveTo>
                    <a:pt x="147" y="4"/>
                  </a:moveTo>
                  <a:lnTo>
                    <a:pt x="149" y="5"/>
                  </a:lnTo>
                  <a:lnTo>
                    <a:pt x="147" y="7"/>
                  </a:lnTo>
                  <a:lnTo>
                    <a:pt x="146" y="7"/>
                  </a:lnTo>
                  <a:lnTo>
                    <a:pt x="145" y="7"/>
                  </a:lnTo>
                  <a:lnTo>
                    <a:pt x="145" y="5"/>
                  </a:lnTo>
                  <a:lnTo>
                    <a:pt x="146" y="5"/>
                  </a:lnTo>
                  <a:lnTo>
                    <a:pt x="146" y="4"/>
                  </a:lnTo>
                  <a:lnTo>
                    <a:pt x="147" y="4"/>
                  </a:lnTo>
                  <a:close/>
                  <a:moveTo>
                    <a:pt x="596" y="3"/>
                  </a:moveTo>
                  <a:lnTo>
                    <a:pt x="599" y="4"/>
                  </a:lnTo>
                  <a:lnTo>
                    <a:pt x="600" y="7"/>
                  </a:lnTo>
                  <a:lnTo>
                    <a:pt x="599" y="9"/>
                  </a:lnTo>
                  <a:lnTo>
                    <a:pt x="598" y="11"/>
                  </a:lnTo>
                  <a:lnTo>
                    <a:pt x="596" y="9"/>
                  </a:lnTo>
                  <a:lnTo>
                    <a:pt x="598" y="8"/>
                  </a:lnTo>
                  <a:lnTo>
                    <a:pt x="595" y="5"/>
                  </a:lnTo>
                  <a:lnTo>
                    <a:pt x="595" y="4"/>
                  </a:lnTo>
                  <a:lnTo>
                    <a:pt x="596" y="3"/>
                  </a:lnTo>
                  <a:close/>
                  <a:moveTo>
                    <a:pt x="128" y="1"/>
                  </a:moveTo>
                  <a:lnTo>
                    <a:pt x="129" y="3"/>
                  </a:lnTo>
                  <a:lnTo>
                    <a:pt x="129" y="5"/>
                  </a:lnTo>
                  <a:lnTo>
                    <a:pt x="130" y="8"/>
                  </a:lnTo>
                  <a:lnTo>
                    <a:pt x="129" y="8"/>
                  </a:lnTo>
                  <a:lnTo>
                    <a:pt x="126" y="8"/>
                  </a:lnTo>
                  <a:lnTo>
                    <a:pt x="126" y="7"/>
                  </a:lnTo>
                  <a:lnTo>
                    <a:pt x="126" y="5"/>
                  </a:lnTo>
                  <a:lnTo>
                    <a:pt x="128" y="1"/>
                  </a:lnTo>
                  <a:close/>
                  <a:moveTo>
                    <a:pt x="135" y="1"/>
                  </a:moveTo>
                  <a:lnTo>
                    <a:pt x="138" y="1"/>
                  </a:lnTo>
                  <a:lnTo>
                    <a:pt x="139" y="4"/>
                  </a:lnTo>
                  <a:lnTo>
                    <a:pt x="139" y="5"/>
                  </a:lnTo>
                  <a:lnTo>
                    <a:pt x="137" y="4"/>
                  </a:lnTo>
                  <a:lnTo>
                    <a:pt x="135" y="3"/>
                  </a:lnTo>
                  <a:lnTo>
                    <a:pt x="135" y="1"/>
                  </a:lnTo>
                  <a:close/>
                  <a:moveTo>
                    <a:pt x="132" y="1"/>
                  </a:moveTo>
                  <a:lnTo>
                    <a:pt x="133" y="4"/>
                  </a:lnTo>
                  <a:lnTo>
                    <a:pt x="134" y="5"/>
                  </a:lnTo>
                  <a:lnTo>
                    <a:pt x="133" y="7"/>
                  </a:lnTo>
                  <a:lnTo>
                    <a:pt x="132" y="7"/>
                  </a:lnTo>
                  <a:lnTo>
                    <a:pt x="130" y="4"/>
                  </a:lnTo>
                  <a:lnTo>
                    <a:pt x="130" y="1"/>
                  </a:lnTo>
                  <a:lnTo>
                    <a:pt x="132" y="1"/>
                  </a:lnTo>
                  <a:close/>
                  <a:moveTo>
                    <a:pt x="313" y="0"/>
                  </a:moveTo>
                  <a:lnTo>
                    <a:pt x="315" y="1"/>
                  </a:lnTo>
                  <a:lnTo>
                    <a:pt x="316" y="3"/>
                  </a:lnTo>
                  <a:lnTo>
                    <a:pt x="320" y="1"/>
                  </a:lnTo>
                  <a:lnTo>
                    <a:pt x="321" y="3"/>
                  </a:lnTo>
                  <a:lnTo>
                    <a:pt x="320" y="3"/>
                  </a:lnTo>
                  <a:lnTo>
                    <a:pt x="317" y="5"/>
                  </a:lnTo>
                  <a:lnTo>
                    <a:pt x="316" y="5"/>
                  </a:lnTo>
                  <a:lnTo>
                    <a:pt x="315" y="4"/>
                  </a:lnTo>
                  <a:lnTo>
                    <a:pt x="312" y="3"/>
                  </a:lnTo>
                  <a:lnTo>
                    <a:pt x="311" y="3"/>
                  </a:lnTo>
                  <a:lnTo>
                    <a:pt x="312" y="1"/>
                  </a:lnTo>
                  <a:lnTo>
                    <a:pt x="313" y="0"/>
                  </a:lnTo>
                  <a:close/>
                  <a:moveTo>
                    <a:pt x="563" y="0"/>
                  </a:moveTo>
                  <a:lnTo>
                    <a:pt x="566" y="0"/>
                  </a:lnTo>
                  <a:lnTo>
                    <a:pt x="569" y="3"/>
                  </a:lnTo>
                  <a:lnTo>
                    <a:pt x="571" y="1"/>
                  </a:lnTo>
                  <a:lnTo>
                    <a:pt x="573" y="1"/>
                  </a:lnTo>
                  <a:lnTo>
                    <a:pt x="574" y="4"/>
                  </a:lnTo>
                  <a:lnTo>
                    <a:pt x="577" y="5"/>
                  </a:lnTo>
                  <a:lnTo>
                    <a:pt x="581" y="3"/>
                  </a:lnTo>
                  <a:lnTo>
                    <a:pt x="582" y="3"/>
                  </a:lnTo>
                  <a:lnTo>
                    <a:pt x="582" y="5"/>
                  </a:lnTo>
                  <a:lnTo>
                    <a:pt x="583" y="7"/>
                  </a:lnTo>
                  <a:lnTo>
                    <a:pt x="586" y="8"/>
                  </a:lnTo>
                  <a:lnTo>
                    <a:pt x="586" y="9"/>
                  </a:lnTo>
                  <a:lnTo>
                    <a:pt x="584" y="11"/>
                  </a:lnTo>
                  <a:lnTo>
                    <a:pt x="584" y="12"/>
                  </a:lnTo>
                  <a:lnTo>
                    <a:pt x="583" y="13"/>
                  </a:lnTo>
                  <a:lnTo>
                    <a:pt x="583" y="16"/>
                  </a:lnTo>
                  <a:lnTo>
                    <a:pt x="581" y="20"/>
                  </a:lnTo>
                  <a:lnTo>
                    <a:pt x="578" y="20"/>
                  </a:lnTo>
                  <a:lnTo>
                    <a:pt x="577" y="24"/>
                  </a:lnTo>
                  <a:lnTo>
                    <a:pt x="578" y="24"/>
                  </a:lnTo>
                  <a:lnTo>
                    <a:pt x="584" y="21"/>
                  </a:lnTo>
                  <a:lnTo>
                    <a:pt x="587" y="16"/>
                  </a:lnTo>
                  <a:lnTo>
                    <a:pt x="590" y="16"/>
                  </a:lnTo>
                  <a:lnTo>
                    <a:pt x="590" y="18"/>
                  </a:lnTo>
                  <a:lnTo>
                    <a:pt x="588" y="21"/>
                  </a:lnTo>
                  <a:lnTo>
                    <a:pt x="588" y="22"/>
                  </a:lnTo>
                  <a:lnTo>
                    <a:pt x="590" y="22"/>
                  </a:lnTo>
                  <a:lnTo>
                    <a:pt x="592" y="18"/>
                  </a:lnTo>
                  <a:lnTo>
                    <a:pt x="595" y="18"/>
                  </a:lnTo>
                  <a:lnTo>
                    <a:pt x="596" y="18"/>
                  </a:lnTo>
                  <a:lnTo>
                    <a:pt x="599" y="18"/>
                  </a:lnTo>
                  <a:lnTo>
                    <a:pt x="599" y="16"/>
                  </a:lnTo>
                  <a:lnTo>
                    <a:pt x="600" y="16"/>
                  </a:lnTo>
                  <a:lnTo>
                    <a:pt x="603" y="17"/>
                  </a:lnTo>
                  <a:lnTo>
                    <a:pt x="604" y="16"/>
                  </a:lnTo>
                  <a:lnTo>
                    <a:pt x="607" y="18"/>
                  </a:lnTo>
                  <a:lnTo>
                    <a:pt x="607" y="21"/>
                  </a:lnTo>
                  <a:lnTo>
                    <a:pt x="608" y="25"/>
                  </a:lnTo>
                  <a:lnTo>
                    <a:pt x="608" y="26"/>
                  </a:lnTo>
                  <a:lnTo>
                    <a:pt x="608" y="29"/>
                  </a:lnTo>
                  <a:lnTo>
                    <a:pt x="606" y="32"/>
                  </a:lnTo>
                  <a:lnTo>
                    <a:pt x="609" y="37"/>
                  </a:lnTo>
                  <a:lnTo>
                    <a:pt x="608" y="39"/>
                  </a:lnTo>
                  <a:lnTo>
                    <a:pt x="607" y="39"/>
                  </a:lnTo>
                  <a:lnTo>
                    <a:pt x="604" y="42"/>
                  </a:lnTo>
                  <a:lnTo>
                    <a:pt x="607" y="42"/>
                  </a:lnTo>
                  <a:lnTo>
                    <a:pt x="611" y="41"/>
                  </a:lnTo>
                  <a:lnTo>
                    <a:pt x="613" y="38"/>
                  </a:lnTo>
                  <a:lnTo>
                    <a:pt x="617" y="38"/>
                  </a:lnTo>
                  <a:lnTo>
                    <a:pt x="619" y="34"/>
                  </a:lnTo>
                  <a:lnTo>
                    <a:pt x="619" y="30"/>
                  </a:lnTo>
                  <a:lnTo>
                    <a:pt x="617" y="28"/>
                  </a:lnTo>
                  <a:lnTo>
                    <a:pt x="616" y="28"/>
                  </a:lnTo>
                  <a:lnTo>
                    <a:pt x="615" y="26"/>
                  </a:lnTo>
                  <a:lnTo>
                    <a:pt x="615" y="24"/>
                  </a:lnTo>
                  <a:lnTo>
                    <a:pt x="615" y="24"/>
                  </a:lnTo>
                  <a:lnTo>
                    <a:pt x="617" y="24"/>
                  </a:lnTo>
                  <a:lnTo>
                    <a:pt x="619" y="24"/>
                  </a:lnTo>
                  <a:lnTo>
                    <a:pt x="620" y="24"/>
                  </a:lnTo>
                  <a:lnTo>
                    <a:pt x="624" y="22"/>
                  </a:lnTo>
                  <a:lnTo>
                    <a:pt x="627" y="20"/>
                  </a:lnTo>
                  <a:lnTo>
                    <a:pt x="628" y="20"/>
                  </a:lnTo>
                  <a:lnTo>
                    <a:pt x="632" y="20"/>
                  </a:lnTo>
                  <a:lnTo>
                    <a:pt x="632" y="17"/>
                  </a:lnTo>
                  <a:lnTo>
                    <a:pt x="635" y="16"/>
                  </a:lnTo>
                  <a:lnTo>
                    <a:pt x="636" y="16"/>
                  </a:lnTo>
                  <a:lnTo>
                    <a:pt x="637" y="14"/>
                  </a:lnTo>
                  <a:lnTo>
                    <a:pt x="640" y="13"/>
                  </a:lnTo>
                  <a:lnTo>
                    <a:pt x="641" y="14"/>
                  </a:lnTo>
                  <a:lnTo>
                    <a:pt x="644" y="14"/>
                  </a:lnTo>
                  <a:lnTo>
                    <a:pt x="644" y="16"/>
                  </a:lnTo>
                  <a:lnTo>
                    <a:pt x="642" y="17"/>
                  </a:lnTo>
                  <a:lnTo>
                    <a:pt x="644" y="18"/>
                  </a:lnTo>
                  <a:lnTo>
                    <a:pt x="649" y="18"/>
                  </a:lnTo>
                  <a:lnTo>
                    <a:pt x="649" y="20"/>
                  </a:lnTo>
                  <a:lnTo>
                    <a:pt x="652" y="20"/>
                  </a:lnTo>
                  <a:lnTo>
                    <a:pt x="661" y="25"/>
                  </a:lnTo>
                  <a:lnTo>
                    <a:pt x="662" y="25"/>
                  </a:lnTo>
                  <a:lnTo>
                    <a:pt x="663" y="28"/>
                  </a:lnTo>
                  <a:lnTo>
                    <a:pt x="663" y="30"/>
                  </a:lnTo>
                  <a:lnTo>
                    <a:pt x="667" y="34"/>
                  </a:lnTo>
                  <a:lnTo>
                    <a:pt x="669" y="34"/>
                  </a:lnTo>
                  <a:lnTo>
                    <a:pt x="669" y="33"/>
                  </a:lnTo>
                  <a:lnTo>
                    <a:pt x="670" y="32"/>
                  </a:lnTo>
                  <a:lnTo>
                    <a:pt x="670" y="30"/>
                  </a:lnTo>
                  <a:lnTo>
                    <a:pt x="669" y="29"/>
                  </a:lnTo>
                  <a:lnTo>
                    <a:pt x="666" y="29"/>
                  </a:lnTo>
                  <a:lnTo>
                    <a:pt x="666" y="26"/>
                  </a:lnTo>
                  <a:lnTo>
                    <a:pt x="669" y="25"/>
                  </a:lnTo>
                  <a:lnTo>
                    <a:pt x="670" y="25"/>
                  </a:lnTo>
                  <a:lnTo>
                    <a:pt x="671" y="28"/>
                  </a:lnTo>
                  <a:lnTo>
                    <a:pt x="673" y="29"/>
                  </a:lnTo>
                  <a:lnTo>
                    <a:pt x="673" y="30"/>
                  </a:lnTo>
                  <a:lnTo>
                    <a:pt x="677" y="34"/>
                  </a:lnTo>
                  <a:lnTo>
                    <a:pt x="677" y="37"/>
                  </a:lnTo>
                  <a:lnTo>
                    <a:pt x="679" y="37"/>
                  </a:lnTo>
                  <a:lnTo>
                    <a:pt x="681" y="37"/>
                  </a:lnTo>
                  <a:lnTo>
                    <a:pt x="681" y="37"/>
                  </a:lnTo>
                  <a:lnTo>
                    <a:pt x="682" y="37"/>
                  </a:lnTo>
                  <a:lnTo>
                    <a:pt x="685" y="39"/>
                  </a:lnTo>
                  <a:lnTo>
                    <a:pt x="685" y="42"/>
                  </a:lnTo>
                  <a:lnTo>
                    <a:pt x="686" y="45"/>
                  </a:lnTo>
                  <a:lnTo>
                    <a:pt x="686" y="46"/>
                  </a:lnTo>
                  <a:lnTo>
                    <a:pt x="685" y="46"/>
                  </a:lnTo>
                  <a:lnTo>
                    <a:pt x="685" y="45"/>
                  </a:lnTo>
                  <a:lnTo>
                    <a:pt x="683" y="43"/>
                  </a:lnTo>
                  <a:lnTo>
                    <a:pt x="683" y="43"/>
                  </a:lnTo>
                  <a:lnTo>
                    <a:pt x="682" y="45"/>
                  </a:lnTo>
                  <a:lnTo>
                    <a:pt x="679" y="43"/>
                  </a:lnTo>
                  <a:lnTo>
                    <a:pt x="675" y="41"/>
                  </a:lnTo>
                  <a:lnTo>
                    <a:pt x="673" y="41"/>
                  </a:lnTo>
                  <a:lnTo>
                    <a:pt x="673" y="42"/>
                  </a:lnTo>
                  <a:lnTo>
                    <a:pt x="674" y="45"/>
                  </a:lnTo>
                  <a:lnTo>
                    <a:pt x="677" y="45"/>
                  </a:lnTo>
                  <a:lnTo>
                    <a:pt x="678" y="45"/>
                  </a:lnTo>
                  <a:lnTo>
                    <a:pt x="678" y="46"/>
                  </a:lnTo>
                  <a:lnTo>
                    <a:pt x="679" y="49"/>
                  </a:lnTo>
                  <a:lnTo>
                    <a:pt x="681" y="50"/>
                  </a:lnTo>
                  <a:lnTo>
                    <a:pt x="681" y="49"/>
                  </a:lnTo>
                  <a:lnTo>
                    <a:pt x="682" y="46"/>
                  </a:lnTo>
                  <a:lnTo>
                    <a:pt x="683" y="46"/>
                  </a:lnTo>
                  <a:lnTo>
                    <a:pt x="685" y="49"/>
                  </a:lnTo>
                  <a:lnTo>
                    <a:pt x="686" y="49"/>
                  </a:lnTo>
                  <a:lnTo>
                    <a:pt x="687" y="49"/>
                  </a:lnTo>
                  <a:lnTo>
                    <a:pt x="689" y="49"/>
                  </a:lnTo>
                  <a:lnTo>
                    <a:pt x="689" y="50"/>
                  </a:lnTo>
                  <a:lnTo>
                    <a:pt x="689" y="51"/>
                  </a:lnTo>
                  <a:lnTo>
                    <a:pt x="691" y="55"/>
                  </a:lnTo>
                  <a:lnTo>
                    <a:pt x="691" y="59"/>
                  </a:lnTo>
                  <a:lnTo>
                    <a:pt x="691" y="65"/>
                  </a:lnTo>
                  <a:lnTo>
                    <a:pt x="690" y="68"/>
                  </a:lnTo>
                  <a:lnTo>
                    <a:pt x="689" y="68"/>
                  </a:lnTo>
                  <a:lnTo>
                    <a:pt x="687" y="70"/>
                  </a:lnTo>
                  <a:lnTo>
                    <a:pt x="689" y="72"/>
                  </a:lnTo>
                  <a:lnTo>
                    <a:pt x="686" y="75"/>
                  </a:lnTo>
                  <a:lnTo>
                    <a:pt x="687" y="76"/>
                  </a:lnTo>
                  <a:lnTo>
                    <a:pt x="689" y="78"/>
                  </a:lnTo>
                  <a:lnTo>
                    <a:pt x="689" y="80"/>
                  </a:lnTo>
                  <a:lnTo>
                    <a:pt x="686" y="82"/>
                  </a:lnTo>
                  <a:lnTo>
                    <a:pt x="685" y="84"/>
                  </a:lnTo>
                  <a:lnTo>
                    <a:pt x="685" y="86"/>
                  </a:lnTo>
                  <a:lnTo>
                    <a:pt x="683" y="88"/>
                  </a:lnTo>
                  <a:lnTo>
                    <a:pt x="682" y="91"/>
                  </a:lnTo>
                  <a:lnTo>
                    <a:pt x="682" y="92"/>
                  </a:lnTo>
                  <a:lnTo>
                    <a:pt x="681" y="93"/>
                  </a:lnTo>
                  <a:lnTo>
                    <a:pt x="679" y="95"/>
                  </a:lnTo>
                  <a:lnTo>
                    <a:pt x="677" y="97"/>
                  </a:lnTo>
                  <a:lnTo>
                    <a:pt x="674" y="97"/>
                  </a:lnTo>
                  <a:lnTo>
                    <a:pt x="677" y="99"/>
                  </a:lnTo>
                  <a:lnTo>
                    <a:pt x="678" y="99"/>
                  </a:lnTo>
                  <a:lnTo>
                    <a:pt x="679" y="96"/>
                  </a:lnTo>
                  <a:lnTo>
                    <a:pt x="681" y="96"/>
                  </a:lnTo>
                  <a:lnTo>
                    <a:pt x="682" y="100"/>
                  </a:lnTo>
                  <a:lnTo>
                    <a:pt x="679" y="104"/>
                  </a:lnTo>
                  <a:lnTo>
                    <a:pt x="678" y="107"/>
                  </a:lnTo>
                  <a:lnTo>
                    <a:pt x="677" y="112"/>
                  </a:lnTo>
                  <a:lnTo>
                    <a:pt x="678" y="115"/>
                  </a:lnTo>
                  <a:lnTo>
                    <a:pt x="678" y="117"/>
                  </a:lnTo>
                  <a:lnTo>
                    <a:pt x="677" y="122"/>
                  </a:lnTo>
                  <a:lnTo>
                    <a:pt x="673" y="122"/>
                  </a:lnTo>
                  <a:lnTo>
                    <a:pt x="673" y="122"/>
                  </a:lnTo>
                  <a:lnTo>
                    <a:pt x="670" y="122"/>
                  </a:lnTo>
                  <a:lnTo>
                    <a:pt x="670" y="124"/>
                  </a:lnTo>
                  <a:lnTo>
                    <a:pt x="670" y="125"/>
                  </a:lnTo>
                  <a:lnTo>
                    <a:pt x="671" y="130"/>
                  </a:lnTo>
                  <a:lnTo>
                    <a:pt x="671" y="133"/>
                  </a:lnTo>
                  <a:lnTo>
                    <a:pt x="669" y="134"/>
                  </a:lnTo>
                  <a:lnTo>
                    <a:pt x="667" y="137"/>
                  </a:lnTo>
                  <a:lnTo>
                    <a:pt x="669" y="141"/>
                  </a:lnTo>
                  <a:lnTo>
                    <a:pt x="669" y="143"/>
                  </a:lnTo>
                  <a:lnTo>
                    <a:pt x="667" y="145"/>
                  </a:lnTo>
                  <a:lnTo>
                    <a:pt x="667" y="146"/>
                  </a:lnTo>
                  <a:lnTo>
                    <a:pt x="670" y="147"/>
                  </a:lnTo>
                  <a:lnTo>
                    <a:pt x="667" y="154"/>
                  </a:lnTo>
                  <a:lnTo>
                    <a:pt x="666" y="155"/>
                  </a:lnTo>
                  <a:lnTo>
                    <a:pt x="666" y="158"/>
                  </a:lnTo>
                  <a:lnTo>
                    <a:pt x="666" y="155"/>
                  </a:lnTo>
                  <a:lnTo>
                    <a:pt x="669" y="155"/>
                  </a:lnTo>
                  <a:lnTo>
                    <a:pt x="671" y="154"/>
                  </a:lnTo>
                  <a:lnTo>
                    <a:pt x="671" y="151"/>
                  </a:lnTo>
                  <a:lnTo>
                    <a:pt x="671" y="150"/>
                  </a:lnTo>
                  <a:lnTo>
                    <a:pt x="673" y="149"/>
                  </a:lnTo>
                  <a:lnTo>
                    <a:pt x="675" y="149"/>
                  </a:lnTo>
                  <a:lnTo>
                    <a:pt x="677" y="147"/>
                  </a:lnTo>
                  <a:lnTo>
                    <a:pt x="675" y="147"/>
                  </a:lnTo>
                  <a:lnTo>
                    <a:pt x="671" y="143"/>
                  </a:lnTo>
                  <a:lnTo>
                    <a:pt x="670" y="141"/>
                  </a:lnTo>
                  <a:lnTo>
                    <a:pt x="671" y="138"/>
                  </a:lnTo>
                  <a:lnTo>
                    <a:pt x="675" y="137"/>
                  </a:lnTo>
                  <a:lnTo>
                    <a:pt x="679" y="137"/>
                  </a:lnTo>
                  <a:lnTo>
                    <a:pt x="683" y="134"/>
                  </a:lnTo>
                  <a:lnTo>
                    <a:pt x="685" y="134"/>
                  </a:lnTo>
                  <a:lnTo>
                    <a:pt x="686" y="133"/>
                  </a:lnTo>
                  <a:lnTo>
                    <a:pt x="685" y="130"/>
                  </a:lnTo>
                  <a:lnTo>
                    <a:pt x="689" y="128"/>
                  </a:lnTo>
                  <a:lnTo>
                    <a:pt x="690" y="125"/>
                  </a:lnTo>
                  <a:lnTo>
                    <a:pt x="689" y="122"/>
                  </a:lnTo>
                  <a:lnTo>
                    <a:pt x="689" y="121"/>
                  </a:lnTo>
                  <a:lnTo>
                    <a:pt x="691" y="122"/>
                  </a:lnTo>
                  <a:lnTo>
                    <a:pt x="694" y="122"/>
                  </a:lnTo>
                  <a:lnTo>
                    <a:pt x="696" y="120"/>
                  </a:lnTo>
                  <a:lnTo>
                    <a:pt x="695" y="117"/>
                  </a:lnTo>
                  <a:lnTo>
                    <a:pt x="699" y="115"/>
                  </a:lnTo>
                  <a:lnTo>
                    <a:pt x="699" y="112"/>
                  </a:lnTo>
                  <a:lnTo>
                    <a:pt x="698" y="111"/>
                  </a:lnTo>
                  <a:lnTo>
                    <a:pt x="694" y="112"/>
                  </a:lnTo>
                  <a:lnTo>
                    <a:pt x="694" y="115"/>
                  </a:lnTo>
                  <a:lnTo>
                    <a:pt x="690" y="117"/>
                  </a:lnTo>
                  <a:lnTo>
                    <a:pt x="687" y="116"/>
                  </a:lnTo>
                  <a:lnTo>
                    <a:pt x="686" y="112"/>
                  </a:lnTo>
                  <a:lnTo>
                    <a:pt x="687" y="109"/>
                  </a:lnTo>
                  <a:lnTo>
                    <a:pt x="687" y="105"/>
                  </a:lnTo>
                  <a:lnTo>
                    <a:pt x="690" y="104"/>
                  </a:lnTo>
                  <a:lnTo>
                    <a:pt x="692" y="104"/>
                  </a:lnTo>
                  <a:lnTo>
                    <a:pt x="696" y="107"/>
                  </a:lnTo>
                  <a:lnTo>
                    <a:pt x="698" y="104"/>
                  </a:lnTo>
                  <a:lnTo>
                    <a:pt x="698" y="101"/>
                  </a:lnTo>
                  <a:lnTo>
                    <a:pt x="702" y="100"/>
                  </a:lnTo>
                  <a:lnTo>
                    <a:pt x="702" y="103"/>
                  </a:lnTo>
                  <a:lnTo>
                    <a:pt x="700" y="104"/>
                  </a:lnTo>
                  <a:lnTo>
                    <a:pt x="700" y="107"/>
                  </a:lnTo>
                  <a:lnTo>
                    <a:pt x="707" y="112"/>
                  </a:lnTo>
                  <a:lnTo>
                    <a:pt x="710" y="112"/>
                  </a:lnTo>
                  <a:lnTo>
                    <a:pt x="712" y="111"/>
                  </a:lnTo>
                  <a:lnTo>
                    <a:pt x="716" y="109"/>
                  </a:lnTo>
                  <a:lnTo>
                    <a:pt x="719" y="108"/>
                  </a:lnTo>
                  <a:lnTo>
                    <a:pt x="717" y="105"/>
                  </a:lnTo>
                  <a:lnTo>
                    <a:pt x="714" y="101"/>
                  </a:lnTo>
                  <a:lnTo>
                    <a:pt x="714" y="100"/>
                  </a:lnTo>
                  <a:lnTo>
                    <a:pt x="715" y="100"/>
                  </a:lnTo>
                  <a:lnTo>
                    <a:pt x="720" y="104"/>
                  </a:lnTo>
                  <a:lnTo>
                    <a:pt x="721" y="104"/>
                  </a:lnTo>
                  <a:lnTo>
                    <a:pt x="724" y="107"/>
                  </a:lnTo>
                  <a:lnTo>
                    <a:pt x="724" y="108"/>
                  </a:lnTo>
                  <a:lnTo>
                    <a:pt x="724" y="111"/>
                  </a:lnTo>
                  <a:lnTo>
                    <a:pt x="727" y="113"/>
                  </a:lnTo>
                  <a:lnTo>
                    <a:pt x="728" y="117"/>
                  </a:lnTo>
                  <a:lnTo>
                    <a:pt x="728" y="118"/>
                  </a:lnTo>
                  <a:lnTo>
                    <a:pt x="728" y="117"/>
                  </a:lnTo>
                  <a:lnTo>
                    <a:pt x="731" y="115"/>
                  </a:lnTo>
                  <a:lnTo>
                    <a:pt x="732" y="115"/>
                  </a:lnTo>
                  <a:lnTo>
                    <a:pt x="733" y="112"/>
                  </a:lnTo>
                  <a:lnTo>
                    <a:pt x="732" y="112"/>
                  </a:lnTo>
                  <a:lnTo>
                    <a:pt x="731" y="113"/>
                  </a:lnTo>
                  <a:lnTo>
                    <a:pt x="728" y="112"/>
                  </a:lnTo>
                  <a:lnTo>
                    <a:pt x="727" y="109"/>
                  </a:lnTo>
                  <a:lnTo>
                    <a:pt x="729" y="107"/>
                  </a:lnTo>
                  <a:lnTo>
                    <a:pt x="732" y="105"/>
                  </a:lnTo>
                  <a:lnTo>
                    <a:pt x="733" y="103"/>
                  </a:lnTo>
                  <a:lnTo>
                    <a:pt x="735" y="103"/>
                  </a:lnTo>
                  <a:lnTo>
                    <a:pt x="736" y="101"/>
                  </a:lnTo>
                  <a:lnTo>
                    <a:pt x="741" y="100"/>
                  </a:lnTo>
                  <a:lnTo>
                    <a:pt x="749" y="99"/>
                  </a:lnTo>
                  <a:lnTo>
                    <a:pt x="758" y="99"/>
                  </a:lnTo>
                  <a:lnTo>
                    <a:pt x="765" y="95"/>
                  </a:lnTo>
                  <a:lnTo>
                    <a:pt x="769" y="95"/>
                  </a:lnTo>
                  <a:lnTo>
                    <a:pt x="773" y="96"/>
                  </a:lnTo>
                  <a:lnTo>
                    <a:pt x="771" y="97"/>
                  </a:lnTo>
                  <a:lnTo>
                    <a:pt x="771" y="99"/>
                  </a:lnTo>
                  <a:lnTo>
                    <a:pt x="770" y="101"/>
                  </a:lnTo>
                  <a:lnTo>
                    <a:pt x="771" y="105"/>
                  </a:lnTo>
                  <a:lnTo>
                    <a:pt x="774" y="108"/>
                  </a:lnTo>
                  <a:lnTo>
                    <a:pt x="785" y="109"/>
                  </a:lnTo>
                  <a:lnTo>
                    <a:pt x="787" y="109"/>
                  </a:lnTo>
                  <a:lnTo>
                    <a:pt x="787" y="109"/>
                  </a:lnTo>
                  <a:lnTo>
                    <a:pt x="791" y="109"/>
                  </a:lnTo>
                  <a:lnTo>
                    <a:pt x="794" y="109"/>
                  </a:lnTo>
                  <a:lnTo>
                    <a:pt x="802" y="109"/>
                  </a:lnTo>
                  <a:lnTo>
                    <a:pt x="807" y="105"/>
                  </a:lnTo>
                  <a:lnTo>
                    <a:pt x="808" y="107"/>
                  </a:lnTo>
                  <a:lnTo>
                    <a:pt x="811" y="107"/>
                  </a:lnTo>
                  <a:lnTo>
                    <a:pt x="812" y="104"/>
                  </a:lnTo>
                  <a:lnTo>
                    <a:pt x="811" y="103"/>
                  </a:lnTo>
                  <a:lnTo>
                    <a:pt x="814" y="101"/>
                  </a:lnTo>
                  <a:lnTo>
                    <a:pt x="816" y="103"/>
                  </a:lnTo>
                  <a:lnTo>
                    <a:pt x="819" y="101"/>
                  </a:lnTo>
                  <a:lnTo>
                    <a:pt x="820" y="103"/>
                  </a:lnTo>
                  <a:lnTo>
                    <a:pt x="821" y="104"/>
                  </a:lnTo>
                  <a:lnTo>
                    <a:pt x="823" y="101"/>
                  </a:lnTo>
                  <a:lnTo>
                    <a:pt x="821" y="100"/>
                  </a:lnTo>
                  <a:lnTo>
                    <a:pt x="820" y="97"/>
                  </a:lnTo>
                  <a:lnTo>
                    <a:pt x="820" y="95"/>
                  </a:lnTo>
                  <a:lnTo>
                    <a:pt x="819" y="93"/>
                  </a:lnTo>
                  <a:lnTo>
                    <a:pt x="816" y="93"/>
                  </a:lnTo>
                  <a:lnTo>
                    <a:pt x="816" y="90"/>
                  </a:lnTo>
                  <a:lnTo>
                    <a:pt x="815" y="90"/>
                  </a:lnTo>
                  <a:lnTo>
                    <a:pt x="814" y="87"/>
                  </a:lnTo>
                  <a:lnTo>
                    <a:pt x="812" y="86"/>
                  </a:lnTo>
                  <a:lnTo>
                    <a:pt x="812" y="82"/>
                  </a:lnTo>
                  <a:lnTo>
                    <a:pt x="814" y="80"/>
                  </a:lnTo>
                  <a:lnTo>
                    <a:pt x="814" y="82"/>
                  </a:lnTo>
                  <a:lnTo>
                    <a:pt x="815" y="82"/>
                  </a:lnTo>
                  <a:lnTo>
                    <a:pt x="818" y="80"/>
                  </a:lnTo>
                  <a:lnTo>
                    <a:pt x="816" y="79"/>
                  </a:lnTo>
                  <a:lnTo>
                    <a:pt x="816" y="76"/>
                  </a:lnTo>
                  <a:lnTo>
                    <a:pt x="818" y="76"/>
                  </a:lnTo>
                  <a:lnTo>
                    <a:pt x="821" y="79"/>
                  </a:lnTo>
                  <a:lnTo>
                    <a:pt x="823" y="78"/>
                  </a:lnTo>
                  <a:lnTo>
                    <a:pt x="823" y="76"/>
                  </a:lnTo>
                  <a:lnTo>
                    <a:pt x="824" y="78"/>
                  </a:lnTo>
                  <a:lnTo>
                    <a:pt x="827" y="78"/>
                  </a:lnTo>
                  <a:lnTo>
                    <a:pt x="828" y="76"/>
                  </a:lnTo>
                  <a:lnTo>
                    <a:pt x="829" y="75"/>
                  </a:lnTo>
                  <a:lnTo>
                    <a:pt x="832" y="78"/>
                  </a:lnTo>
                  <a:lnTo>
                    <a:pt x="833" y="78"/>
                  </a:lnTo>
                  <a:lnTo>
                    <a:pt x="835" y="80"/>
                  </a:lnTo>
                  <a:lnTo>
                    <a:pt x="836" y="79"/>
                  </a:lnTo>
                  <a:lnTo>
                    <a:pt x="836" y="76"/>
                  </a:lnTo>
                  <a:lnTo>
                    <a:pt x="839" y="78"/>
                  </a:lnTo>
                  <a:lnTo>
                    <a:pt x="840" y="79"/>
                  </a:lnTo>
                  <a:lnTo>
                    <a:pt x="839" y="80"/>
                  </a:lnTo>
                  <a:lnTo>
                    <a:pt x="837" y="83"/>
                  </a:lnTo>
                  <a:lnTo>
                    <a:pt x="839" y="83"/>
                  </a:lnTo>
                  <a:lnTo>
                    <a:pt x="841" y="83"/>
                  </a:lnTo>
                  <a:lnTo>
                    <a:pt x="841" y="83"/>
                  </a:lnTo>
                  <a:lnTo>
                    <a:pt x="841" y="82"/>
                  </a:lnTo>
                  <a:lnTo>
                    <a:pt x="843" y="82"/>
                  </a:lnTo>
                  <a:lnTo>
                    <a:pt x="844" y="82"/>
                  </a:lnTo>
                  <a:lnTo>
                    <a:pt x="844" y="79"/>
                  </a:lnTo>
                  <a:lnTo>
                    <a:pt x="843" y="78"/>
                  </a:lnTo>
                  <a:lnTo>
                    <a:pt x="843" y="76"/>
                  </a:lnTo>
                  <a:lnTo>
                    <a:pt x="845" y="76"/>
                  </a:lnTo>
                  <a:lnTo>
                    <a:pt x="848" y="76"/>
                  </a:lnTo>
                  <a:lnTo>
                    <a:pt x="849" y="76"/>
                  </a:lnTo>
                  <a:lnTo>
                    <a:pt x="850" y="76"/>
                  </a:lnTo>
                  <a:lnTo>
                    <a:pt x="854" y="76"/>
                  </a:lnTo>
                  <a:lnTo>
                    <a:pt x="854" y="78"/>
                  </a:lnTo>
                  <a:lnTo>
                    <a:pt x="854" y="82"/>
                  </a:lnTo>
                  <a:lnTo>
                    <a:pt x="856" y="79"/>
                  </a:lnTo>
                  <a:lnTo>
                    <a:pt x="856" y="79"/>
                  </a:lnTo>
                  <a:lnTo>
                    <a:pt x="858" y="78"/>
                  </a:lnTo>
                  <a:lnTo>
                    <a:pt x="860" y="80"/>
                  </a:lnTo>
                  <a:lnTo>
                    <a:pt x="861" y="80"/>
                  </a:lnTo>
                  <a:lnTo>
                    <a:pt x="862" y="79"/>
                  </a:lnTo>
                  <a:lnTo>
                    <a:pt x="865" y="82"/>
                  </a:lnTo>
                  <a:lnTo>
                    <a:pt x="866" y="86"/>
                  </a:lnTo>
                  <a:lnTo>
                    <a:pt x="868" y="83"/>
                  </a:lnTo>
                  <a:lnTo>
                    <a:pt x="869" y="82"/>
                  </a:lnTo>
                  <a:lnTo>
                    <a:pt x="870" y="83"/>
                  </a:lnTo>
                  <a:lnTo>
                    <a:pt x="869" y="86"/>
                  </a:lnTo>
                  <a:lnTo>
                    <a:pt x="870" y="87"/>
                  </a:lnTo>
                  <a:lnTo>
                    <a:pt x="872" y="88"/>
                  </a:lnTo>
                  <a:lnTo>
                    <a:pt x="873" y="88"/>
                  </a:lnTo>
                  <a:lnTo>
                    <a:pt x="874" y="91"/>
                  </a:lnTo>
                  <a:lnTo>
                    <a:pt x="875" y="90"/>
                  </a:lnTo>
                  <a:lnTo>
                    <a:pt x="875" y="90"/>
                  </a:lnTo>
                  <a:lnTo>
                    <a:pt x="877" y="92"/>
                  </a:lnTo>
                  <a:lnTo>
                    <a:pt x="875" y="93"/>
                  </a:lnTo>
                  <a:lnTo>
                    <a:pt x="875" y="96"/>
                  </a:lnTo>
                  <a:lnTo>
                    <a:pt x="878" y="93"/>
                  </a:lnTo>
                  <a:lnTo>
                    <a:pt x="881" y="93"/>
                  </a:lnTo>
                  <a:lnTo>
                    <a:pt x="881" y="95"/>
                  </a:lnTo>
                  <a:lnTo>
                    <a:pt x="877" y="99"/>
                  </a:lnTo>
                  <a:lnTo>
                    <a:pt x="877" y="103"/>
                  </a:lnTo>
                  <a:lnTo>
                    <a:pt x="881" y="103"/>
                  </a:lnTo>
                  <a:lnTo>
                    <a:pt x="882" y="101"/>
                  </a:lnTo>
                  <a:lnTo>
                    <a:pt x="883" y="100"/>
                  </a:lnTo>
                  <a:lnTo>
                    <a:pt x="885" y="101"/>
                  </a:lnTo>
                  <a:lnTo>
                    <a:pt x="885" y="104"/>
                  </a:lnTo>
                  <a:lnTo>
                    <a:pt x="886" y="103"/>
                  </a:lnTo>
                  <a:lnTo>
                    <a:pt x="889" y="105"/>
                  </a:lnTo>
                  <a:lnTo>
                    <a:pt x="889" y="109"/>
                  </a:lnTo>
                  <a:lnTo>
                    <a:pt x="891" y="108"/>
                  </a:lnTo>
                  <a:lnTo>
                    <a:pt x="891" y="111"/>
                  </a:lnTo>
                  <a:lnTo>
                    <a:pt x="893" y="109"/>
                  </a:lnTo>
                  <a:lnTo>
                    <a:pt x="894" y="111"/>
                  </a:lnTo>
                  <a:lnTo>
                    <a:pt x="891" y="115"/>
                  </a:lnTo>
                  <a:lnTo>
                    <a:pt x="889" y="116"/>
                  </a:lnTo>
                  <a:lnTo>
                    <a:pt x="886" y="115"/>
                  </a:lnTo>
                  <a:lnTo>
                    <a:pt x="882" y="113"/>
                  </a:lnTo>
                  <a:lnTo>
                    <a:pt x="877" y="113"/>
                  </a:lnTo>
                  <a:lnTo>
                    <a:pt x="879" y="115"/>
                  </a:lnTo>
                  <a:lnTo>
                    <a:pt x="879" y="117"/>
                  </a:lnTo>
                  <a:lnTo>
                    <a:pt x="885" y="117"/>
                  </a:lnTo>
                  <a:lnTo>
                    <a:pt x="885" y="120"/>
                  </a:lnTo>
                  <a:lnTo>
                    <a:pt x="890" y="122"/>
                  </a:lnTo>
                  <a:lnTo>
                    <a:pt x="894" y="124"/>
                  </a:lnTo>
                  <a:lnTo>
                    <a:pt x="897" y="122"/>
                  </a:lnTo>
                  <a:lnTo>
                    <a:pt x="897" y="120"/>
                  </a:lnTo>
                  <a:lnTo>
                    <a:pt x="895" y="117"/>
                  </a:lnTo>
                  <a:lnTo>
                    <a:pt x="894" y="116"/>
                  </a:lnTo>
                  <a:lnTo>
                    <a:pt x="895" y="116"/>
                  </a:lnTo>
                  <a:lnTo>
                    <a:pt x="898" y="118"/>
                  </a:lnTo>
                  <a:lnTo>
                    <a:pt x="901" y="120"/>
                  </a:lnTo>
                  <a:lnTo>
                    <a:pt x="902" y="121"/>
                  </a:lnTo>
                  <a:lnTo>
                    <a:pt x="899" y="121"/>
                  </a:lnTo>
                  <a:lnTo>
                    <a:pt x="895" y="125"/>
                  </a:lnTo>
                  <a:lnTo>
                    <a:pt x="897" y="126"/>
                  </a:lnTo>
                  <a:lnTo>
                    <a:pt x="898" y="126"/>
                  </a:lnTo>
                  <a:lnTo>
                    <a:pt x="899" y="125"/>
                  </a:lnTo>
                  <a:lnTo>
                    <a:pt x="902" y="125"/>
                  </a:lnTo>
                  <a:lnTo>
                    <a:pt x="908" y="133"/>
                  </a:lnTo>
                  <a:lnTo>
                    <a:pt x="911" y="133"/>
                  </a:lnTo>
                  <a:lnTo>
                    <a:pt x="914" y="137"/>
                  </a:lnTo>
                  <a:lnTo>
                    <a:pt x="919" y="137"/>
                  </a:lnTo>
                  <a:lnTo>
                    <a:pt x="923" y="141"/>
                  </a:lnTo>
                  <a:lnTo>
                    <a:pt x="926" y="142"/>
                  </a:lnTo>
                  <a:lnTo>
                    <a:pt x="927" y="141"/>
                  </a:lnTo>
                  <a:lnTo>
                    <a:pt x="926" y="138"/>
                  </a:lnTo>
                  <a:lnTo>
                    <a:pt x="927" y="138"/>
                  </a:lnTo>
                  <a:lnTo>
                    <a:pt x="929" y="140"/>
                  </a:lnTo>
                  <a:lnTo>
                    <a:pt x="929" y="142"/>
                  </a:lnTo>
                  <a:lnTo>
                    <a:pt x="931" y="143"/>
                  </a:lnTo>
                  <a:lnTo>
                    <a:pt x="932" y="143"/>
                  </a:lnTo>
                  <a:lnTo>
                    <a:pt x="933" y="141"/>
                  </a:lnTo>
                  <a:lnTo>
                    <a:pt x="931" y="129"/>
                  </a:lnTo>
                  <a:lnTo>
                    <a:pt x="928" y="124"/>
                  </a:lnTo>
                  <a:lnTo>
                    <a:pt x="926" y="116"/>
                  </a:lnTo>
                  <a:lnTo>
                    <a:pt x="924" y="109"/>
                  </a:lnTo>
                  <a:lnTo>
                    <a:pt x="923" y="107"/>
                  </a:lnTo>
                  <a:lnTo>
                    <a:pt x="922" y="104"/>
                  </a:lnTo>
                  <a:lnTo>
                    <a:pt x="924" y="105"/>
                  </a:lnTo>
                  <a:lnTo>
                    <a:pt x="926" y="108"/>
                  </a:lnTo>
                  <a:lnTo>
                    <a:pt x="928" y="111"/>
                  </a:lnTo>
                  <a:lnTo>
                    <a:pt x="931" y="112"/>
                  </a:lnTo>
                  <a:lnTo>
                    <a:pt x="933" y="115"/>
                  </a:lnTo>
                  <a:lnTo>
                    <a:pt x="939" y="115"/>
                  </a:lnTo>
                  <a:lnTo>
                    <a:pt x="948" y="113"/>
                  </a:lnTo>
                  <a:lnTo>
                    <a:pt x="949" y="115"/>
                  </a:lnTo>
                  <a:lnTo>
                    <a:pt x="952" y="113"/>
                  </a:lnTo>
                  <a:lnTo>
                    <a:pt x="953" y="116"/>
                  </a:lnTo>
                  <a:lnTo>
                    <a:pt x="954" y="115"/>
                  </a:lnTo>
                  <a:lnTo>
                    <a:pt x="952" y="112"/>
                  </a:lnTo>
                  <a:lnTo>
                    <a:pt x="953" y="111"/>
                  </a:lnTo>
                  <a:lnTo>
                    <a:pt x="951" y="109"/>
                  </a:lnTo>
                  <a:lnTo>
                    <a:pt x="952" y="108"/>
                  </a:lnTo>
                  <a:lnTo>
                    <a:pt x="952" y="105"/>
                  </a:lnTo>
                  <a:lnTo>
                    <a:pt x="960" y="103"/>
                  </a:lnTo>
                  <a:lnTo>
                    <a:pt x="961" y="103"/>
                  </a:lnTo>
                  <a:lnTo>
                    <a:pt x="964" y="103"/>
                  </a:lnTo>
                  <a:lnTo>
                    <a:pt x="966" y="104"/>
                  </a:lnTo>
                  <a:lnTo>
                    <a:pt x="970" y="104"/>
                  </a:lnTo>
                  <a:lnTo>
                    <a:pt x="973" y="107"/>
                  </a:lnTo>
                  <a:lnTo>
                    <a:pt x="976" y="108"/>
                  </a:lnTo>
                  <a:lnTo>
                    <a:pt x="977" y="111"/>
                  </a:lnTo>
                  <a:lnTo>
                    <a:pt x="981" y="111"/>
                  </a:lnTo>
                  <a:lnTo>
                    <a:pt x="982" y="113"/>
                  </a:lnTo>
                  <a:lnTo>
                    <a:pt x="987" y="113"/>
                  </a:lnTo>
                  <a:lnTo>
                    <a:pt x="983" y="111"/>
                  </a:lnTo>
                  <a:lnTo>
                    <a:pt x="983" y="109"/>
                  </a:lnTo>
                  <a:lnTo>
                    <a:pt x="987" y="111"/>
                  </a:lnTo>
                  <a:lnTo>
                    <a:pt x="989" y="109"/>
                  </a:lnTo>
                  <a:lnTo>
                    <a:pt x="986" y="108"/>
                  </a:lnTo>
                  <a:lnTo>
                    <a:pt x="989" y="105"/>
                  </a:lnTo>
                  <a:lnTo>
                    <a:pt x="986" y="104"/>
                  </a:lnTo>
                  <a:lnTo>
                    <a:pt x="983" y="105"/>
                  </a:lnTo>
                  <a:lnTo>
                    <a:pt x="981" y="104"/>
                  </a:lnTo>
                  <a:lnTo>
                    <a:pt x="981" y="101"/>
                  </a:lnTo>
                  <a:lnTo>
                    <a:pt x="980" y="99"/>
                  </a:lnTo>
                  <a:lnTo>
                    <a:pt x="981" y="97"/>
                  </a:lnTo>
                  <a:lnTo>
                    <a:pt x="982" y="99"/>
                  </a:lnTo>
                  <a:lnTo>
                    <a:pt x="985" y="97"/>
                  </a:lnTo>
                  <a:lnTo>
                    <a:pt x="983" y="95"/>
                  </a:lnTo>
                  <a:lnTo>
                    <a:pt x="985" y="95"/>
                  </a:lnTo>
                  <a:lnTo>
                    <a:pt x="989" y="97"/>
                  </a:lnTo>
                  <a:lnTo>
                    <a:pt x="989" y="100"/>
                  </a:lnTo>
                  <a:lnTo>
                    <a:pt x="991" y="99"/>
                  </a:lnTo>
                  <a:lnTo>
                    <a:pt x="993" y="100"/>
                  </a:lnTo>
                  <a:lnTo>
                    <a:pt x="994" y="100"/>
                  </a:lnTo>
                  <a:lnTo>
                    <a:pt x="993" y="97"/>
                  </a:lnTo>
                  <a:lnTo>
                    <a:pt x="995" y="96"/>
                  </a:lnTo>
                  <a:lnTo>
                    <a:pt x="997" y="97"/>
                  </a:lnTo>
                  <a:lnTo>
                    <a:pt x="998" y="95"/>
                  </a:lnTo>
                  <a:lnTo>
                    <a:pt x="994" y="91"/>
                  </a:lnTo>
                  <a:lnTo>
                    <a:pt x="991" y="91"/>
                  </a:lnTo>
                  <a:lnTo>
                    <a:pt x="989" y="87"/>
                  </a:lnTo>
                  <a:lnTo>
                    <a:pt x="989" y="84"/>
                  </a:lnTo>
                  <a:lnTo>
                    <a:pt x="987" y="83"/>
                  </a:lnTo>
                  <a:lnTo>
                    <a:pt x="985" y="84"/>
                  </a:lnTo>
                  <a:lnTo>
                    <a:pt x="982" y="83"/>
                  </a:lnTo>
                  <a:lnTo>
                    <a:pt x="986" y="82"/>
                  </a:lnTo>
                  <a:lnTo>
                    <a:pt x="985" y="79"/>
                  </a:lnTo>
                  <a:lnTo>
                    <a:pt x="985" y="79"/>
                  </a:lnTo>
                  <a:lnTo>
                    <a:pt x="983" y="76"/>
                  </a:lnTo>
                  <a:lnTo>
                    <a:pt x="987" y="76"/>
                  </a:lnTo>
                  <a:lnTo>
                    <a:pt x="989" y="71"/>
                  </a:lnTo>
                  <a:lnTo>
                    <a:pt x="983" y="72"/>
                  </a:lnTo>
                  <a:lnTo>
                    <a:pt x="981" y="75"/>
                  </a:lnTo>
                  <a:lnTo>
                    <a:pt x="981" y="78"/>
                  </a:lnTo>
                  <a:lnTo>
                    <a:pt x="977" y="76"/>
                  </a:lnTo>
                  <a:lnTo>
                    <a:pt x="974" y="72"/>
                  </a:lnTo>
                  <a:lnTo>
                    <a:pt x="976" y="70"/>
                  </a:lnTo>
                  <a:lnTo>
                    <a:pt x="976" y="67"/>
                  </a:lnTo>
                  <a:lnTo>
                    <a:pt x="980" y="66"/>
                  </a:lnTo>
                  <a:lnTo>
                    <a:pt x="982" y="66"/>
                  </a:lnTo>
                  <a:lnTo>
                    <a:pt x="986" y="62"/>
                  </a:lnTo>
                  <a:lnTo>
                    <a:pt x="986" y="61"/>
                  </a:lnTo>
                  <a:lnTo>
                    <a:pt x="985" y="58"/>
                  </a:lnTo>
                  <a:lnTo>
                    <a:pt x="982" y="58"/>
                  </a:lnTo>
                  <a:lnTo>
                    <a:pt x="980" y="57"/>
                  </a:lnTo>
                  <a:lnTo>
                    <a:pt x="976" y="57"/>
                  </a:lnTo>
                  <a:lnTo>
                    <a:pt x="973" y="54"/>
                  </a:lnTo>
                  <a:lnTo>
                    <a:pt x="977" y="53"/>
                  </a:lnTo>
                  <a:lnTo>
                    <a:pt x="981" y="51"/>
                  </a:lnTo>
                  <a:lnTo>
                    <a:pt x="986" y="54"/>
                  </a:lnTo>
                  <a:lnTo>
                    <a:pt x="991" y="53"/>
                  </a:lnTo>
                  <a:lnTo>
                    <a:pt x="999" y="53"/>
                  </a:lnTo>
                  <a:lnTo>
                    <a:pt x="1014" y="51"/>
                  </a:lnTo>
                  <a:lnTo>
                    <a:pt x="1015" y="50"/>
                  </a:lnTo>
                  <a:lnTo>
                    <a:pt x="1026" y="50"/>
                  </a:lnTo>
                  <a:lnTo>
                    <a:pt x="1030" y="51"/>
                  </a:lnTo>
                  <a:lnTo>
                    <a:pt x="1033" y="50"/>
                  </a:lnTo>
                  <a:lnTo>
                    <a:pt x="1039" y="50"/>
                  </a:lnTo>
                  <a:lnTo>
                    <a:pt x="1036" y="51"/>
                  </a:lnTo>
                  <a:lnTo>
                    <a:pt x="1028" y="55"/>
                  </a:lnTo>
                  <a:lnTo>
                    <a:pt x="1026" y="54"/>
                  </a:lnTo>
                  <a:lnTo>
                    <a:pt x="1024" y="54"/>
                  </a:lnTo>
                  <a:lnTo>
                    <a:pt x="1022" y="53"/>
                  </a:lnTo>
                  <a:lnTo>
                    <a:pt x="1020" y="58"/>
                  </a:lnTo>
                  <a:lnTo>
                    <a:pt x="1023" y="61"/>
                  </a:lnTo>
                  <a:lnTo>
                    <a:pt x="1020" y="62"/>
                  </a:lnTo>
                  <a:lnTo>
                    <a:pt x="1020" y="63"/>
                  </a:lnTo>
                  <a:lnTo>
                    <a:pt x="1023" y="65"/>
                  </a:lnTo>
                  <a:lnTo>
                    <a:pt x="1026" y="62"/>
                  </a:lnTo>
                  <a:lnTo>
                    <a:pt x="1027" y="59"/>
                  </a:lnTo>
                  <a:lnTo>
                    <a:pt x="1032" y="55"/>
                  </a:lnTo>
                  <a:lnTo>
                    <a:pt x="1040" y="53"/>
                  </a:lnTo>
                  <a:lnTo>
                    <a:pt x="1041" y="57"/>
                  </a:lnTo>
                  <a:lnTo>
                    <a:pt x="1041" y="63"/>
                  </a:lnTo>
                  <a:lnTo>
                    <a:pt x="1041" y="65"/>
                  </a:lnTo>
                  <a:lnTo>
                    <a:pt x="1040" y="61"/>
                  </a:lnTo>
                  <a:lnTo>
                    <a:pt x="1037" y="58"/>
                  </a:lnTo>
                  <a:lnTo>
                    <a:pt x="1037" y="55"/>
                  </a:lnTo>
                  <a:lnTo>
                    <a:pt x="1035" y="58"/>
                  </a:lnTo>
                  <a:lnTo>
                    <a:pt x="1033" y="57"/>
                  </a:lnTo>
                  <a:lnTo>
                    <a:pt x="1035" y="61"/>
                  </a:lnTo>
                  <a:lnTo>
                    <a:pt x="1037" y="62"/>
                  </a:lnTo>
                  <a:lnTo>
                    <a:pt x="1039" y="67"/>
                  </a:lnTo>
                  <a:lnTo>
                    <a:pt x="1036" y="71"/>
                  </a:lnTo>
                  <a:lnTo>
                    <a:pt x="1035" y="70"/>
                  </a:lnTo>
                  <a:lnTo>
                    <a:pt x="1033" y="71"/>
                  </a:lnTo>
                  <a:lnTo>
                    <a:pt x="1036" y="74"/>
                  </a:lnTo>
                  <a:lnTo>
                    <a:pt x="1036" y="75"/>
                  </a:lnTo>
                  <a:lnTo>
                    <a:pt x="1037" y="76"/>
                  </a:lnTo>
                  <a:lnTo>
                    <a:pt x="1039" y="76"/>
                  </a:lnTo>
                  <a:lnTo>
                    <a:pt x="1041" y="74"/>
                  </a:lnTo>
                  <a:lnTo>
                    <a:pt x="1041" y="71"/>
                  </a:lnTo>
                  <a:lnTo>
                    <a:pt x="1044" y="67"/>
                  </a:lnTo>
                  <a:lnTo>
                    <a:pt x="1043" y="65"/>
                  </a:lnTo>
                  <a:lnTo>
                    <a:pt x="1044" y="62"/>
                  </a:lnTo>
                  <a:lnTo>
                    <a:pt x="1043" y="50"/>
                  </a:lnTo>
                  <a:lnTo>
                    <a:pt x="1047" y="46"/>
                  </a:lnTo>
                  <a:lnTo>
                    <a:pt x="1053" y="45"/>
                  </a:lnTo>
                  <a:lnTo>
                    <a:pt x="1060" y="43"/>
                  </a:lnTo>
                  <a:lnTo>
                    <a:pt x="1066" y="43"/>
                  </a:lnTo>
                  <a:lnTo>
                    <a:pt x="1074" y="46"/>
                  </a:lnTo>
                  <a:lnTo>
                    <a:pt x="1078" y="51"/>
                  </a:lnTo>
                  <a:lnTo>
                    <a:pt x="1078" y="54"/>
                  </a:lnTo>
                  <a:lnTo>
                    <a:pt x="1076" y="55"/>
                  </a:lnTo>
                  <a:lnTo>
                    <a:pt x="1072" y="53"/>
                  </a:lnTo>
                  <a:lnTo>
                    <a:pt x="1072" y="54"/>
                  </a:lnTo>
                  <a:lnTo>
                    <a:pt x="1072" y="55"/>
                  </a:lnTo>
                  <a:lnTo>
                    <a:pt x="1072" y="58"/>
                  </a:lnTo>
                  <a:lnTo>
                    <a:pt x="1072" y="61"/>
                  </a:lnTo>
                  <a:lnTo>
                    <a:pt x="1070" y="62"/>
                  </a:lnTo>
                  <a:lnTo>
                    <a:pt x="1072" y="63"/>
                  </a:lnTo>
                  <a:lnTo>
                    <a:pt x="1074" y="61"/>
                  </a:lnTo>
                  <a:lnTo>
                    <a:pt x="1078" y="61"/>
                  </a:lnTo>
                  <a:lnTo>
                    <a:pt x="1081" y="58"/>
                  </a:lnTo>
                  <a:lnTo>
                    <a:pt x="1082" y="62"/>
                  </a:lnTo>
                  <a:lnTo>
                    <a:pt x="1084" y="65"/>
                  </a:lnTo>
                  <a:lnTo>
                    <a:pt x="1084" y="67"/>
                  </a:lnTo>
                  <a:lnTo>
                    <a:pt x="1085" y="68"/>
                  </a:lnTo>
                  <a:lnTo>
                    <a:pt x="1086" y="66"/>
                  </a:lnTo>
                  <a:lnTo>
                    <a:pt x="1086" y="65"/>
                  </a:lnTo>
                  <a:lnTo>
                    <a:pt x="1089" y="62"/>
                  </a:lnTo>
                  <a:lnTo>
                    <a:pt x="1091" y="63"/>
                  </a:lnTo>
                  <a:lnTo>
                    <a:pt x="1093" y="67"/>
                  </a:lnTo>
                  <a:lnTo>
                    <a:pt x="1091" y="68"/>
                  </a:lnTo>
                  <a:lnTo>
                    <a:pt x="1091" y="71"/>
                  </a:lnTo>
                  <a:lnTo>
                    <a:pt x="1091" y="72"/>
                  </a:lnTo>
                  <a:lnTo>
                    <a:pt x="1094" y="71"/>
                  </a:lnTo>
                  <a:lnTo>
                    <a:pt x="1095" y="68"/>
                  </a:lnTo>
                  <a:lnTo>
                    <a:pt x="1095" y="68"/>
                  </a:lnTo>
                  <a:lnTo>
                    <a:pt x="1097" y="70"/>
                  </a:lnTo>
                  <a:lnTo>
                    <a:pt x="1097" y="67"/>
                  </a:lnTo>
                  <a:lnTo>
                    <a:pt x="1099" y="63"/>
                  </a:lnTo>
                  <a:lnTo>
                    <a:pt x="1101" y="62"/>
                  </a:lnTo>
                  <a:lnTo>
                    <a:pt x="1102" y="62"/>
                  </a:lnTo>
                  <a:lnTo>
                    <a:pt x="1107" y="66"/>
                  </a:lnTo>
                  <a:lnTo>
                    <a:pt x="1114" y="67"/>
                  </a:lnTo>
                  <a:lnTo>
                    <a:pt x="1116" y="71"/>
                  </a:lnTo>
                  <a:lnTo>
                    <a:pt x="1116" y="74"/>
                  </a:lnTo>
                  <a:lnTo>
                    <a:pt x="1113" y="76"/>
                  </a:lnTo>
                  <a:lnTo>
                    <a:pt x="1110" y="79"/>
                  </a:lnTo>
                  <a:lnTo>
                    <a:pt x="1114" y="76"/>
                  </a:lnTo>
                  <a:lnTo>
                    <a:pt x="1118" y="76"/>
                  </a:lnTo>
                  <a:lnTo>
                    <a:pt x="1122" y="78"/>
                  </a:lnTo>
                  <a:lnTo>
                    <a:pt x="1126" y="76"/>
                  </a:lnTo>
                  <a:lnTo>
                    <a:pt x="1128" y="74"/>
                  </a:lnTo>
                  <a:lnTo>
                    <a:pt x="1131" y="72"/>
                  </a:lnTo>
                  <a:lnTo>
                    <a:pt x="1136" y="68"/>
                  </a:lnTo>
                  <a:lnTo>
                    <a:pt x="1139" y="67"/>
                  </a:lnTo>
                  <a:lnTo>
                    <a:pt x="1141" y="63"/>
                  </a:lnTo>
                  <a:lnTo>
                    <a:pt x="1145" y="63"/>
                  </a:lnTo>
                  <a:lnTo>
                    <a:pt x="1155" y="58"/>
                  </a:lnTo>
                  <a:lnTo>
                    <a:pt x="1159" y="57"/>
                  </a:lnTo>
                  <a:lnTo>
                    <a:pt x="1161" y="58"/>
                  </a:lnTo>
                  <a:lnTo>
                    <a:pt x="1161" y="57"/>
                  </a:lnTo>
                  <a:lnTo>
                    <a:pt x="1166" y="53"/>
                  </a:lnTo>
                  <a:lnTo>
                    <a:pt x="1169" y="53"/>
                  </a:lnTo>
                  <a:lnTo>
                    <a:pt x="1176" y="53"/>
                  </a:lnTo>
                  <a:lnTo>
                    <a:pt x="1188" y="57"/>
                  </a:lnTo>
                  <a:lnTo>
                    <a:pt x="1192" y="62"/>
                  </a:lnTo>
                  <a:lnTo>
                    <a:pt x="1197" y="65"/>
                  </a:lnTo>
                  <a:lnTo>
                    <a:pt x="1201" y="68"/>
                  </a:lnTo>
                  <a:lnTo>
                    <a:pt x="1203" y="74"/>
                  </a:lnTo>
                  <a:lnTo>
                    <a:pt x="1203" y="75"/>
                  </a:lnTo>
                  <a:lnTo>
                    <a:pt x="1205" y="76"/>
                  </a:lnTo>
                  <a:lnTo>
                    <a:pt x="1205" y="80"/>
                  </a:lnTo>
                  <a:lnTo>
                    <a:pt x="1207" y="84"/>
                  </a:lnTo>
                  <a:lnTo>
                    <a:pt x="1207" y="87"/>
                  </a:lnTo>
                  <a:lnTo>
                    <a:pt x="1206" y="90"/>
                  </a:lnTo>
                  <a:lnTo>
                    <a:pt x="1209" y="90"/>
                  </a:lnTo>
                  <a:lnTo>
                    <a:pt x="1211" y="86"/>
                  </a:lnTo>
                  <a:lnTo>
                    <a:pt x="1214" y="86"/>
                  </a:lnTo>
                  <a:lnTo>
                    <a:pt x="1215" y="87"/>
                  </a:lnTo>
                  <a:lnTo>
                    <a:pt x="1215" y="86"/>
                  </a:lnTo>
                  <a:lnTo>
                    <a:pt x="1219" y="86"/>
                  </a:lnTo>
                  <a:lnTo>
                    <a:pt x="1222" y="87"/>
                  </a:lnTo>
                  <a:lnTo>
                    <a:pt x="1223" y="90"/>
                  </a:lnTo>
                  <a:lnTo>
                    <a:pt x="1223" y="87"/>
                  </a:lnTo>
                  <a:lnTo>
                    <a:pt x="1222" y="83"/>
                  </a:lnTo>
                  <a:lnTo>
                    <a:pt x="1224" y="83"/>
                  </a:lnTo>
                  <a:lnTo>
                    <a:pt x="1226" y="87"/>
                  </a:lnTo>
                  <a:lnTo>
                    <a:pt x="1230" y="90"/>
                  </a:lnTo>
                  <a:lnTo>
                    <a:pt x="1231" y="95"/>
                  </a:lnTo>
                  <a:lnTo>
                    <a:pt x="1232" y="95"/>
                  </a:lnTo>
                  <a:lnTo>
                    <a:pt x="1236" y="99"/>
                  </a:lnTo>
                  <a:lnTo>
                    <a:pt x="1236" y="97"/>
                  </a:lnTo>
                  <a:lnTo>
                    <a:pt x="1235" y="93"/>
                  </a:lnTo>
                  <a:lnTo>
                    <a:pt x="1232" y="92"/>
                  </a:lnTo>
                  <a:lnTo>
                    <a:pt x="1232" y="91"/>
                  </a:lnTo>
                  <a:lnTo>
                    <a:pt x="1235" y="92"/>
                  </a:lnTo>
                  <a:lnTo>
                    <a:pt x="1236" y="92"/>
                  </a:lnTo>
                  <a:lnTo>
                    <a:pt x="1239" y="93"/>
                  </a:lnTo>
                  <a:lnTo>
                    <a:pt x="1243" y="99"/>
                  </a:lnTo>
                  <a:lnTo>
                    <a:pt x="1242" y="95"/>
                  </a:lnTo>
                  <a:lnTo>
                    <a:pt x="1238" y="88"/>
                  </a:lnTo>
                  <a:lnTo>
                    <a:pt x="1238" y="83"/>
                  </a:lnTo>
                  <a:lnTo>
                    <a:pt x="1238" y="79"/>
                  </a:lnTo>
                  <a:lnTo>
                    <a:pt x="1240" y="75"/>
                  </a:lnTo>
                  <a:lnTo>
                    <a:pt x="1245" y="75"/>
                  </a:lnTo>
                  <a:lnTo>
                    <a:pt x="1247" y="74"/>
                  </a:lnTo>
                  <a:lnTo>
                    <a:pt x="1252" y="71"/>
                  </a:lnTo>
                  <a:lnTo>
                    <a:pt x="1251" y="70"/>
                  </a:lnTo>
                  <a:lnTo>
                    <a:pt x="1252" y="68"/>
                  </a:lnTo>
                  <a:lnTo>
                    <a:pt x="1253" y="68"/>
                  </a:lnTo>
                  <a:lnTo>
                    <a:pt x="1256" y="71"/>
                  </a:lnTo>
                  <a:lnTo>
                    <a:pt x="1259" y="72"/>
                  </a:lnTo>
                  <a:lnTo>
                    <a:pt x="1261" y="71"/>
                  </a:lnTo>
                  <a:lnTo>
                    <a:pt x="1265" y="68"/>
                  </a:lnTo>
                  <a:lnTo>
                    <a:pt x="1267" y="70"/>
                  </a:lnTo>
                  <a:lnTo>
                    <a:pt x="1271" y="67"/>
                  </a:lnTo>
                  <a:lnTo>
                    <a:pt x="1276" y="68"/>
                  </a:lnTo>
                  <a:lnTo>
                    <a:pt x="1278" y="67"/>
                  </a:lnTo>
                  <a:lnTo>
                    <a:pt x="1278" y="66"/>
                  </a:lnTo>
                  <a:lnTo>
                    <a:pt x="1280" y="68"/>
                  </a:lnTo>
                  <a:lnTo>
                    <a:pt x="1281" y="70"/>
                  </a:lnTo>
                  <a:lnTo>
                    <a:pt x="1282" y="67"/>
                  </a:lnTo>
                  <a:lnTo>
                    <a:pt x="1285" y="63"/>
                  </a:lnTo>
                  <a:lnTo>
                    <a:pt x="1284" y="62"/>
                  </a:lnTo>
                  <a:lnTo>
                    <a:pt x="1284" y="58"/>
                  </a:lnTo>
                  <a:lnTo>
                    <a:pt x="1284" y="55"/>
                  </a:lnTo>
                  <a:lnTo>
                    <a:pt x="1285" y="54"/>
                  </a:lnTo>
                  <a:lnTo>
                    <a:pt x="1289" y="55"/>
                  </a:lnTo>
                  <a:lnTo>
                    <a:pt x="1290" y="58"/>
                  </a:lnTo>
                  <a:lnTo>
                    <a:pt x="1292" y="59"/>
                  </a:lnTo>
                  <a:lnTo>
                    <a:pt x="1294" y="59"/>
                  </a:lnTo>
                  <a:lnTo>
                    <a:pt x="1297" y="62"/>
                  </a:lnTo>
                  <a:lnTo>
                    <a:pt x="1297" y="65"/>
                  </a:lnTo>
                  <a:lnTo>
                    <a:pt x="1299" y="68"/>
                  </a:lnTo>
                  <a:lnTo>
                    <a:pt x="1301" y="70"/>
                  </a:lnTo>
                  <a:lnTo>
                    <a:pt x="1305" y="68"/>
                  </a:lnTo>
                  <a:lnTo>
                    <a:pt x="1310" y="70"/>
                  </a:lnTo>
                  <a:lnTo>
                    <a:pt x="1311" y="70"/>
                  </a:lnTo>
                  <a:lnTo>
                    <a:pt x="1313" y="70"/>
                  </a:lnTo>
                  <a:lnTo>
                    <a:pt x="1317" y="75"/>
                  </a:lnTo>
                  <a:lnTo>
                    <a:pt x="1317" y="78"/>
                  </a:lnTo>
                  <a:lnTo>
                    <a:pt x="1318" y="79"/>
                  </a:lnTo>
                  <a:lnTo>
                    <a:pt x="1322" y="79"/>
                  </a:lnTo>
                  <a:lnTo>
                    <a:pt x="1325" y="78"/>
                  </a:lnTo>
                  <a:lnTo>
                    <a:pt x="1327" y="78"/>
                  </a:lnTo>
                  <a:lnTo>
                    <a:pt x="1327" y="76"/>
                  </a:lnTo>
                  <a:lnTo>
                    <a:pt x="1330" y="74"/>
                  </a:lnTo>
                  <a:lnTo>
                    <a:pt x="1331" y="75"/>
                  </a:lnTo>
                  <a:lnTo>
                    <a:pt x="1332" y="74"/>
                  </a:lnTo>
                  <a:lnTo>
                    <a:pt x="1331" y="71"/>
                  </a:lnTo>
                  <a:lnTo>
                    <a:pt x="1332" y="71"/>
                  </a:lnTo>
                  <a:lnTo>
                    <a:pt x="1331" y="68"/>
                  </a:lnTo>
                  <a:lnTo>
                    <a:pt x="1331" y="67"/>
                  </a:lnTo>
                  <a:lnTo>
                    <a:pt x="1328" y="65"/>
                  </a:lnTo>
                  <a:lnTo>
                    <a:pt x="1326" y="63"/>
                  </a:lnTo>
                  <a:lnTo>
                    <a:pt x="1325" y="59"/>
                  </a:lnTo>
                  <a:lnTo>
                    <a:pt x="1321" y="55"/>
                  </a:lnTo>
                  <a:lnTo>
                    <a:pt x="1319" y="55"/>
                  </a:lnTo>
                  <a:lnTo>
                    <a:pt x="1318" y="53"/>
                  </a:lnTo>
                  <a:lnTo>
                    <a:pt x="1314" y="51"/>
                  </a:lnTo>
                  <a:lnTo>
                    <a:pt x="1311" y="53"/>
                  </a:lnTo>
                  <a:lnTo>
                    <a:pt x="1310" y="53"/>
                  </a:lnTo>
                  <a:lnTo>
                    <a:pt x="1310" y="50"/>
                  </a:lnTo>
                  <a:lnTo>
                    <a:pt x="1311" y="49"/>
                  </a:lnTo>
                  <a:lnTo>
                    <a:pt x="1309" y="45"/>
                  </a:lnTo>
                  <a:lnTo>
                    <a:pt x="1309" y="42"/>
                  </a:lnTo>
                  <a:lnTo>
                    <a:pt x="1307" y="41"/>
                  </a:lnTo>
                  <a:lnTo>
                    <a:pt x="1306" y="38"/>
                  </a:lnTo>
                  <a:lnTo>
                    <a:pt x="1302" y="36"/>
                  </a:lnTo>
                  <a:lnTo>
                    <a:pt x="1302" y="34"/>
                  </a:lnTo>
                  <a:lnTo>
                    <a:pt x="1307" y="34"/>
                  </a:lnTo>
                  <a:lnTo>
                    <a:pt x="1310" y="34"/>
                  </a:lnTo>
                  <a:lnTo>
                    <a:pt x="1317" y="34"/>
                  </a:lnTo>
                  <a:lnTo>
                    <a:pt x="1322" y="34"/>
                  </a:lnTo>
                  <a:lnTo>
                    <a:pt x="1322" y="33"/>
                  </a:lnTo>
                  <a:lnTo>
                    <a:pt x="1325" y="32"/>
                  </a:lnTo>
                  <a:lnTo>
                    <a:pt x="1327" y="33"/>
                  </a:lnTo>
                  <a:lnTo>
                    <a:pt x="1330" y="33"/>
                  </a:lnTo>
                  <a:lnTo>
                    <a:pt x="1331" y="33"/>
                  </a:lnTo>
                  <a:lnTo>
                    <a:pt x="1331" y="30"/>
                  </a:lnTo>
                  <a:lnTo>
                    <a:pt x="1334" y="30"/>
                  </a:lnTo>
                  <a:lnTo>
                    <a:pt x="1335" y="32"/>
                  </a:lnTo>
                  <a:lnTo>
                    <a:pt x="1336" y="32"/>
                  </a:lnTo>
                  <a:lnTo>
                    <a:pt x="1338" y="29"/>
                  </a:lnTo>
                  <a:lnTo>
                    <a:pt x="1339" y="30"/>
                  </a:lnTo>
                  <a:lnTo>
                    <a:pt x="1340" y="28"/>
                  </a:lnTo>
                  <a:lnTo>
                    <a:pt x="1350" y="25"/>
                  </a:lnTo>
                  <a:lnTo>
                    <a:pt x="1351" y="28"/>
                  </a:lnTo>
                  <a:lnTo>
                    <a:pt x="1351" y="25"/>
                  </a:lnTo>
                  <a:lnTo>
                    <a:pt x="1352" y="24"/>
                  </a:lnTo>
                  <a:lnTo>
                    <a:pt x="1353" y="24"/>
                  </a:lnTo>
                  <a:lnTo>
                    <a:pt x="1356" y="24"/>
                  </a:lnTo>
                  <a:lnTo>
                    <a:pt x="1359" y="24"/>
                  </a:lnTo>
                  <a:lnTo>
                    <a:pt x="1360" y="25"/>
                  </a:lnTo>
                  <a:lnTo>
                    <a:pt x="1365" y="25"/>
                  </a:lnTo>
                  <a:lnTo>
                    <a:pt x="1367" y="24"/>
                  </a:lnTo>
                  <a:lnTo>
                    <a:pt x="1368" y="25"/>
                  </a:lnTo>
                  <a:lnTo>
                    <a:pt x="1369" y="26"/>
                  </a:lnTo>
                  <a:lnTo>
                    <a:pt x="1372" y="25"/>
                  </a:lnTo>
                  <a:lnTo>
                    <a:pt x="1375" y="24"/>
                  </a:lnTo>
                  <a:lnTo>
                    <a:pt x="1382" y="26"/>
                  </a:lnTo>
                  <a:lnTo>
                    <a:pt x="1385" y="28"/>
                  </a:lnTo>
                  <a:lnTo>
                    <a:pt x="1386" y="28"/>
                  </a:lnTo>
                  <a:lnTo>
                    <a:pt x="1386" y="26"/>
                  </a:lnTo>
                  <a:lnTo>
                    <a:pt x="1389" y="26"/>
                  </a:lnTo>
                  <a:lnTo>
                    <a:pt x="1390" y="28"/>
                  </a:lnTo>
                  <a:lnTo>
                    <a:pt x="1389" y="29"/>
                  </a:lnTo>
                  <a:lnTo>
                    <a:pt x="1390" y="29"/>
                  </a:lnTo>
                  <a:lnTo>
                    <a:pt x="1394" y="29"/>
                  </a:lnTo>
                  <a:lnTo>
                    <a:pt x="1402" y="29"/>
                  </a:lnTo>
                  <a:lnTo>
                    <a:pt x="1409" y="34"/>
                  </a:lnTo>
                  <a:lnTo>
                    <a:pt x="1409" y="36"/>
                  </a:lnTo>
                  <a:lnTo>
                    <a:pt x="1406" y="34"/>
                  </a:lnTo>
                  <a:lnTo>
                    <a:pt x="1402" y="33"/>
                  </a:lnTo>
                  <a:lnTo>
                    <a:pt x="1402" y="33"/>
                  </a:lnTo>
                  <a:lnTo>
                    <a:pt x="1409" y="36"/>
                  </a:lnTo>
                  <a:lnTo>
                    <a:pt x="1413" y="36"/>
                  </a:lnTo>
                  <a:lnTo>
                    <a:pt x="1413" y="34"/>
                  </a:lnTo>
                  <a:lnTo>
                    <a:pt x="1417" y="34"/>
                  </a:lnTo>
                  <a:lnTo>
                    <a:pt x="1419" y="34"/>
                  </a:lnTo>
                  <a:lnTo>
                    <a:pt x="1419" y="32"/>
                  </a:lnTo>
                  <a:lnTo>
                    <a:pt x="1421" y="32"/>
                  </a:lnTo>
                  <a:lnTo>
                    <a:pt x="1423" y="33"/>
                  </a:lnTo>
                  <a:lnTo>
                    <a:pt x="1425" y="34"/>
                  </a:lnTo>
                  <a:lnTo>
                    <a:pt x="1426" y="34"/>
                  </a:lnTo>
                  <a:lnTo>
                    <a:pt x="1426" y="33"/>
                  </a:lnTo>
                  <a:lnTo>
                    <a:pt x="1427" y="33"/>
                  </a:lnTo>
                  <a:lnTo>
                    <a:pt x="1430" y="34"/>
                  </a:lnTo>
                  <a:lnTo>
                    <a:pt x="1430" y="36"/>
                  </a:lnTo>
                  <a:lnTo>
                    <a:pt x="1434" y="37"/>
                  </a:lnTo>
                  <a:lnTo>
                    <a:pt x="1436" y="36"/>
                  </a:lnTo>
                  <a:lnTo>
                    <a:pt x="1447" y="37"/>
                  </a:lnTo>
                  <a:lnTo>
                    <a:pt x="1446" y="36"/>
                  </a:lnTo>
                  <a:lnTo>
                    <a:pt x="1450" y="36"/>
                  </a:lnTo>
                  <a:lnTo>
                    <a:pt x="1451" y="37"/>
                  </a:lnTo>
                  <a:lnTo>
                    <a:pt x="1452" y="38"/>
                  </a:lnTo>
                  <a:lnTo>
                    <a:pt x="1452" y="36"/>
                  </a:lnTo>
                  <a:lnTo>
                    <a:pt x="1452" y="36"/>
                  </a:lnTo>
                  <a:lnTo>
                    <a:pt x="1456" y="37"/>
                  </a:lnTo>
                  <a:lnTo>
                    <a:pt x="1456" y="37"/>
                  </a:lnTo>
                  <a:lnTo>
                    <a:pt x="1457" y="39"/>
                  </a:lnTo>
                  <a:lnTo>
                    <a:pt x="1461" y="38"/>
                  </a:lnTo>
                  <a:lnTo>
                    <a:pt x="1461" y="38"/>
                  </a:lnTo>
                  <a:lnTo>
                    <a:pt x="1460" y="37"/>
                  </a:lnTo>
                  <a:lnTo>
                    <a:pt x="1464" y="37"/>
                  </a:lnTo>
                  <a:lnTo>
                    <a:pt x="1465" y="38"/>
                  </a:lnTo>
                  <a:lnTo>
                    <a:pt x="1464" y="39"/>
                  </a:lnTo>
                  <a:lnTo>
                    <a:pt x="1467" y="42"/>
                  </a:lnTo>
                  <a:lnTo>
                    <a:pt x="1471" y="43"/>
                  </a:lnTo>
                  <a:lnTo>
                    <a:pt x="1473" y="42"/>
                  </a:lnTo>
                  <a:lnTo>
                    <a:pt x="1469" y="41"/>
                  </a:lnTo>
                  <a:lnTo>
                    <a:pt x="1467" y="39"/>
                  </a:lnTo>
                  <a:lnTo>
                    <a:pt x="1467" y="38"/>
                  </a:lnTo>
                  <a:lnTo>
                    <a:pt x="1469" y="37"/>
                  </a:lnTo>
                  <a:lnTo>
                    <a:pt x="1472" y="37"/>
                  </a:lnTo>
                  <a:lnTo>
                    <a:pt x="1477" y="39"/>
                  </a:lnTo>
                  <a:lnTo>
                    <a:pt x="1477" y="42"/>
                  </a:lnTo>
                  <a:lnTo>
                    <a:pt x="1479" y="43"/>
                  </a:lnTo>
                  <a:lnTo>
                    <a:pt x="1480" y="41"/>
                  </a:lnTo>
                  <a:lnTo>
                    <a:pt x="1479" y="41"/>
                  </a:lnTo>
                  <a:lnTo>
                    <a:pt x="1481" y="41"/>
                  </a:lnTo>
                  <a:lnTo>
                    <a:pt x="1483" y="42"/>
                  </a:lnTo>
                  <a:lnTo>
                    <a:pt x="1481" y="43"/>
                  </a:lnTo>
                  <a:lnTo>
                    <a:pt x="1484" y="46"/>
                  </a:lnTo>
                  <a:lnTo>
                    <a:pt x="1488" y="53"/>
                  </a:lnTo>
                  <a:lnTo>
                    <a:pt x="1492" y="54"/>
                  </a:lnTo>
                  <a:lnTo>
                    <a:pt x="1493" y="57"/>
                  </a:lnTo>
                  <a:lnTo>
                    <a:pt x="1494" y="59"/>
                  </a:lnTo>
                  <a:lnTo>
                    <a:pt x="1496" y="61"/>
                  </a:lnTo>
                  <a:lnTo>
                    <a:pt x="1496" y="62"/>
                  </a:lnTo>
                  <a:lnTo>
                    <a:pt x="1496" y="65"/>
                  </a:lnTo>
                  <a:lnTo>
                    <a:pt x="1498" y="66"/>
                  </a:lnTo>
                  <a:lnTo>
                    <a:pt x="1500" y="63"/>
                  </a:lnTo>
                  <a:lnTo>
                    <a:pt x="1504" y="65"/>
                  </a:lnTo>
                  <a:lnTo>
                    <a:pt x="1505" y="67"/>
                  </a:lnTo>
                  <a:lnTo>
                    <a:pt x="1508" y="68"/>
                  </a:lnTo>
                  <a:lnTo>
                    <a:pt x="1508" y="67"/>
                  </a:lnTo>
                  <a:lnTo>
                    <a:pt x="1506" y="66"/>
                  </a:lnTo>
                  <a:lnTo>
                    <a:pt x="1506" y="65"/>
                  </a:lnTo>
                  <a:lnTo>
                    <a:pt x="1508" y="62"/>
                  </a:lnTo>
                  <a:lnTo>
                    <a:pt x="1509" y="63"/>
                  </a:lnTo>
                  <a:lnTo>
                    <a:pt x="1510" y="66"/>
                  </a:lnTo>
                  <a:lnTo>
                    <a:pt x="1513" y="68"/>
                  </a:lnTo>
                  <a:lnTo>
                    <a:pt x="1511" y="67"/>
                  </a:lnTo>
                  <a:lnTo>
                    <a:pt x="1510" y="63"/>
                  </a:lnTo>
                  <a:lnTo>
                    <a:pt x="1510" y="61"/>
                  </a:lnTo>
                  <a:lnTo>
                    <a:pt x="1509" y="59"/>
                  </a:lnTo>
                  <a:lnTo>
                    <a:pt x="1506" y="61"/>
                  </a:lnTo>
                  <a:lnTo>
                    <a:pt x="1502" y="61"/>
                  </a:lnTo>
                  <a:lnTo>
                    <a:pt x="1502" y="59"/>
                  </a:lnTo>
                  <a:lnTo>
                    <a:pt x="1504" y="58"/>
                  </a:lnTo>
                  <a:lnTo>
                    <a:pt x="1504" y="55"/>
                  </a:lnTo>
                  <a:lnTo>
                    <a:pt x="1498" y="51"/>
                  </a:lnTo>
                  <a:lnTo>
                    <a:pt x="1497" y="50"/>
                  </a:lnTo>
                  <a:lnTo>
                    <a:pt x="1496" y="47"/>
                  </a:lnTo>
                  <a:lnTo>
                    <a:pt x="1494" y="47"/>
                  </a:lnTo>
                  <a:lnTo>
                    <a:pt x="1490" y="50"/>
                  </a:lnTo>
                  <a:lnTo>
                    <a:pt x="1490" y="49"/>
                  </a:lnTo>
                  <a:lnTo>
                    <a:pt x="1493" y="46"/>
                  </a:lnTo>
                  <a:lnTo>
                    <a:pt x="1494" y="43"/>
                  </a:lnTo>
                  <a:lnTo>
                    <a:pt x="1497" y="38"/>
                  </a:lnTo>
                  <a:lnTo>
                    <a:pt x="1500" y="38"/>
                  </a:lnTo>
                  <a:lnTo>
                    <a:pt x="1498" y="39"/>
                  </a:lnTo>
                  <a:lnTo>
                    <a:pt x="1501" y="43"/>
                  </a:lnTo>
                  <a:lnTo>
                    <a:pt x="1504" y="45"/>
                  </a:lnTo>
                  <a:lnTo>
                    <a:pt x="1504" y="43"/>
                  </a:lnTo>
                  <a:lnTo>
                    <a:pt x="1501" y="42"/>
                  </a:lnTo>
                  <a:lnTo>
                    <a:pt x="1501" y="39"/>
                  </a:lnTo>
                  <a:lnTo>
                    <a:pt x="1502" y="39"/>
                  </a:lnTo>
                  <a:lnTo>
                    <a:pt x="1505" y="38"/>
                  </a:lnTo>
                  <a:lnTo>
                    <a:pt x="1505" y="36"/>
                  </a:lnTo>
                  <a:lnTo>
                    <a:pt x="1502" y="36"/>
                  </a:lnTo>
                  <a:lnTo>
                    <a:pt x="1504" y="36"/>
                  </a:lnTo>
                  <a:lnTo>
                    <a:pt x="1505" y="34"/>
                  </a:lnTo>
                  <a:lnTo>
                    <a:pt x="1508" y="34"/>
                  </a:lnTo>
                  <a:lnTo>
                    <a:pt x="1509" y="30"/>
                  </a:lnTo>
                  <a:lnTo>
                    <a:pt x="1511" y="30"/>
                  </a:lnTo>
                  <a:lnTo>
                    <a:pt x="1513" y="33"/>
                  </a:lnTo>
                  <a:lnTo>
                    <a:pt x="1514" y="32"/>
                  </a:lnTo>
                  <a:lnTo>
                    <a:pt x="1515" y="33"/>
                  </a:lnTo>
                  <a:lnTo>
                    <a:pt x="1515" y="33"/>
                  </a:lnTo>
                  <a:lnTo>
                    <a:pt x="1518" y="36"/>
                  </a:lnTo>
                  <a:lnTo>
                    <a:pt x="1522" y="36"/>
                  </a:lnTo>
                  <a:lnTo>
                    <a:pt x="1523" y="36"/>
                  </a:lnTo>
                  <a:lnTo>
                    <a:pt x="1530" y="37"/>
                  </a:lnTo>
                  <a:lnTo>
                    <a:pt x="1530" y="39"/>
                  </a:lnTo>
                  <a:lnTo>
                    <a:pt x="1530" y="41"/>
                  </a:lnTo>
                  <a:lnTo>
                    <a:pt x="1531" y="39"/>
                  </a:lnTo>
                  <a:lnTo>
                    <a:pt x="1533" y="38"/>
                  </a:lnTo>
                  <a:lnTo>
                    <a:pt x="1534" y="38"/>
                  </a:lnTo>
                  <a:lnTo>
                    <a:pt x="1534" y="41"/>
                  </a:lnTo>
                  <a:lnTo>
                    <a:pt x="1536" y="39"/>
                  </a:lnTo>
                  <a:lnTo>
                    <a:pt x="1538" y="37"/>
                  </a:lnTo>
                  <a:lnTo>
                    <a:pt x="1540" y="38"/>
                  </a:lnTo>
                  <a:lnTo>
                    <a:pt x="1540" y="39"/>
                  </a:lnTo>
                  <a:lnTo>
                    <a:pt x="1539" y="41"/>
                  </a:lnTo>
                  <a:lnTo>
                    <a:pt x="1539" y="42"/>
                  </a:lnTo>
                  <a:lnTo>
                    <a:pt x="1540" y="49"/>
                  </a:lnTo>
                  <a:lnTo>
                    <a:pt x="1540" y="53"/>
                  </a:lnTo>
                  <a:lnTo>
                    <a:pt x="1540" y="54"/>
                  </a:lnTo>
                  <a:lnTo>
                    <a:pt x="1543" y="53"/>
                  </a:lnTo>
                  <a:lnTo>
                    <a:pt x="1544" y="55"/>
                  </a:lnTo>
                  <a:lnTo>
                    <a:pt x="1547" y="57"/>
                  </a:lnTo>
                  <a:lnTo>
                    <a:pt x="1547" y="59"/>
                  </a:lnTo>
                  <a:lnTo>
                    <a:pt x="1546" y="61"/>
                  </a:lnTo>
                  <a:lnTo>
                    <a:pt x="1543" y="61"/>
                  </a:lnTo>
                  <a:lnTo>
                    <a:pt x="1538" y="61"/>
                  </a:lnTo>
                  <a:lnTo>
                    <a:pt x="1544" y="62"/>
                  </a:lnTo>
                  <a:lnTo>
                    <a:pt x="1546" y="65"/>
                  </a:lnTo>
                  <a:lnTo>
                    <a:pt x="1544" y="67"/>
                  </a:lnTo>
                  <a:lnTo>
                    <a:pt x="1542" y="67"/>
                  </a:lnTo>
                  <a:lnTo>
                    <a:pt x="1539" y="71"/>
                  </a:lnTo>
                  <a:lnTo>
                    <a:pt x="1539" y="70"/>
                  </a:lnTo>
                  <a:lnTo>
                    <a:pt x="1536" y="72"/>
                  </a:lnTo>
                  <a:lnTo>
                    <a:pt x="1533" y="72"/>
                  </a:lnTo>
                  <a:lnTo>
                    <a:pt x="1530" y="74"/>
                  </a:lnTo>
                  <a:lnTo>
                    <a:pt x="1534" y="74"/>
                  </a:lnTo>
                  <a:lnTo>
                    <a:pt x="1535" y="75"/>
                  </a:lnTo>
                  <a:lnTo>
                    <a:pt x="1536" y="76"/>
                  </a:lnTo>
                  <a:lnTo>
                    <a:pt x="1539" y="75"/>
                  </a:lnTo>
                  <a:lnTo>
                    <a:pt x="1539" y="75"/>
                  </a:lnTo>
                  <a:lnTo>
                    <a:pt x="1540" y="76"/>
                  </a:lnTo>
                  <a:lnTo>
                    <a:pt x="1542" y="80"/>
                  </a:lnTo>
                  <a:lnTo>
                    <a:pt x="1540" y="82"/>
                  </a:lnTo>
                  <a:lnTo>
                    <a:pt x="1539" y="84"/>
                  </a:lnTo>
                  <a:lnTo>
                    <a:pt x="1543" y="82"/>
                  </a:lnTo>
                  <a:lnTo>
                    <a:pt x="1546" y="82"/>
                  </a:lnTo>
                  <a:lnTo>
                    <a:pt x="1548" y="84"/>
                  </a:lnTo>
                  <a:lnTo>
                    <a:pt x="1548" y="86"/>
                  </a:lnTo>
                  <a:lnTo>
                    <a:pt x="1550" y="90"/>
                  </a:lnTo>
                  <a:lnTo>
                    <a:pt x="1547" y="91"/>
                  </a:lnTo>
                  <a:lnTo>
                    <a:pt x="1548" y="92"/>
                  </a:lnTo>
                  <a:lnTo>
                    <a:pt x="1550" y="95"/>
                  </a:lnTo>
                  <a:lnTo>
                    <a:pt x="1547" y="96"/>
                  </a:lnTo>
                  <a:lnTo>
                    <a:pt x="1547" y="97"/>
                  </a:lnTo>
                  <a:lnTo>
                    <a:pt x="1547" y="100"/>
                  </a:lnTo>
                  <a:lnTo>
                    <a:pt x="1547" y="97"/>
                  </a:lnTo>
                  <a:lnTo>
                    <a:pt x="1550" y="97"/>
                  </a:lnTo>
                  <a:lnTo>
                    <a:pt x="1551" y="99"/>
                  </a:lnTo>
                  <a:lnTo>
                    <a:pt x="1551" y="101"/>
                  </a:lnTo>
                  <a:lnTo>
                    <a:pt x="1554" y="101"/>
                  </a:lnTo>
                  <a:lnTo>
                    <a:pt x="1554" y="103"/>
                  </a:lnTo>
                  <a:lnTo>
                    <a:pt x="1555" y="101"/>
                  </a:lnTo>
                  <a:lnTo>
                    <a:pt x="1556" y="100"/>
                  </a:lnTo>
                  <a:lnTo>
                    <a:pt x="1558" y="100"/>
                  </a:lnTo>
                  <a:lnTo>
                    <a:pt x="1560" y="101"/>
                  </a:lnTo>
                  <a:lnTo>
                    <a:pt x="1560" y="104"/>
                  </a:lnTo>
                  <a:lnTo>
                    <a:pt x="1558" y="104"/>
                  </a:lnTo>
                  <a:lnTo>
                    <a:pt x="1556" y="103"/>
                  </a:lnTo>
                  <a:lnTo>
                    <a:pt x="1555" y="105"/>
                  </a:lnTo>
                  <a:lnTo>
                    <a:pt x="1558" y="107"/>
                  </a:lnTo>
                  <a:lnTo>
                    <a:pt x="1559" y="107"/>
                  </a:lnTo>
                  <a:lnTo>
                    <a:pt x="1560" y="109"/>
                  </a:lnTo>
                  <a:lnTo>
                    <a:pt x="1560" y="112"/>
                  </a:lnTo>
                  <a:lnTo>
                    <a:pt x="1558" y="113"/>
                  </a:lnTo>
                  <a:lnTo>
                    <a:pt x="1555" y="109"/>
                  </a:lnTo>
                  <a:lnTo>
                    <a:pt x="1554" y="108"/>
                  </a:lnTo>
                  <a:lnTo>
                    <a:pt x="1555" y="113"/>
                  </a:lnTo>
                  <a:lnTo>
                    <a:pt x="1554" y="115"/>
                  </a:lnTo>
                  <a:lnTo>
                    <a:pt x="1552" y="115"/>
                  </a:lnTo>
                  <a:lnTo>
                    <a:pt x="1552" y="113"/>
                  </a:lnTo>
                  <a:lnTo>
                    <a:pt x="1550" y="113"/>
                  </a:lnTo>
                  <a:lnTo>
                    <a:pt x="1548" y="113"/>
                  </a:lnTo>
                  <a:lnTo>
                    <a:pt x="1543" y="112"/>
                  </a:lnTo>
                  <a:lnTo>
                    <a:pt x="1540" y="113"/>
                  </a:lnTo>
                  <a:lnTo>
                    <a:pt x="1538" y="113"/>
                  </a:lnTo>
                  <a:lnTo>
                    <a:pt x="1539" y="112"/>
                  </a:lnTo>
                  <a:lnTo>
                    <a:pt x="1538" y="111"/>
                  </a:lnTo>
                  <a:lnTo>
                    <a:pt x="1536" y="109"/>
                  </a:lnTo>
                  <a:lnTo>
                    <a:pt x="1536" y="113"/>
                  </a:lnTo>
                  <a:lnTo>
                    <a:pt x="1535" y="113"/>
                  </a:lnTo>
                  <a:lnTo>
                    <a:pt x="1535" y="113"/>
                  </a:lnTo>
                  <a:lnTo>
                    <a:pt x="1536" y="116"/>
                  </a:lnTo>
                  <a:lnTo>
                    <a:pt x="1534" y="117"/>
                  </a:lnTo>
                  <a:lnTo>
                    <a:pt x="1534" y="117"/>
                  </a:lnTo>
                  <a:lnTo>
                    <a:pt x="1534" y="117"/>
                  </a:lnTo>
                  <a:lnTo>
                    <a:pt x="1533" y="116"/>
                  </a:lnTo>
                  <a:lnTo>
                    <a:pt x="1527" y="117"/>
                  </a:lnTo>
                  <a:lnTo>
                    <a:pt x="1526" y="116"/>
                  </a:lnTo>
                  <a:lnTo>
                    <a:pt x="1526" y="115"/>
                  </a:lnTo>
                  <a:lnTo>
                    <a:pt x="1526" y="112"/>
                  </a:lnTo>
                  <a:lnTo>
                    <a:pt x="1525" y="112"/>
                  </a:lnTo>
                  <a:lnTo>
                    <a:pt x="1519" y="108"/>
                  </a:lnTo>
                  <a:lnTo>
                    <a:pt x="1518" y="107"/>
                  </a:lnTo>
                  <a:lnTo>
                    <a:pt x="1519" y="105"/>
                  </a:lnTo>
                  <a:lnTo>
                    <a:pt x="1515" y="104"/>
                  </a:lnTo>
                  <a:lnTo>
                    <a:pt x="1514" y="107"/>
                  </a:lnTo>
                  <a:lnTo>
                    <a:pt x="1510" y="108"/>
                  </a:lnTo>
                  <a:lnTo>
                    <a:pt x="1509" y="109"/>
                  </a:lnTo>
                  <a:lnTo>
                    <a:pt x="1508" y="111"/>
                  </a:lnTo>
                  <a:lnTo>
                    <a:pt x="1506" y="107"/>
                  </a:lnTo>
                  <a:lnTo>
                    <a:pt x="1505" y="105"/>
                  </a:lnTo>
                  <a:lnTo>
                    <a:pt x="1506" y="107"/>
                  </a:lnTo>
                  <a:lnTo>
                    <a:pt x="1506" y="112"/>
                  </a:lnTo>
                  <a:lnTo>
                    <a:pt x="1506" y="115"/>
                  </a:lnTo>
                  <a:lnTo>
                    <a:pt x="1506" y="117"/>
                  </a:lnTo>
                  <a:lnTo>
                    <a:pt x="1501" y="124"/>
                  </a:lnTo>
                  <a:lnTo>
                    <a:pt x="1500" y="124"/>
                  </a:lnTo>
                  <a:lnTo>
                    <a:pt x="1500" y="118"/>
                  </a:lnTo>
                  <a:lnTo>
                    <a:pt x="1497" y="118"/>
                  </a:lnTo>
                  <a:lnTo>
                    <a:pt x="1494" y="120"/>
                  </a:lnTo>
                  <a:lnTo>
                    <a:pt x="1489" y="115"/>
                  </a:lnTo>
                  <a:lnTo>
                    <a:pt x="1489" y="113"/>
                  </a:lnTo>
                  <a:lnTo>
                    <a:pt x="1488" y="108"/>
                  </a:lnTo>
                  <a:lnTo>
                    <a:pt x="1486" y="107"/>
                  </a:lnTo>
                  <a:lnTo>
                    <a:pt x="1485" y="105"/>
                  </a:lnTo>
                  <a:lnTo>
                    <a:pt x="1484" y="104"/>
                  </a:lnTo>
                  <a:lnTo>
                    <a:pt x="1483" y="104"/>
                  </a:lnTo>
                  <a:lnTo>
                    <a:pt x="1484" y="107"/>
                  </a:lnTo>
                  <a:lnTo>
                    <a:pt x="1484" y="108"/>
                  </a:lnTo>
                  <a:lnTo>
                    <a:pt x="1485" y="111"/>
                  </a:lnTo>
                  <a:lnTo>
                    <a:pt x="1484" y="112"/>
                  </a:lnTo>
                  <a:lnTo>
                    <a:pt x="1480" y="109"/>
                  </a:lnTo>
                  <a:lnTo>
                    <a:pt x="1477" y="107"/>
                  </a:lnTo>
                  <a:lnTo>
                    <a:pt x="1477" y="107"/>
                  </a:lnTo>
                  <a:lnTo>
                    <a:pt x="1479" y="109"/>
                  </a:lnTo>
                  <a:lnTo>
                    <a:pt x="1477" y="111"/>
                  </a:lnTo>
                  <a:lnTo>
                    <a:pt x="1479" y="112"/>
                  </a:lnTo>
                  <a:lnTo>
                    <a:pt x="1481" y="112"/>
                  </a:lnTo>
                  <a:lnTo>
                    <a:pt x="1483" y="113"/>
                  </a:lnTo>
                  <a:lnTo>
                    <a:pt x="1481" y="116"/>
                  </a:lnTo>
                  <a:lnTo>
                    <a:pt x="1479" y="117"/>
                  </a:lnTo>
                  <a:lnTo>
                    <a:pt x="1477" y="118"/>
                  </a:lnTo>
                  <a:lnTo>
                    <a:pt x="1480" y="118"/>
                  </a:lnTo>
                  <a:lnTo>
                    <a:pt x="1486" y="126"/>
                  </a:lnTo>
                  <a:lnTo>
                    <a:pt x="1490" y="128"/>
                  </a:lnTo>
                  <a:lnTo>
                    <a:pt x="1493" y="126"/>
                  </a:lnTo>
                  <a:lnTo>
                    <a:pt x="1496" y="128"/>
                  </a:lnTo>
                  <a:lnTo>
                    <a:pt x="1497" y="132"/>
                  </a:lnTo>
                  <a:lnTo>
                    <a:pt x="1497" y="132"/>
                  </a:lnTo>
                  <a:lnTo>
                    <a:pt x="1494" y="129"/>
                  </a:lnTo>
                  <a:lnTo>
                    <a:pt x="1493" y="129"/>
                  </a:lnTo>
                  <a:lnTo>
                    <a:pt x="1494" y="133"/>
                  </a:lnTo>
                  <a:lnTo>
                    <a:pt x="1498" y="134"/>
                  </a:lnTo>
                  <a:lnTo>
                    <a:pt x="1500" y="138"/>
                  </a:lnTo>
                  <a:lnTo>
                    <a:pt x="1501" y="141"/>
                  </a:lnTo>
                  <a:lnTo>
                    <a:pt x="1501" y="146"/>
                  </a:lnTo>
                  <a:lnTo>
                    <a:pt x="1500" y="153"/>
                  </a:lnTo>
                  <a:lnTo>
                    <a:pt x="1501" y="158"/>
                  </a:lnTo>
                  <a:lnTo>
                    <a:pt x="1501" y="161"/>
                  </a:lnTo>
                  <a:lnTo>
                    <a:pt x="1501" y="163"/>
                  </a:lnTo>
                  <a:lnTo>
                    <a:pt x="1498" y="167"/>
                  </a:lnTo>
                  <a:lnTo>
                    <a:pt x="1498" y="170"/>
                  </a:lnTo>
                  <a:lnTo>
                    <a:pt x="1497" y="171"/>
                  </a:lnTo>
                  <a:lnTo>
                    <a:pt x="1497" y="170"/>
                  </a:lnTo>
                  <a:lnTo>
                    <a:pt x="1497" y="168"/>
                  </a:lnTo>
                  <a:lnTo>
                    <a:pt x="1490" y="172"/>
                  </a:lnTo>
                  <a:lnTo>
                    <a:pt x="1489" y="171"/>
                  </a:lnTo>
                  <a:lnTo>
                    <a:pt x="1486" y="172"/>
                  </a:lnTo>
                  <a:lnTo>
                    <a:pt x="1485" y="172"/>
                  </a:lnTo>
                  <a:lnTo>
                    <a:pt x="1484" y="170"/>
                  </a:lnTo>
                  <a:lnTo>
                    <a:pt x="1481" y="170"/>
                  </a:lnTo>
                  <a:lnTo>
                    <a:pt x="1479" y="166"/>
                  </a:lnTo>
                  <a:lnTo>
                    <a:pt x="1476" y="165"/>
                  </a:lnTo>
                  <a:lnTo>
                    <a:pt x="1472" y="163"/>
                  </a:lnTo>
                  <a:lnTo>
                    <a:pt x="1471" y="162"/>
                  </a:lnTo>
                  <a:lnTo>
                    <a:pt x="1468" y="163"/>
                  </a:lnTo>
                  <a:lnTo>
                    <a:pt x="1467" y="166"/>
                  </a:lnTo>
                  <a:lnTo>
                    <a:pt x="1464" y="166"/>
                  </a:lnTo>
                  <a:lnTo>
                    <a:pt x="1467" y="167"/>
                  </a:lnTo>
                  <a:lnTo>
                    <a:pt x="1469" y="167"/>
                  </a:lnTo>
                  <a:lnTo>
                    <a:pt x="1471" y="165"/>
                  </a:lnTo>
                  <a:lnTo>
                    <a:pt x="1477" y="167"/>
                  </a:lnTo>
                  <a:lnTo>
                    <a:pt x="1479" y="170"/>
                  </a:lnTo>
                  <a:lnTo>
                    <a:pt x="1476" y="171"/>
                  </a:lnTo>
                  <a:lnTo>
                    <a:pt x="1473" y="170"/>
                  </a:lnTo>
                  <a:lnTo>
                    <a:pt x="1471" y="170"/>
                  </a:lnTo>
                  <a:lnTo>
                    <a:pt x="1471" y="172"/>
                  </a:lnTo>
                  <a:lnTo>
                    <a:pt x="1468" y="170"/>
                  </a:lnTo>
                  <a:lnTo>
                    <a:pt x="1467" y="171"/>
                  </a:lnTo>
                  <a:lnTo>
                    <a:pt x="1467" y="171"/>
                  </a:lnTo>
                  <a:lnTo>
                    <a:pt x="1468" y="174"/>
                  </a:lnTo>
                  <a:lnTo>
                    <a:pt x="1472" y="175"/>
                  </a:lnTo>
                  <a:lnTo>
                    <a:pt x="1471" y="179"/>
                  </a:lnTo>
                  <a:lnTo>
                    <a:pt x="1472" y="183"/>
                  </a:lnTo>
                  <a:lnTo>
                    <a:pt x="1475" y="184"/>
                  </a:lnTo>
                  <a:lnTo>
                    <a:pt x="1473" y="183"/>
                  </a:lnTo>
                  <a:lnTo>
                    <a:pt x="1473" y="178"/>
                  </a:lnTo>
                  <a:lnTo>
                    <a:pt x="1475" y="178"/>
                  </a:lnTo>
                  <a:lnTo>
                    <a:pt x="1477" y="178"/>
                  </a:lnTo>
                  <a:lnTo>
                    <a:pt x="1477" y="176"/>
                  </a:lnTo>
                  <a:lnTo>
                    <a:pt x="1481" y="172"/>
                  </a:lnTo>
                  <a:lnTo>
                    <a:pt x="1483" y="172"/>
                  </a:lnTo>
                  <a:lnTo>
                    <a:pt x="1484" y="174"/>
                  </a:lnTo>
                  <a:lnTo>
                    <a:pt x="1484" y="175"/>
                  </a:lnTo>
                  <a:lnTo>
                    <a:pt x="1488" y="180"/>
                  </a:lnTo>
                  <a:lnTo>
                    <a:pt x="1490" y="180"/>
                  </a:lnTo>
                  <a:lnTo>
                    <a:pt x="1493" y="183"/>
                  </a:lnTo>
                  <a:lnTo>
                    <a:pt x="1497" y="183"/>
                  </a:lnTo>
                  <a:lnTo>
                    <a:pt x="1497" y="180"/>
                  </a:lnTo>
                  <a:lnTo>
                    <a:pt x="1497" y="179"/>
                  </a:lnTo>
                  <a:lnTo>
                    <a:pt x="1498" y="179"/>
                  </a:lnTo>
                  <a:lnTo>
                    <a:pt x="1504" y="184"/>
                  </a:lnTo>
                  <a:lnTo>
                    <a:pt x="1505" y="187"/>
                  </a:lnTo>
                  <a:lnTo>
                    <a:pt x="1504" y="186"/>
                  </a:lnTo>
                  <a:lnTo>
                    <a:pt x="1502" y="188"/>
                  </a:lnTo>
                  <a:lnTo>
                    <a:pt x="1508" y="192"/>
                  </a:lnTo>
                  <a:lnTo>
                    <a:pt x="1509" y="192"/>
                  </a:lnTo>
                  <a:lnTo>
                    <a:pt x="1509" y="191"/>
                  </a:lnTo>
                  <a:lnTo>
                    <a:pt x="1509" y="188"/>
                  </a:lnTo>
                  <a:lnTo>
                    <a:pt x="1511" y="191"/>
                  </a:lnTo>
                  <a:lnTo>
                    <a:pt x="1517" y="197"/>
                  </a:lnTo>
                  <a:lnTo>
                    <a:pt x="1515" y="196"/>
                  </a:lnTo>
                  <a:lnTo>
                    <a:pt x="1514" y="196"/>
                  </a:lnTo>
                  <a:lnTo>
                    <a:pt x="1513" y="197"/>
                  </a:lnTo>
                  <a:lnTo>
                    <a:pt x="1514" y="200"/>
                  </a:lnTo>
                  <a:lnTo>
                    <a:pt x="1513" y="201"/>
                  </a:lnTo>
                  <a:lnTo>
                    <a:pt x="1511" y="204"/>
                  </a:lnTo>
                  <a:lnTo>
                    <a:pt x="1513" y="205"/>
                  </a:lnTo>
                  <a:lnTo>
                    <a:pt x="1515" y="204"/>
                  </a:lnTo>
                  <a:lnTo>
                    <a:pt x="1515" y="201"/>
                  </a:lnTo>
                  <a:lnTo>
                    <a:pt x="1517" y="201"/>
                  </a:lnTo>
                  <a:lnTo>
                    <a:pt x="1518" y="201"/>
                  </a:lnTo>
                  <a:lnTo>
                    <a:pt x="1519" y="200"/>
                  </a:lnTo>
                  <a:lnTo>
                    <a:pt x="1521" y="203"/>
                  </a:lnTo>
                  <a:lnTo>
                    <a:pt x="1526" y="207"/>
                  </a:lnTo>
                  <a:lnTo>
                    <a:pt x="1531" y="208"/>
                  </a:lnTo>
                  <a:lnTo>
                    <a:pt x="1535" y="211"/>
                  </a:lnTo>
                  <a:lnTo>
                    <a:pt x="1533" y="212"/>
                  </a:lnTo>
                  <a:lnTo>
                    <a:pt x="1536" y="217"/>
                  </a:lnTo>
                  <a:lnTo>
                    <a:pt x="1539" y="217"/>
                  </a:lnTo>
                  <a:lnTo>
                    <a:pt x="1542" y="222"/>
                  </a:lnTo>
                  <a:lnTo>
                    <a:pt x="1542" y="229"/>
                  </a:lnTo>
                  <a:lnTo>
                    <a:pt x="1540" y="230"/>
                  </a:lnTo>
                  <a:lnTo>
                    <a:pt x="1540" y="232"/>
                  </a:lnTo>
                  <a:lnTo>
                    <a:pt x="1543" y="233"/>
                  </a:lnTo>
                  <a:lnTo>
                    <a:pt x="1544" y="236"/>
                  </a:lnTo>
                  <a:lnTo>
                    <a:pt x="1543" y="236"/>
                  </a:lnTo>
                  <a:lnTo>
                    <a:pt x="1542" y="234"/>
                  </a:lnTo>
                  <a:lnTo>
                    <a:pt x="1533" y="234"/>
                  </a:lnTo>
                  <a:lnTo>
                    <a:pt x="1530" y="233"/>
                  </a:lnTo>
                  <a:lnTo>
                    <a:pt x="1529" y="234"/>
                  </a:lnTo>
                  <a:lnTo>
                    <a:pt x="1526" y="233"/>
                  </a:lnTo>
                  <a:lnTo>
                    <a:pt x="1526" y="232"/>
                  </a:lnTo>
                  <a:lnTo>
                    <a:pt x="1525" y="230"/>
                  </a:lnTo>
                  <a:lnTo>
                    <a:pt x="1523" y="232"/>
                  </a:lnTo>
                  <a:lnTo>
                    <a:pt x="1525" y="233"/>
                  </a:lnTo>
                  <a:lnTo>
                    <a:pt x="1521" y="236"/>
                  </a:lnTo>
                  <a:lnTo>
                    <a:pt x="1518" y="236"/>
                  </a:lnTo>
                  <a:lnTo>
                    <a:pt x="1517" y="237"/>
                  </a:lnTo>
                  <a:lnTo>
                    <a:pt x="1519" y="237"/>
                  </a:lnTo>
                  <a:lnTo>
                    <a:pt x="1515" y="241"/>
                  </a:lnTo>
                  <a:lnTo>
                    <a:pt x="1513" y="241"/>
                  </a:lnTo>
                  <a:lnTo>
                    <a:pt x="1513" y="243"/>
                  </a:lnTo>
                  <a:lnTo>
                    <a:pt x="1514" y="243"/>
                  </a:lnTo>
                  <a:lnTo>
                    <a:pt x="1510" y="249"/>
                  </a:lnTo>
                  <a:lnTo>
                    <a:pt x="1509" y="250"/>
                  </a:lnTo>
                  <a:lnTo>
                    <a:pt x="1509" y="249"/>
                  </a:lnTo>
                  <a:lnTo>
                    <a:pt x="1508" y="249"/>
                  </a:lnTo>
                  <a:lnTo>
                    <a:pt x="1508" y="253"/>
                  </a:lnTo>
                  <a:lnTo>
                    <a:pt x="1509" y="255"/>
                  </a:lnTo>
                  <a:lnTo>
                    <a:pt x="1506" y="258"/>
                  </a:lnTo>
                  <a:lnTo>
                    <a:pt x="1505" y="257"/>
                  </a:lnTo>
                  <a:lnTo>
                    <a:pt x="1505" y="259"/>
                  </a:lnTo>
                  <a:lnTo>
                    <a:pt x="1505" y="261"/>
                  </a:lnTo>
                  <a:lnTo>
                    <a:pt x="1502" y="263"/>
                  </a:lnTo>
                  <a:lnTo>
                    <a:pt x="1501" y="265"/>
                  </a:lnTo>
                  <a:lnTo>
                    <a:pt x="1502" y="266"/>
                  </a:lnTo>
                  <a:lnTo>
                    <a:pt x="1501" y="267"/>
                  </a:lnTo>
                  <a:lnTo>
                    <a:pt x="1501" y="268"/>
                  </a:lnTo>
                  <a:lnTo>
                    <a:pt x="1500" y="268"/>
                  </a:lnTo>
                  <a:lnTo>
                    <a:pt x="1497" y="268"/>
                  </a:lnTo>
                  <a:lnTo>
                    <a:pt x="1498" y="271"/>
                  </a:lnTo>
                  <a:lnTo>
                    <a:pt x="1498" y="272"/>
                  </a:lnTo>
                  <a:lnTo>
                    <a:pt x="1497" y="275"/>
                  </a:lnTo>
                  <a:lnTo>
                    <a:pt x="1497" y="276"/>
                  </a:lnTo>
                  <a:lnTo>
                    <a:pt x="1497" y="278"/>
                  </a:lnTo>
                  <a:lnTo>
                    <a:pt x="1496" y="279"/>
                  </a:lnTo>
                  <a:lnTo>
                    <a:pt x="1494" y="278"/>
                  </a:lnTo>
                  <a:lnTo>
                    <a:pt x="1493" y="278"/>
                  </a:lnTo>
                  <a:lnTo>
                    <a:pt x="1494" y="279"/>
                  </a:lnTo>
                  <a:lnTo>
                    <a:pt x="1497" y="282"/>
                  </a:lnTo>
                  <a:lnTo>
                    <a:pt x="1496" y="284"/>
                  </a:lnTo>
                  <a:lnTo>
                    <a:pt x="1493" y="284"/>
                  </a:lnTo>
                  <a:lnTo>
                    <a:pt x="1493" y="286"/>
                  </a:lnTo>
                  <a:lnTo>
                    <a:pt x="1494" y="286"/>
                  </a:lnTo>
                  <a:lnTo>
                    <a:pt x="1496" y="290"/>
                  </a:lnTo>
                  <a:lnTo>
                    <a:pt x="1494" y="291"/>
                  </a:lnTo>
                  <a:lnTo>
                    <a:pt x="1496" y="292"/>
                  </a:lnTo>
                  <a:lnTo>
                    <a:pt x="1493" y="296"/>
                  </a:lnTo>
                  <a:lnTo>
                    <a:pt x="1494" y="299"/>
                  </a:lnTo>
                  <a:lnTo>
                    <a:pt x="1492" y="303"/>
                  </a:lnTo>
                  <a:lnTo>
                    <a:pt x="1492" y="308"/>
                  </a:lnTo>
                  <a:lnTo>
                    <a:pt x="1490" y="311"/>
                  </a:lnTo>
                  <a:lnTo>
                    <a:pt x="1490" y="312"/>
                  </a:lnTo>
                  <a:lnTo>
                    <a:pt x="1492" y="313"/>
                  </a:lnTo>
                  <a:lnTo>
                    <a:pt x="1492" y="315"/>
                  </a:lnTo>
                  <a:lnTo>
                    <a:pt x="1492" y="316"/>
                  </a:lnTo>
                  <a:lnTo>
                    <a:pt x="1494" y="320"/>
                  </a:lnTo>
                  <a:lnTo>
                    <a:pt x="1494" y="322"/>
                  </a:lnTo>
                  <a:lnTo>
                    <a:pt x="1493" y="321"/>
                  </a:lnTo>
                  <a:lnTo>
                    <a:pt x="1490" y="322"/>
                  </a:lnTo>
                  <a:lnTo>
                    <a:pt x="1488" y="320"/>
                  </a:lnTo>
                  <a:lnTo>
                    <a:pt x="1486" y="321"/>
                  </a:lnTo>
                  <a:lnTo>
                    <a:pt x="1484" y="317"/>
                  </a:lnTo>
                  <a:lnTo>
                    <a:pt x="1484" y="316"/>
                  </a:lnTo>
                  <a:lnTo>
                    <a:pt x="1484" y="316"/>
                  </a:lnTo>
                  <a:lnTo>
                    <a:pt x="1481" y="316"/>
                  </a:lnTo>
                  <a:lnTo>
                    <a:pt x="1480" y="316"/>
                  </a:lnTo>
                  <a:lnTo>
                    <a:pt x="1479" y="313"/>
                  </a:lnTo>
                  <a:lnTo>
                    <a:pt x="1473" y="311"/>
                  </a:lnTo>
                  <a:lnTo>
                    <a:pt x="1469" y="309"/>
                  </a:lnTo>
                  <a:lnTo>
                    <a:pt x="1465" y="312"/>
                  </a:lnTo>
                  <a:lnTo>
                    <a:pt x="1464" y="311"/>
                  </a:lnTo>
                  <a:lnTo>
                    <a:pt x="1461" y="312"/>
                  </a:lnTo>
                  <a:lnTo>
                    <a:pt x="1459" y="315"/>
                  </a:lnTo>
                  <a:lnTo>
                    <a:pt x="1456" y="315"/>
                  </a:lnTo>
                  <a:lnTo>
                    <a:pt x="1456" y="320"/>
                  </a:lnTo>
                  <a:lnTo>
                    <a:pt x="1454" y="321"/>
                  </a:lnTo>
                  <a:lnTo>
                    <a:pt x="1452" y="320"/>
                  </a:lnTo>
                  <a:lnTo>
                    <a:pt x="1454" y="322"/>
                  </a:lnTo>
                  <a:lnTo>
                    <a:pt x="1452" y="325"/>
                  </a:lnTo>
                  <a:lnTo>
                    <a:pt x="1452" y="328"/>
                  </a:lnTo>
                  <a:lnTo>
                    <a:pt x="1452" y="329"/>
                  </a:lnTo>
                  <a:lnTo>
                    <a:pt x="1451" y="336"/>
                  </a:lnTo>
                  <a:lnTo>
                    <a:pt x="1450" y="337"/>
                  </a:lnTo>
                  <a:lnTo>
                    <a:pt x="1448" y="336"/>
                  </a:lnTo>
                  <a:lnTo>
                    <a:pt x="1446" y="328"/>
                  </a:lnTo>
                  <a:lnTo>
                    <a:pt x="1446" y="325"/>
                  </a:lnTo>
                  <a:lnTo>
                    <a:pt x="1443" y="324"/>
                  </a:lnTo>
                  <a:lnTo>
                    <a:pt x="1442" y="321"/>
                  </a:lnTo>
                  <a:lnTo>
                    <a:pt x="1442" y="324"/>
                  </a:lnTo>
                  <a:lnTo>
                    <a:pt x="1438" y="329"/>
                  </a:lnTo>
                  <a:lnTo>
                    <a:pt x="1436" y="330"/>
                  </a:lnTo>
                  <a:lnTo>
                    <a:pt x="1436" y="333"/>
                  </a:lnTo>
                  <a:lnTo>
                    <a:pt x="1439" y="333"/>
                  </a:lnTo>
                  <a:lnTo>
                    <a:pt x="1436" y="338"/>
                  </a:lnTo>
                  <a:lnTo>
                    <a:pt x="1434" y="336"/>
                  </a:lnTo>
                  <a:lnTo>
                    <a:pt x="1432" y="336"/>
                  </a:lnTo>
                  <a:lnTo>
                    <a:pt x="1431" y="334"/>
                  </a:lnTo>
                  <a:lnTo>
                    <a:pt x="1430" y="334"/>
                  </a:lnTo>
                  <a:lnTo>
                    <a:pt x="1429" y="338"/>
                  </a:lnTo>
                  <a:lnTo>
                    <a:pt x="1427" y="338"/>
                  </a:lnTo>
                  <a:lnTo>
                    <a:pt x="1426" y="337"/>
                  </a:lnTo>
                  <a:lnTo>
                    <a:pt x="1423" y="337"/>
                  </a:lnTo>
                  <a:lnTo>
                    <a:pt x="1423" y="338"/>
                  </a:lnTo>
                  <a:lnTo>
                    <a:pt x="1425" y="341"/>
                  </a:lnTo>
                  <a:lnTo>
                    <a:pt x="1423" y="342"/>
                  </a:lnTo>
                  <a:lnTo>
                    <a:pt x="1423" y="343"/>
                  </a:lnTo>
                  <a:lnTo>
                    <a:pt x="1422" y="346"/>
                  </a:lnTo>
                  <a:lnTo>
                    <a:pt x="1425" y="349"/>
                  </a:lnTo>
                  <a:lnTo>
                    <a:pt x="1426" y="351"/>
                  </a:lnTo>
                  <a:lnTo>
                    <a:pt x="1425" y="351"/>
                  </a:lnTo>
                  <a:lnTo>
                    <a:pt x="1425" y="353"/>
                  </a:lnTo>
                  <a:lnTo>
                    <a:pt x="1427" y="354"/>
                  </a:lnTo>
                  <a:lnTo>
                    <a:pt x="1429" y="355"/>
                  </a:lnTo>
                  <a:lnTo>
                    <a:pt x="1430" y="358"/>
                  </a:lnTo>
                  <a:lnTo>
                    <a:pt x="1429" y="358"/>
                  </a:lnTo>
                  <a:lnTo>
                    <a:pt x="1427" y="359"/>
                  </a:lnTo>
                  <a:lnTo>
                    <a:pt x="1430" y="361"/>
                  </a:lnTo>
                  <a:lnTo>
                    <a:pt x="1431" y="362"/>
                  </a:lnTo>
                  <a:lnTo>
                    <a:pt x="1431" y="363"/>
                  </a:lnTo>
                  <a:lnTo>
                    <a:pt x="1429" y="362"/>
                  </a:lnTo>
                  <a:lnTo>
                    <a:pt x="1427" y="362"/>
                  </a:lnTo>
                  <a:lnTo>
                    <a:pt x="1427" y="363"/>
                  </a:lnTo>
                  <a:lnTo>
                    <a:pt x="1430" y="366"/>
                  </a:lnTo>
                  <a:lnTo>
                    <a:pt x="1431" y="365"/>
                  </a:lnTo>
                  <a:lnTo>
                    <a:pt x="1431" y="367"/>
                  </a:lnTo>
                  <a:lnTo>
                    <a:pt x="1430" y="370"/>
                  </a:lnTo>
                  <a:lnTo>
                    <a:pt x="1430" y="372"/>
                  </a:lnTo>
                  <a:lnTo>
                    <a:pt x="1429" y="374"/>
                  </a:lnTo>
                  <a:lnTo>
                    <a:pt x="1430" y="378"/>
                  </a:lnTo>
                  <a:lnTo>
                    <a:pt x="1429" y="379"/>
                  </a:lnTo>
                  <a:lnTo>
                    <a:pt x="1430" y="382"/>
                  </a:lnTo>
                  <a:lnTo>
                    <a:pt x="1430" y="383"/>
                  </a:lnTo>
                  <a:lnTo>
                    <a:pt x="1430" y="386"/>
                  </a:lnTo>
                  <a:lnTo>
                    <a:pt x="1432" y="390"/>
                  </a:lnTo>
                  <a:lnTo>
                    <a:pt x="1431" y="391"/>
                  </a:lnTo>
                  <a:lnTo>
                    <a:pt x="1432" y="392"/>
                  </a:lnTo>
                  <a:lnTo>
                    <a:pt x="1435" y="395"/>
                  </a:lnTo>
                  <a:lnTo>
                    <a:pt x="1439" y="399"/>
                  </a:lnTo>
                  <a:lnTo>
                    <a:pt x="1442" y="400"/>
                  </a:lnTo>
                  <a:lnTo>
                    <a:pt x="1442" y="399"/>
                  </a:lnTo>
                  <a:lnTo>
                    <a:pt x="1443" y="397"/>
                  </a:lnTo>
                  <a:lnTo>
                    <a:pt x="1440" y="393"/>
                  </a:lnTo>
                  <a:lnTo>
                    <a:pt x="1439" y="392"/>
                  </a:lnTo>
                  <a:lnTo>
                    <a:pt x="1442" y="391"/>
                  </a:lnTo>
                  <a:lnTo>
                    <a:pt x="1444" y="391"/>
                  </a:lnTo>
                  <a:lnTo>
                    <a:pt x="1448" y="393"/>
                  </a:lnTo>
                  <a:lnTo>
                    <a:pt x="1450" y="393"/>
                  </a:lnTo>
                  <a:lnTo>
                    <a:pt x="1451" y="395"/>
                  </a:lnTo>
                  <a:lnTo>
                    <a:pt x="1451" y="396"/>
                  </a:lnTo>
                  <a:lnTo>
                    <a:pt x="1451" y="397"/>
                  </a:lnTo>
                  <a:lnTo>
                    <a:pt x="1452" y="400"/>
                  </a:lnTo>
                  <a:lnTo>
                    <a:pt x="1451" y="401"/>
                  </a:lnTo>
                  <a:lnTo>
                    <a:pt x="1452" y="404"/>
                  </a:lnTo>
                  <a:lnTo>
                    <a:pt x="1451" y="404"/>
                  </a:lnTo>
                  <a:lnTo>
                    <a:pt x="1450" y="407"/>
                  </a:lnTo>
                  <a:lnTo>
                    <a:pt x="1451" y="411"/>
                  </a:lnTo>
                  <a:lnTo>
                    <a:pt x="1454" y="413"/>
                  </a:lnTo>
                  <a:lnTo>
                    <a:pt x="1452" y="417"/>
                  </a:lnTo>
                  <a:lnTo>
                    <a:pt x="1455" y="420"/>
                  </a:lnTo>
                  <a:lnTo>
                    <a:pt x="1456" y="418"/>
                  </a:lnTo>
                  <a:lnTo>
                    <a:pt x="1456" y="417"/>
                  </a:lnTo>
                  <a:lnTo>
                    <a:pt x="1459" y="416"/>
                  </a:lnTo>
                  <a:lnTo>
                    <a:pt x="1459" y="415"/>
                  </a:lnTo>
                  <a:lnTo>
                    <a:pt x="1460" y="416"/>
                  </a:lnTo>
                  <a:lnTo>
                    <a:pt x="1463" y="417"/>
                  </a:lnTo>
                  <a:lnTo>
                    <a:pt x="1461" y="422"/>
                  </a:lnTo>
                  <a:lnTo>
                    <a:pt x="1467" y="426"/>
                  </a:lnTo>
                  <a:lnTo>
                    <a:pt x="1469" y="430"/>
                  </a:lnTo>
                  <a:lnTo>
                    <a:pt x="1468" y="433"/>
                  </a:lnTo>
                  <a:lnTo>
                    <a:pt x="1468" y="436"/>
                  </a:lnTo>
                  <a:lnTo>
                    <a:pt x="1467" y="436"/>
                  </a:lnTo>
                  <a:lnTo>
                    <a:pt x="1463" y="434"/>
                  </a:lnTo>
                  <a:lnTo>
                    <a:pt x="1460" y="433"/>
                  </a:lnTo>
                  <a:lnTo>
                    <a:pt x="1460" y="429"/>
                  </a:lnTo>
                  <a:lnTo>
                    <a:pt x="1460" y="426"/>
                  </a:lnTo>
                  <a:lnTo>
                    <a:pt x="1461" y="424"/>
                  </a:lnTo>
                  <a:lnTo>
                    <a:pt x="1460" y="421"/>
                  </a:lnTo>
                  <a:lnTo>
                    <a:pt x="1459" y="422"/>
                  </a:lnTo>
                  <a:lnTo>
                    <a:pt x="1460" y="424"/>
                  </a:lnTo>
                  <a:lnTo>
                    <a:pt x="1460" y="425"/>
                  </a:lnTo>
                  <a:lnTo>
                    <a:pt x="1457" y="426"/>
                  </a:lnTo>
                  <a:lnTo>
                    <a:pt x="1455" y="429"/>
                  </a:lnTo>
                  <a:lnTo>
                    <a:pt x="1456" y="430"/>
                  </a:lnTo>
                  <a:lnTo>
                    <a:pt x="1459" y="430"/>
                  </a:lnTo>
                  <a:lnTo>
                    <a:pt x="1459" y="433"/>
                  </a:lnTo>
                  <a:lnTo>
                    <a:pt x="1456" y="436"/>
                  </a:lnTo>
                  <a:lnTo>
                    <a:pt x="1457" y="440"/>
                  </a:lnTo>
                  <a:lnTo>
                    <a:pt x="1457" y="440"/>
                  </a:lnTo>
                  <a:lnTo>
                    <a:pt x="1457" y="449"/>
                  </a:lnTo>
                  <a:lnTo>
                    <a:pt x="1459" y="450"/>
                  </a:lnTo>
                  <a:lnTo>
                    <a:pt x="1459" y="453"/>
                  </a:lnTo>
                  <a:lnTo>
                    <a:pt x="1465" y="461"/>
                  </a:lnTo>
                  <a:lnTo>
                    <a:pt x="1467" y="461"/>
                  </a:lnTo>
                  <a:lnTo>
                    <a:pt x="1471" y="467"/>
                  </a:lnTo>
                  <a:lnTo>
                    <a:pt x="1473" y="468"/>
                  </a:lnTo>
                  <a:lnTo>
                    <a:pt x="1472" y="470"/>
                  </a:lnTo>
                  <a:lnTo>
                    <a:pt x="1472" y="474"/>
                  </a:lnTo>
                  <a:lnTo>
                    <a:pt x="1465" y="476"/>
                  </a:lnTo>
                  <a:lnTo>
                    <a:pt x="1464" y="475"/>
                  </a:lnTo>
                  <a:lnTo>
                    <a:pt x="1460" y="478"/>
                  </a:lnTo>
                  <a:lnTo>
                    <a:pt x="1459" y="476"/>
                  </a:lnTo>
                  <a:lnTo>
                    <a:pt x="1460" y="478"/>
                  </a:lnTo>
                  <a:lnTo>
                    <a:pt x="1457" y="483"/>
                  </a:lnTo>
                  <a:lnTo>
                    <a:pt x="1457" y="486"/>
                  </a:lnTo>
                  <a:lnTo>
                    <a:pt x="1456" y="487"/>
                  </a:lnTo>
                  <a:lnTo>
                    <a:pt x="1457" y="490"/>
                  </a:lnTo>
                  <a:lnTo>
                    <a:pt x="1456" y="495"/>
                  </a:lnTo>
                  <a:lnTo>
                    <a:pt x="1459" y="501"/>
                  </a:lnTo>
                  <a:lnTo>
                    <a:pt x="1461" y="504"/>
                  </a:lnTo>
                  <a:lnTo>
                    <a:pt x="1461" y="507"/>
                  </a:lnTo>
                  <a:lnTo>
                    <a:pt x="1465" y="508"/>
                  </a:lnTo>
                  <a:lnTo>
                    <a:pt x="1467" y="511"/>
                  </a:lnTo>
                  <a:lnTo>
                    <a:pt x="1464" y="511"/>
                  </a:lnTo>
                  <a:lnTo>
                    <a:pt x="1463" y="509"/>
                  </a:lnTo>
                  <a:lnTo>
                    <a:pt x="1461" y="511"/>
                  </a:lnTo>
                  <a:lnTo>
                    <a:pt x="1459" y="513"/>
                  </a:lnTo>
                  <a:lnTo>
                    <a:pt x="1457" y="512"/>
                  </a:lnTo>
                  <a:lnTo>
                    <a:pt x="1454" y="516"/>
                  </a:lnTo>
                  <a:lnTo>
                    <a:pt x="1451" y="513"/>
                  </a:lnTo>
                  <a:lnTo>
                    <a:pt x="1450" y="516"/>
                  </a:lnTo>
                  <a:lnTo>
                    <a:pt x="1452" y="517"/>
                  </a:lnTo>
                  <a:lnTo>
                    <a:pt x="1454" y="517"/>
                  </a:lnTo>
                  <a:lnTo>
                    <a:pt x="1454" y="520"/>
                  </a:lnTo>
                  <a:lnTo>
                    <a:pt x="1454" y="521"/>
                  </a:lnTo>
                  <a:lnTo>
                    <a:pt x="1455" y="524"/>
                  </a:lnTo>
                  <a:lnTo>
                    <a:pt x="1455" y="525"/>
                  </a:lnTo>
                  <a:lnTo>
                    <a:pt x="1454" y="525"/>
                  </a:lnTo>
                  <a:lnTo>
                    <a:pt x="1455" y="528"/>
                  </a:lnTo>
                  <a:lnTo>
                    <a:pt x="1454" y="529"/>
                  </a:lnTo>
                  <a:lnTo>
                    <a:pt x="1455" y="530"/>
                  </a:lnTo>
                  <a:lnTo>
                    <a:pt x="1456" y="529"/>
                  </a:lnTo>
                  <a:lnTo>
                    <a:pt x="1459" y="532"/>
                  </a:lnTo>
                  <a:lnTo>
                    <a:pt x="1457" y="533"/>
                  </a:lnTo>
                  <a:lnTo>
                    <a:pt x="1456" y="537"/>
                  </a:lnTo>
                  <a:lnTo>
                    <a:pt x="1457" y="540"/>
                  </a:lnTo>
                  <a:lnTo>
                    <a:pt x="1457" y="543"/>
                  </a:lnTo>
                  <a:lnTo>
                    <a:pt x="1456" y="546"/>
                  </a:lnTo>
                  <a:lnTo>
                    <a:pt x="1456" y="547"/>
                  </a:lnTo>
                  <a:lnTo>
                    <a:pt x="1456" y="549"/>
                  </a:lnTo>
                  <a:lnTo>
                    <a:pt x="1454" y="551"/>
                  </a:lnTo>
                  <a:lnTo>
                    <a:pt x="1454" y="554"/>
                  </a:lnTo>
                  <a:lnTo>
                    <a:pt x="1452" y="554"/>
                  </a:lnTo>
                  <a:lnTo>
                    <a:pt x="1451" y="559"/>
                  </a:lnTo>
                  <a:lnTo>
                    <a:pt x="1448" y="566"/>
                  </a:lnTo>
                  <a:lnTo>
                    <a:pt x="1450" y="563"/>
                  </a:lnTo>
                  <a:lnTo>
                    <a:pt x="1448" y="561"/>
                  </a:lnTo>
                  <a:lnTo>
                    <a:pt x="1448" y="558"/>
                  </a:lnTo>
                  <a:lnTo>
                    <a:pt x="1448" y="557"/>
                  </a:lnTo>
                  <a:lnTo>
                    <a:pt x="1443" y="557"/>
                  </a:lnTo>
                  <a:lnTo>
                    <a:pt x="1440" y="553"/>
                  </a:lnTo>
                  <a:lnTo>
                    <a:pt x="1440" y="549"/>
                  </a:lnTo>
                  <a:lnTo>
                    <a:pt x="1435" y="538"/>
                  </a:lnTo>
                  <a:lnTo>
                    <a:pt x="1432" y="533"/>
                  </a:lnTo>
                  <a:lnTo>
                    <a:pt x="1434" y="534"/>
                  </a:lnTo>
                  <a:lnTo>
                    <a:pt x="1436" y="533"/>
                  </a:lnTo>
                  <a:lnTo>
                    <a:pt x="1436" y="530"/>
                  </a:lnTo>
                  <a:lnTo>
                    <a:pt x="1435" y="532"/>
                  </a:lnTo>
                  <a:lnTo>
                    <a:pt x="1432" y="532"/>
                  </a:lnTo>
                  <a:lnTo>
                    <a:pt x="1427" y="529"/>
                  </a:lnTo>
                  <a:lnTo>
                    <a:pt x="1419" y="513"/>
                  </a:lnTo>
                  <a:lnTo>
                    <a:pt x="1410" y="503"/>
                  </a:lnTo>
                  <a:lnTo>
                    <a:pt x="1410" y="500"/>
                  </a:lnTo>
                  <a:lnTo>
                    <a:pt x="1407" y="496"/>
                  </a:lnTo>
                  <a:lnTo>
                    <a:pt x="1401" y="486"/>
                  </a:lnTo>
                  <a:lnTo>
                    <a:pt x="1394" y="474"/>
                  </a:lnTo>
                  <a:lnTo>
                    <a:pt x="1389" y="462"/>
                  </a:lnTo>
                  <a:lnTo>
                    <a:pt x="1389" y="457"/>
                  </a:lnTo>
                  <a:lnTo>
                    <a:pt x="1386" y="451"/>
                  </a:lnTo>
                  <a:lnTo>
                    <a:pt x="1385" y="443"/>
                  </a:lnTo>
                  <a:lnTo>
                    <a:pt x="1382" y="440"/>
                  </a:lnTo>
                  <a:lnTo>
                    <a:pt x="1384" y="434"/>
                  </a:lnTo>
                  <a:lnTo>
                    <a:pt x="1386" y="432"/>
                  </a:lnTo>
                  <a:lnTo>
                    <a:pt x="1386" y="428"/>
                  </a:lnTo>
                  <a:lnTo>
                    <a:pt x="1389" y="426"/>
                  </a:lnTo>
                  <a:lnTo>
                    <a:pt x="1388" y="425"/>
                  </a:lnTo>
                  <a:lnTo>
                    <a:pt x="1388" y="424"/>
                  </a:lnTo>
                  <a:lnTo>
                    <a:pt x="1388" y="418"/>
                  </a:lnTo>
                  <a:lnTo>
                    <a:pt x="1384" y="412"/>
                  </a:lnTo>
                  <a:lnTo>
                    <a:pt x="1381" y="412"/>
                  </a:lnTo>
                  <a:lnTo>
                    <a:pt x="1381" y="411"/>
                  </a:lnTo>
                  <a:lnTo>
                    <a:pt x="1382" y="408"/>
                  </a:lnTo>
                  <a:lnTo>
                    <a:pt x="1388" y="411"/>
                  </a:lnTo>
                  <a:lnTo>
                    <a:pt x="1390" y="408"/>
                  </a:lnTo>
                  <a:lnTo>
                    <a:pt x="1389" y="405"/>
                  </a:lnTo>
                  <a:lnTo>
                    <a:pt x="1389" y="401"/>
                  </a:lnTo>
                  <a:lnTo>
                    <a:pt x="1394" y="400"/>
                  </a:lnTo>
                  <a:lnTo>
                    <a:pt x="1396" y="401"/>
                  </a:lnTo>
                  <a:lnTo>
                    <a:pt x="1394" y="399"/>
                  </a:lnTo>
                  <a:lnTo>
                    <a:pt x="1397" y="391"/>
                  </a:lnTo>
                  <a:lnTo>
                    <a:pt x="1396" y="387"/>
                  </a:lnTo>
                  <a:lnTo>
                    <a:pt x="1396" y="382"/>
                  </a:lnTo>
                  <a:lnTo>
                    <a:pt x="1394" y="379"/>
                  </a:lnTo>
                  <a:lnTo>
                    <a:pt x="1397" y="378"/>
                  </a:lnTo>
                  <a:lnTo>
                    <a:pt x="1397" y="375"/>
                  </a:lnTo>
                  <a:lnTo>
                    <a:pt x="1396" y="374"/>
                  </a:lnTo>
                  <a:lnTo>
                    <a:pt x="1397" y="370"/>
                  </a:lnTo>
                  <a:lnTo>
                    <a:pt x="1398" y="370"/>
                  </a:lnTo>
                  <a:lnTo>
                    <a:pt x="1396" y="367"/>
                  </a:lnTo>
                  <a:lnTo>
                    <a:pt x="1396" y="365"/>
                  </a:lnTo>
                  <a:lnTo>
                    <a:pt x="1397" y="365"/>
                  </a:lnTo>
                  <a:lnTo>
                    <a:pt x="1397" y="359"/>
                  </a:lnTo>
                  <a:lnTo>
                    <a:pt x="1396" y="358"/>
                  </a:lnTo>
                  <a:lnTo>
                    <a:pt x="1397" y="357"/>
                  </a:lnTo>
                  <a:lnTo>
                    <a:pt x="1400" y="355"/>
                  </a:lnTo>
                  <a:lnTo>
                    <a:pt x="1401" y="354"/>
                  </a:lnTo>
                  <a:lnTo>
                    <a:pt x="1400" y="350"/>
                  </a:lnTo>
                  <a:lnTo>
                    <a:pt x="1401" y="345"/>
                  </a:lnTo>
                  <a:lnTo>
                    <a:pt x="1400" y="343"/>
                  </a:lnTo>
                  <a:lnTo>
                    <a:pt x="1398" y="342"/>
                  </a:lnTo>
                  <a:lnTo>
                    <a:pt x="1401" y="338"/>
                  </a:lnTo>
                  <a:lnTo>
                    <a:pt x="1401" y="336"/>
                  </a:lnTo>
                  <a:lnTo>
                    <a:pt x="1400" y="336"/>
                  </a:lnTo>
                  <a:lnTo>
                    <a:pt x="1398" y="333"/>
                  </a:lnTo>
                  <a:lnTo>
                    <a:pt x="1400" y="332"/>
                  </a:lnTo>
                  <a:lnTo>
                    <a:pt x="1400" y="329"/>
                  </a:lnTo>
                  <a:lnTo>
                    <a:pt x="1402" y="328"/>
                  </a:lnTo>
                  <a:lnTo>
                    <a:pt x="1402" y="328"/>
                  </a:lnTo>
                  <a:lnTo>
                    <a:pt x="1405" y="325"/>
                  </a:lnTo>
                  <a:lnTo>
                    <a:pt x="1405" y="324"/>
                  </a:lnTo>
                  <a:lnTo>
                    <a:pt x="1407" y="320"/>
                  </a:lnTo>
                  <a:lnTo>
                    <a:pt x="1409" y="321"/>
                  </a:lnTo>
                  <a:lnTo>
                    <a:pt x="1411" y="318"/>
                  </a:lnTo>
                  <a:lnTo>
                    <a:pt x="1413" y="318"/>
                  </a:lnTo>
                  <a:lnTo>
                    <a:pt x="1413" y="317"/>
                  </a:lnTo>
                  <a:lnTo>
                    <a:pt x="1413" y="316"/>
                  </a:lnTo>
                  <a:lnTo>
                    <a:pt x="1410" y="316"/>
                  </a:lnTo>
                  <a:lnTo>
                    <a:pt x="1409" y="317"/>
                  </a:lnTo>
                  <a:lnTo>
                    <a:pt x="1406" y="316"/>
                  </a:lnTo>
                  <a:lnTo>
                    <a:pt x="1407" y="311"/>
                  </a:lnTo>
                  <a:lnTo>
                    <a:pt x="1409" y="308"/>
                  </a:lnTo>
                  <a:lnTo>
                    <a:pt x="1407" y="307"/>
                  </a:lnTo>
                  <a:lnTo>
                    <a:pt x="1406" y="304"/>
                  </a:lnTo>
                  <a:lnTo>
                    <a:pt x="1405" y="304"/>
                  </a:lnTo>
                  <a:lnTo>
                    <a:pt x="1405" y="305"/>
                  </a:lnTo>
                  <a:lnTo>
                    <a:pt x="1404" y="305"/>
                  </a:lnTo>
                  <a:lnTo>
                    <a:pt x="1404" y="299"/>
                  </a:lnTo>
                  <a:lnTo>
                    <a:pt x="1404" y="297"/>
                  </a:lnTo>
                  <a:lnTo>
                    <a:pt x="1404" y="296"/>
                  </a:lnTo>
                  <a:lnTo>
                    <a:pt x="1404" y="293"/>
                  </a:lnTo>
                  <a:lnTo>
                    <a:pt x="1401" y="292"/>
                  </a:lnTo>
                  <a:lnTo>
                    <a:pt x="1401" y="292"/>
                  </a:lnTo>
                  <a:lnTo>
                    <a:pt x="1401" y="292"/>
                  </a:lnTo>
                  <a:lnTo>
                    <a:pt x="1401" y="291"/>
                  </a:lnTo>
                  <a:lnTo>
                    <a:pt x="1398" y="287"/>
                  </a:lnTo>
                  <a:lnTo>
                    <a:pt x="1398" y="286"/>
                  </a:lnTo>
                  <a:lnTo>
                    <a:pt x="1397" y="284"/>
                  </a:lnTo>
                  <a:lnTo>
                    <a:pt x="1397" y="282"/>
                  </a:lnTo>
                  <a:lnTo>
                    <a:pt x="1396" y="279"/>
                  </a:lnTo>
                  <a:lnTo>
                    <a:pt x="1396" y="276"/>
                  </a:lnTo>
                  <a:lnTo>
                    <a:pt x="1398" y="274"/>
                  </a:lnTo>
                  <a:lnTo>
                    <a:pt x="1401" y="274"/>
                  </a:lnTo>
                  <a:lnTo>
                    <a:pt x="1404" y="274"/>
                  </a:lnTo>
                  <a:lnTo>
                    <a:pt x="1402" y="272"/>
                  </a:lnTo>
                  <a:lnTo>
                    <a:pt x="1405" y="271"/>
                  </a:lnTo>
                  <a:lnTo>
                    <a:pt x="1404" y="271"/>
                  </a:lnTo>
                  <a:lnTo>
                    <a:pt x="1401" y="271"/>
                  </a:lnTo>
                  <a:lnTo>
                    <a:pt x="1400" y="270"/>
                  </a:lnTo>
                  <a:lnTo>
                    <a:pt x="1397" y="270"/>
                  </a:lnTo>
                  <a:lnTo>
                    <a:pt x="1393" y="267"/>
                  </a:lnTo>
                  <a:lnTo>
                    <a:pt x="1393" y="268"/>
                  </a:lnTo>
                  <a:lnTo>
                    <a:pt x="1389" y="268"/>
                  </a:lnTo>
                  <a:lnTo>
                    <a:pt x="1388" y="271"/>
                  </a:lnTo>
                  <a:lnTo>
                    <a:pt x="1385" y="271"/>
                  </a:lnTo>
                  <a:lnTo>
                    <a:pt x="1381" y="274"/>
                  </a:lnTo>
                  <a:lnTo>
                    <a:pt x="1382" y="275"/>
                  </a:lnTo>
                  <a:lnTo>
                    <a:pt x="1382" y="276"/>
                  </a:lnTo>
                  <a:lnTo>
                    <a:pt x="1385" y="279"/>
                  </a:lnTo>
                  <a:lnTo>
                    <a:pt x="1385" y="282"/>
                  </a:lnTo>
                  <a:lnTo>
                    <a:pt x="1385" y="283"/>
                  </a:lnTo>
                  <a:lnTo>
                    <a:pt x="1385" y="286"/>
                  </a:lnTo>
                  <a:lnTo>
                    <a:pt x="1388" y="287"/>
                  </a:lnTo>
                  <a:lnTo>
                    <a:pt x="1388" y="288"/>
                  </a:lnTo>
                  <a:lnTo>
                    <a:pt x="1389" y="290"/>
                  </a:lnTo>
                  <a:lnTo>
                    <a:pt x="1390" y="295"/>
                  </a:lnTo>
                  <a:lnTo>
                    <a:pt x="1394" y="296"/>
                  </a:lnTo>
                  <a:lnTo>
                    <a:pt x="1393" y="299"/>
                  </a:lnTo>
                  <a:lnTo>
                    <a:pt x="1396" y="300"/>
                  </a:lnTo>
                  <a:lnTo>
                    <a:pt x="1394" y="301"/>
                  </a:lnTo>
                  <a:lnTo>
                    <a:pt x="1393" y="300"/>
                  </a:lnTo>
                  <a:lnTo>
                    <a:pt x="1392" y="299"/>
                  </a:lnTo>
                  <a:lnTo>
                    <a:pt x="1388" y="299"/>
                  </a:lnTo>
                  <a:lnTo>
                    <a:pt x="1386" y="300"/>
                  </a:lnTo>
                  <a:lnTo>
                    <a:pt x="1385" y="304"/>
                  </a:lnTo>
                  <a:lnTo>
                    <a:pt x="1386" y="305"/>
                  </a:lnTo>
                  <a:lnTo>
                    <a:pt x="1386" y="309"/>
                  </a:lnTo>
                  <a:lnTo>
                    <a:pt x="1385" y="309"/>
                  </a:lnTo>
                  <a:lnTo>
                    <a:pt x="1385" y="311"/>
                  </a:lnTo>
                  <a:lnTo>
                    <a:pt x="1386" y="311"/>
                  </a:lnTo>
                  <a:lnTo>
                    <a:pt x="1386" y="313"/>
                  </a:lnTo>
                  <a:lnTo>
                    <a:pt x="1384" y="315"/>
                  </a:lnTo>
                  <a:lnTo>
                    <a:pt x="1385" y="316"/>
                  </a:lnTo>
                  <a:lnTo>
                    <a:pt x="1384" y="318"/>
                  </a:lnTo>
                  <a:lnTo>
                    <a:pt x="1384" y="324"/>
                  </a:lnTo>
                  <a:lnTo>
                    <a:pt x="1382" y="325"/>
                  </a:lnTo>
                  <a:lnTo>
                    <a:pt x="1382" y="326"/>
                  </a:lnTo>
                  <a:lnTo>
                    <a:pt x="1381" y="328"/>
                  </a:lnTo>
                  <a:lnTo>
                    <a:pt x="1380" y="332"/>
                  </a:lnTo>
                  <a:lnTo>
                    <a:pt x="1378" y="329"/>
                  </a:lnTo>
                  <a:lnTo>
                    <a:pt x="1377" y="326"/>
                  </a:lnTo>
                  <a:lnTo>
                    <a:pt x="1378" y="324"/>
                  </a:lnTo>
                  <a:lnTo>
                    <a:pt x="1377" y="322"/>
                  </a:lnTo>
                  <a:lnTo>
                    <a:pt x="1376" y="322"/>
                  </a:lnTo>
                  <a:lnTo>
                    <a:pt x="1375" y="324"/>
                  </a:lnTo>
                  <a:lnTo>
                    <a:pt x="1375" y="326"/>
                  </a:lnTo>
                  <a:lnTo>
                    <a:pt x="1373" y="326"/>
                  </a:lnTo>
                  <a:lnTo>
                    <a:pt x="1372" y="322"/>
                  </a:lnTo>
                  <a:lnTo>
                    <a:pt x="1371" y="322"/>
                  </a:lnTo>
                  <a:lnTo>
                    <a:pt x="1369" y="320"/>
                  </a:lnTo>
                  <a:lnTo>
                    <a:pt x="1367" y="322"/>
                  </a:lnTo>
                  <a:lnTo>
                    <a:pt x="1367" y="321"/>
                  </a:lnTo>
                  <a:lnTo>
                    <a:pt x="1367" y="320"/>
                  </a:lnTo>
                  <a:lnTo>
                    <a:pt x="1368" y="318"/>
                  </a:lnTo>
                  <a:lnTo>
                    <a:pt x="1368" y="317"/>
                  </a:lnTo>
                  <a:lnTo>
                    <a:pt x="1368" y="316"/>
                  </a:lnTo>
                  <a:lnTo>
                    <a:pt x="1368" y="316"/>
                  </a:lnTo>
                  <a:lnTo>
                    <a:pt x="1368" y="313"/>
                  </a:lnTo>
                  <a:lnTo>
                    <a:pt x="1367" y="312"/>
                  </a:lnTo>
                  <a:lnTo>
                    <a:pt x="1368" y="311"/>
                  </a:lnTo>
                  <a:lnTo>
                    <a:pt x="1367" y="308"/>
                  </a:lnTo>
                  <a:lnTo>
                    <a:pt x="1367" y="308"/>
                  </a:lnTo>
                  <a:lnTo>
                    <a:pt x="1367" y="307"/>
                  </a:lnTo>
                  <a:lnTo>
                    <a:pt x="1367" y="304"/>
                  </a:lnTo>
                  <a:lnTo>
                    <a:pt x="1364" y="301"/>
                  </a:lnTo>
                  <a:lnTo>
                    <a:pt x="1364" y="300"/>
                  </a:lnTo>
                  <a:lnTo>
                    <a:pt x="1363" y="300"/>
                  </a:lnTo>
                  <a:lnTo>
                    <a:pt x="1361" y="303"/>
                  </a:lnTo>
                  <a:lnTo>
                    <a:pt x="1360" y="303"/>
                  </a:lnTo>
                  <a:lnTo>
                    <a:pt x="1360" y="307"/>
                  </a:lnTo>
                  <a:lnTo>
                    <a:pt x="1359" y="309"/>
                  </a:lnTo>
                  <a:lnTo>
                    <a:pt x="1357" y="309"/>
                  </a:lnTo>
                  <a:lnTo>
                    <a:pt x="1356" y="305"/>
                  </a:lnTo>
                  <a:lnTo>
                    <a:pt x="1356" y="305"/>
                  </a:lnTo>
                  <a:lnTo>
                    <a:pt x="1355" y="307"/>
                  </a:lnTo>
                  <a:lnTo>
                    <a:pt x="1353" y="304"/>
                  </a:lnTo>
                  <a:lnTo>
                    <a:pt x="1351" y="304"/>
                  </a:lnTo>
                  <a:lnTo>
                    <a:pt x="1351" y="305"/>
                  </a:lnTo>
                  <a:lnTo>
                    <a:pt x="1350" y="305"/>
                  </a:lnTo>
                  <a:lnTo>
                    <a:pt x="1348" y="307"/>
                  </a:lnTo>
                  <a:lnTo>
                    <a:pt x="1347" y="308"/>
                  </a:lnTo>
                  <a:lnTo>
                    <a:pt x="1347" y="309"/>
                  </a:lnTo>
                  <a:lnTo>
                    <a:pt x="1343" y="309"/>
                  </a:lnTo>
                  <a:lnTo>
                    <a:pt x="1342" y="311"/>
                  </a:lnTo>
                  <a:lnTo>
                    <a:pt x="1339" y="311"/>
                  </a:lnTo>
                  <a:lnTo>
                    <a:pt x="1338" y="312"/>
                  </a:lnTo>
                  <a:lnTo>
                    <a:pt x="1335" y="311"/>
                  </a:lnTo>
                  <a:lnTo>
                    <a:pt x="1332" y="315"/>
                  </a:lnTo>
                  <a:lnTo>
                    <a:pt x="1331" y="316"/>
                  </a:lnTo>
                  <a:lnTo>
                    <a:pt x="1331" y="318"/>
                  </a:lnTo>
                  <a:lnTo>
                    <a:pt x="1330" y="321"/>
                  </a:lnTo>
                  <a:lnTo>
                    <a:pt x="1330" y="322"/>
                  </a:lnTo>
                  <a:lnTo>
                    <a:pt x="1331" y="322"/>
                  </a:lnTo>
                  <a:lnTo>
                    <a:pt x="1331" y="326"/>
                  </a:lnTo>
                  <a:lnTo>
                    <a:pt x="1334" y="329"/>
                  </a:lnTo>
                  <a:lnTo>
                    <a:pt x="1332" y="332"/>
                  </a:lnTo>
                  <a:lnTo>
                    <a:pt x="1331" y="340"/>
                  </a:lnTo>
                  <a:lnTo>
                    <a:pt x="1334" y="342"/>
                  </a:lnTo>
                  <a:lnTo>
                    <a:pt x="1331" y="343"/>
                  </a:lnTo>
                  <a:lnTo>
                    <a:pt x="1332" y="343"/>
                  </a:lnTo>
                  <a:lnTo>
                    <a:pt x="1332" y="346"/>
                  </a:lnTo>
                  <a:lnTo>
                    <a:pt x="1330" y="349"/>
                  </a:lnTo>
                  <a:lnTo>
                    <a:pt x="1330" y="353"/>
                  </a:lnTo>
                  <a:lnTo>
                    <a:pt x="1327" y="355"/>
                  </a:lnTo>
                  <a:lnTo>
                    <a:pt x="1327" y="358"/>
                  </a:lnTo>
                  <a:lnTo>
                    <a:pt x="1326" y="362"/>
                  </a:lnTo>
                  <a:lnTo>
                    <a:pt x="1328" y="365"/>
                  </a:lnTo>
                  <a:lnTo>
                    <a:pt x="1327" y="366"/>
                  </a:lnTo>
                  <a:lnTo>
                    <a:pt x="1330" y="370"/>
                  </a:lnTo>
                  <a:lnTo>
                    <a:pt x="1328" y="371"/>
                  </a:lnTo>
                  <a:lnTo>
                    <a:pt x="1328" y="374"/>
                  </a:lnTo>
                  <a:lnTo>
                    <a:pt x="1330" y="374"/>
                  </a:lnTo>
                  <a:lnTo>
                    <a:pt x="1331" y="374"/>
                  </a:lnTo>
                  <a:lnTo>
                    <a:pt x="1334" y="374"/>
                  </a:lnTo>
                  <a:lnTo>
                    <a:pt x="1332" y="372"/>
                  </a:lnTo>
                  <a:lnTo>
                    <a:pt x="1334" y="371"/>
                  </a:lnTo>
                  <a:lnTo>
                    <a:pt x="1336" y="372"/>
                  </a:lnTo>
                  <a:lnTo>
                    <a:pt x="1338" y="372"/>
                  </a:lnTo>
                  <a:lnTo>
                    <a:pt x="1336" y="372"/>
                  </a:lnTo>
                  <a:lnTo>
                    <a:pt x="1338" y="371"/>
                  </a:lnTo>
                  <a:lnTo>
                    <a:pt x="1339" y="372"/>
                  </a:lnTo>
                  <a:lnTo>
                    <a:pt x="1340" y="374"/>
                  </a:lnTo>
                  <a:lnTo>
                    <a:pt x="1342" y="375"/>
                  </a:lnTo>
                  <a:lnTo>
                    <a:pt x="1340" y="375"/>
                  </a:lnTo>
                  <a:lnTo>
                    <a:pt x="1343" y="378"/>
                  </a:lnTo>
                  <a:lnTo>
                    <a:pt x="1342" y="379"/>
                  </a:lnTo>
                  <a:lnTo>
                    <a:pt x="1340" y="379"/>
                  </a:lnTo>
                  <a:lnTo>
                    <a:pt x="1339" y="379"/>
                  </a:lnTo>
                  <a:lnTo>
                    <a:pt x="1338" y="379"/>
                  </a:lnTo>
                  <a:lnTo>
                    <a:pt x="1336" y="380"/>
                  </a:lnTo>
                  <a:lnTo>
                    <a:pt x="1335" y="380"/>
                  </a:lnTo>
                  <a:lnTo>
                    <a:pt x="1336" y="382"/>
                  </a:lnTo>
                  <a:lnTo>
                    <a:pt x="1334" y="386"/>
                  </a:lnTo>
                  <a:lnTo>
                    <a:pt x="1332" y="384"/>
                  </a:lnTo>
                  <a:lnTo>
                    <a:pt x="1332" y="383"/>
                  </a:lnTo>
                  <a:lnTo>
                    <a:pt x="1331" y="382"/>
                  </a:lnTo>
                  <a:lnTo>
                    <a:pt x="1328" y="382"/>
                  </a:lnTo>
                  <a:lnTo>
                    <a:pt x="1327" y="382"/>
                  </a:lnTo>
                  <a:lnTo>
                    <a:pt x="1326" y="382"/>
                  </a:lnTo>
                  <a:lnTo>
                    <a:pt x="1326" y="383"/>
                  </a:lnTo>
                  <a:lnTo>
                    <a:pt x="1326" y="386"/>
                  </a:lnTo>
                  <a:lnTo>
                    <a:pt x="1326" y="386"/>
                  </a:lnTo>
                  <a:lnTo>
                    <a:pt x="1325" y="387"/>
                  </a:lnTo>
                  <a:lnTo>
                    <a:pt x="1323" y="388"/>
                  </a:lnTo>
                  <a:lnTo>
                    <a:pt x="1325" y="390"/>
                  </a:lnTo>
                  <a:lnTo>
                    <a:pt x="1323" y="391"/>
                  </a:lnTo>
                  <a:lnTo>
                    <a:pt x="1321" y="391"/>
                  </a:lnTo>
                  <a:lnTo>
                    <a:pt x="1318" y="387"/>
                  </a:lnTo>
                  <a:lnTo>
                    <a:pt x="1317" y="387"/>
                  </a:lnTo>
                  <a:lnTo>
                    <a:pt x="1318" y="390"/>
                  </a:lnTo>
                  <a:lnTo>
                    <a:pt x="1317" y="391"/>
                  </a:lnTo>
                  <a:lnTo>
                    <a:pt x="1317" y="392"/>
                  </a:lnTo>
                  <a:lnTo>
                    <a:pt x="1315" y="393"/>
                  </a:lnTo>
                  <a:lnTo>
                    <a:pt x="1311" y="395"/>
                  </a:lnTo>
                  <a:lnTo>
                    <a:pt x="1310" y="396"/>
                  </a:lnTo>
                  <a:lnTo>
                    <a:pt x="1307" y="392"/>
                  </a:lnTo>
                  <a:lnTo>
                    <a:pt x="1306" y="392"/>
                  </a:lnTo>
                  <a:lnTo>
                    <a:pt x="1305" y="391"/>
                  </a:lnTo>
                  <a:lnTo>
                    <a:pt x="1305" y="390"/>
                  </a:lnTo>
                  <a:lnTo>
                    <a:pt x="1307" y="390"/>
                  </a:lnTo>
                  <a:lnTo>
                    <a:pt x="1307" y="388"/>
                  </a:lnTo>
                  <a:lnTo>
                    <a:pt x="1307" y="387"/>
                  </a:lnTo>
                  <a:lnTo>
                    <a:pt x="1311" y="387"/>
                  </a:lnTo>
                  <a:lnTo>
                    <a:pt x="1315" y="383"/>
                  </a:lnTo>
                  <a:lnTo>
                    <a:pt x="1315" y="382"/>
                  </a:lnTo>
                  <a:lnTo>
                    <a:pt x="1313" y="382"/>
                  </a:lnTo>
                  <a:lnTo>
                    <a:pt x="1311" y="384"/>
                  </a:lnTo>
                  <a:lnTo>
                    <a:pt x="1309" y="383"/>
                  </a:lnTo>
                  <a:lnTo>
                    <a:pt x="1307" y="382"/>
                  </a:lnTo>
                  <a:lnTo>
                    <a:pt x="1306" y="380"/>
                  </a:lnTo>
                  <a:lnTo>
                    <a:pt x="1303" y="380"/>
                  </a:lnTo>
                  <a:lnTo>
                    <a:pt x="1299" y="379"/>
                  </a:lnTo>
                  <a:lnTo>
                    <a:pt x="1297" y="379"/>
                  </a:lnTo>
                  <a:lnTo>
                    <a:pt x="1298" y="382"/>
                  </a:lnTo>
                  <a:lnTo>
                    <a:pt x="1296" y="382"/>
                  </a:lnTo>
                  <a:lnTo>
                    <a:pt x="1294" y="380"/>
                  </a:lnTo>
                  <a:lnTo>
                    <a:pt x="1294" y="379"/>
                  </a:lnTo>
                  <a:lnTo>
                    <a:pt x="1292" y="380"/>
                  </a:lnTo>
                  <a:lnTo>
                    <a:pt x="1288" y="379"/>
                  </a:lnTo>
                  <a:lnTo>
                    <a:pt x="1285" y="380"/>
                  </a:lnTo>
                  <a:lnTo>
                    <a:pt x="1284" y="378"/>
                  </a:lnTo>
                  <a:lnTo>
                    <a:pt x="1280" y="378"/>
                  </a:lnTo>
                  <a:lnTo>
                    <a:pt x="1277" y="382"/>
                  </a:lnTo>
                  <a:lnTo>
                    <a:pt x="1276" y="382"/>
                  </a:lnTo>
                  <a:lnTo>
                    <a:pt x="1276" y="383"/>
                  </a:lnTo>
                  <a:lnTo>
                    <a:pt x="1278" y="386"/>
                  </a:lnTo>
                  <a:lnTo>
                    <a:pt x="1276" y="387"/>
                  </a:lnTo>
                  <a:lnTo>
                    <a:pt x="1274" y="386"/>
                  </a:lnTo>
                  <a:lnTo>
                    <a:pt x="1273" y="388"/>
                  </a:lnTo>
                  <a:lnTo>
                    <a:pt x="1276" y="390"/>
                  </a:lnTo>
                  <a:lnTo>
                    <a:pt x="1277" y="388"/>
                  </a:lnTo>
                  <a:lnTo>
                    <a:pt x="1278" y="390"/>
                  </a:lnTo>
                  <a:lnTo>
                    <a:pt x="1278" y="391"/>
                  </a:lnTo>
                  <a:lnTo>
                    <a:pt x="1273" y="393"/>
                  </a:lnTo>
                  <a:lnTo>
                    <a:pt x="1272" y="391"/>
                  </a:lnTo>
                  <a:lnTo>
                    <a:pt x="1268" y="391"/>
                  </a:lnTo>
                  <a:lnTo>
                    <a:pt x="1267" y="392"/>
                  </a:lnTo>
                  <a:lnTo>
                    <a:pt x="1268" y="393"/>
                  </a:lnTo>
                  <a:lnTo>
                    <a:pt x="1265" y="393"/>
                  </a:lnTo>
                  <a:lnTo>
                    <a:pt x="1264" y="395"/>
                  </a:lnTo>
                  <a:lnTo>
                    <a:pt x="1263" y="395"/>
                  </a:lnTo>
                  <a:lnTo>
                    <a:pt x="1263" y="393"/>
                  </a:lnTo>
                  <a:lnTo>
                    <a:pt x="1257" y="393"/>
                  </a:lnTo>
                  <a:lnTo>
                    <a:pt x="1256" y="395"/>
                  </a:lnTo>
                  <a:lnTo>
                    <a:pt x="1251" y="393"/>
                  </a:lnTo>
                  <a:lnTo>
                    <a:pt x="1248" y="395"/>
                  </a:lnTo>
                  <a:lnTo>
                    <a:pt x="1248" y="396"/>
                  </a:lnTo>
                  <a:lnTo>
                    <a:pt x="1252" y="399"/>
                  </a:lnTo>
                  <a:lnTo>
                    <a:pt x="1249" y="400"/>
                  </a:lnTo>
                  <a:lnTo>
                    <a:pt x="1248" y="403"/>
                  </a:lnTo>
                  <a:lnTo>
                    <a:pt x="1247" y="400"/>
                  </a:lnTo>
                  <a:lnTo>
                    <a:pt x="1244" y="400"/>
                  </a:lnTo>
                  <a:lnTo>
                    <a:pt x="1245" y="397"/>
                  </a:lnTo>
                  <a:lnTo>
                    <a:pt x="1244" y="396"/>
                  </a:lnTo>
                  <a:lnTo>
                    <a:pt x="1243" y="397"/>
                  </a:lnTo>
                  <a:lnTo>
                    <a:pt x="1240" y="399"/>
                  </a:lnTo>
                  <a:lnTo>
                    <a:pt x="1239" y="399"/>
                  </a:lnTo>
                  <a:lnTo>
                    <a:pt x="1236" y="400"/>
                  </a:lnTo>
                  <a:lnTo>
                    <a:pt x="1234" y="400"/>
                  </a:lnTo>
                  <a:lnTo>
                    <a:pt x="1230" y="401"/>
                  </a:lnTo>
                  <a:lnTo>
                    <a:pt x="1227" y="401"/>
                  </a:lnTo>
                  <a:lnTo>
                    <a:pt x="1223" y="405"/>
                  </a:lnTo>
                  <a:lnTo>
                    <a:pt x="1220" y="405"/>
                  </a:lnTo>
                  <a:lnTo>
                    <a:pt x="1218" y="404"/>
                  </a:lnTo>
                  <a:lnTo>
                    <a:pt x="1217" y="404"/>
                  </a:lnTo>
                  <a:lnTo>
                    <a:pt x="1217" y="407"/>
                  </a:lnTo>
                  <a:lnTo>
                    <a:pt x="1213" y="409"/>
                  </a:lnTo>
                  <a:lnTo>
                    <a:pt x="1211" y="412"/>
                  </a:lnTo>
                  <a:lnTo>
                    <a:pt x="1209" y="415"/>
                  </a:lnTo>
                  <a:lnTo>
                    <a:pt x="1209" y="417"/>
                  </a:lnTo>
                  <a:lnTo>
                    <a:pt x="1211" y="421"/>
                  </a:lnTo>
                  <a:lnTo>
                    <a:pt x="1211" y="426"/>
                  </a:lnTo>
                  <a:lnTo>
                    <a:pt x="1207" y="430"/>
                  </a:lnTo>
                  <a:lnTo>
                    <a:pt x="1206" y="434"/>
                  </a:lnTo>
                  <a:lnTo>
                    <a:pt x="1206" y="437"/>
                  </a:lnTo>
                  <a:lnTo>
                    <a:pt x="1206" y="442"/>
                  </a:lnTo>
                  <a:lnTo>
                    <a:pt x="1207" y="443"/>
                  </a:lnTo>
                  <a:lnTo>
                    <a:pt x="1207" y="446"/>
                  </a:lnTo>
                  <a:lnTo>
                    <a:pt x="1206" y="446"/>
                  </a:lnTo>
                  <a:lnTo>
                    <a:pt x="1205" y="447"/>
                  </a:lnTo>
                  <a:lnTo>
                    <a:pt x="1205" y="450"/>
                  </a:lnTo>
                  <a:lnTo>
                    <a:pt x="1203" y="450"/>
                  </a:lnTo>
                  <a:lnTo>
                    <a:pt x="1205" y="454"/>
                  </a:lnTo>
                  <a:lnTo>
                    <a:pt x="1202" y="457"/>
                  </a:lnTo>
                  <a:lnTo>
                    <a:pt x="1202" y="459"/>
                  </a:lnTo>
                  <a:lnTo>
                    <a:pt x="1199" y="463"/>
                  </a:lnTo>
                  <a:lnTo>
                    <a:pt x="1199" y="466"/>
                  </a:lnTo>
                  <a:lnTo>
                    <a:pt x="1198" y="467"/>
                  </a:lnTo>
                  <a:lnTo>
                    <a:pt x="1197" y="471"/>
                  </a:lnTo>
                  <a:lnTo>
                    <a:pt x="1197" y="471"/>
                  </a:lnTo>
                  <a:lnTo>
                    <a:pt x="1194" y="476"/>
                  </a:lnTo>
                  <a:lnTo>
                    <a:pt x="1195" y="482"/>
                  </a:lnTo>
                  <a:lnTo>
                    <a:pt x="1194" y="483"/>
                  </a:lnTo>
                  <a:lnTo>
                    <a:pt x="1195" y="486"/>
                  </a:lnTo>
                  <a:lnTo>
                    <a:pt x="1193" y="488"/>
                  </a:lnTo>
                  <a:lnTo>
                    <a:pt x="1193" y="491"/>
                  </a:lnTo>
                  <a:lnTo>
                    <a:pt x="1190" y="493"/>
                  </a:lnTo>
                  <a:lnTo>
                    <a:pt x="1192" y="495"/>
                  </a:lnTo>
                  <a:lnTo>
                    <a:pt x="1190" y="496"/>
                  </a:lnTo>
                  <a:lnTo>
                    <a:pt x="1190" y="499"/>
                  </a:lnTo>
                  <a:lnTo>
                    <a:pt x="1186" y="501"/>
                  </a:lnTo>
                  <a:lnTo>
                    <a:pt x="1186" y="505"/>
                  </a:lnTo>
                  <a:lnTo>
                    <a:pt x="1182" y="509"/>
                  </a:lnTo>
                  <a:lnTo>
                    <a:pt x="1182" y="511"/>
                  </a:lnTo>
                  <a:lnTo>
                    <a:pt x="1181" y="515"/>
                  </a:lnTo>
                  <a:lnTo>
                    <a:pt x="1180" y="517"/>
                  </a:lnTo>
                  <a:lnTo>
                    <a:pt x="1178" y="518"/>
                  </a:lnTo>
                  <a:lnTo>
                    <a:pt x="1180" y="521"/>
                  </a:lnTo>
                  <a:lnTo>
                    <a:pt x="1182" y="522"/>
                  </a:lnTo>
                  <a:lnTo>
                    <a:pt x="1184" y="521"/>
                  </a:lnTo>
                  <a:lnTo>
                    <a:pt x="1186" y="524"/>
                  </a:lnTo>
                  <a:lnTo>
                    <a:pt x="1189" y="524"/>
                  </a:lnTo>
                  <a:lnTo>
                    <a:pt x="1192" y="521"/>
                  </a:lnTo>
                  <a:lnTo>
                    <a:pt x="1193" y="521"/>
                  </a:lnTo>
                  <a:lnTo>
                    <a:pt x="1195" y="520"/>
                  </a:lnTo>
                  <a:lnTo>
                    <a:pt x="1197" y="520"/>
                  </a:lnTo>
                  <a:lnTo>
                    <a:pt x="1199" y="518"/>
                  </a:lnTo>
                  <a:lnTo>
                    <a:pt x="1199" y="525"/>
                  </a:lnTo>
                  <a:lnTo>
                    <a:pt x="1202" y="529"/>
                  </a:lnTo>
                  <a:lnTo>
                    <a:pt x="1202" y="532"/>
                  </a:lnTo>
                  <a:lnTo>
                    <a:pt x="1202" y="536"/>
                  </a:lnTo>
                  <a:lnTo>
                    <a:pt x="1205" y="538"/>
                  </a:lnTo>
                  <a:lnTo>
                    <a:pt x="1207" y="536"/>
                  </a:lnTo>
                  <a:lnTo>
                    <a:pt x="1207" y="536"/>
                  </a:lnTo>
                  <a:lnTo>
                    <a:pt x="1209" y="536"/>
                  </a:lnTo>
                  <a:lnTo>
                    <a:pt x="1210" y="533"/>
                  </a:lnTo>
                  <a:lnTo>
                    <a:pt x="1211" y="532"/>
                  </a:lnTo>
                  <a:lnTo>
                    <a:pt x="1213" y="533"/>
                  </a:lnTo>
                  <a:lnTo>
                    <a:pt x="1214" y="532"/>
                  </a:lnTo>
                  <a:lnTo>
                    <a:pt x="1217" y="533"/>
                  </a:lnTo>
                  <a:lnTo>
                    <a:pt x="1215" y="533"/>
                  </a:lnTo>
                  <a:lnTo>
                    <a:pt x="1214" y="536"/>
                  </a:lnTo>
                  <a:lnTo>
                    <a:pt x="1215" y="538"/>
                  </a:lnTo>
                  <a:lnTo>
                    <a:pt x="1214" y="538"/>
                  </a:lnTo>
                  <a:lnTo>
                    <a:pt x="1211" y="541"/>
                  </a:lnTo>
                  <a:lnTo>
                    <a:pt x="1213" y="542"/>
                  </a:lnTo>
                  <a:lnTo>
                    <a:pt x="1218" y="541"/>
                  </a:lnTo>
                  <a:lnTo>
                    <a:pt x="1220" y="540"/>
                  </a:lnTo>
                  <a:lnTo>
                    <a:pt x="1220" y="536"/>
                  </a:lnTo>
                  <a:lnTo>
                    <a:pt x="1220" y="533"/>
                  </a:lnTo>
                  <a:lnTo>
                    <a:pt x="1222" y="532"/>
                  </a:lnTo>
                  <a:lnTo>
                    <a:pt x="1223" y="534"/>
                  </a:lnTo>
                  <a:lnTo>
                    <a:pt x="1223" y="538"/>
                  </a:lnTo>
                  <a:lnTo>
                    <a:pt x="1223" y="541"/>
                  </a:lnTo>
                  <a:lnTo>
                    <a:pt x="1224" y="540"/>
                  </a:lnTo>
                  <a:lnTo>
                    <a:pt x="1226" y="537"/>
                  </a:lnTo>
                  <a:lnTo>
                    <a:pt x="1224" y="533"/>
                  </a:lnTo>
                  <a:lnTo>
                    <a:pt x="1224" y="530"/>
                  </a:lnTo>
                  <a:lnTo>
                    <a:pt x="1223" y="528"/>
                  </a:lnTo>
                  <a:lnTo>
                    <a:pt x="1222" y="524"/>
                  </a:lnTo>
                  <a:lnTo>
                    <a:pt x="1224" y="524"/>
                  </a:lnTo>
                  <a:lnTo>
                    <a:pt x="1226" y="525"/>
                  </a:lnTo>
                  <a:lnTo>
                    <a:pt x="1226" y="526"/>
                  </a:lnTo>
                  <a:lnTo>
                    <a:pt x="1227" y="528"/>
                  </a:lnTo>
                  <a:lnTo>
                    <a:pt x="1228" y="528"/>
                  </a:lnTo>
                  <a:lnTo>
                    <a:pt x="1230" y="526"/>
                  </a:lnTo>
                  <a:lnTo>
                    <a:pt x="1231" y="526"/>
                  </a:lnTo>
                  <a:lnTo>
                    <a:pt x="1234" y="524"/>
                  </a:lnTo>
                  <a:lnTo>
                    <a:pt x="1238" y="526"/>
                  </a:lnTo>
                  <a:lnTo>
                    <a:pt x="1240" y="526"/>
                  </a:lnTo>
                  <a:lnTo>
                    <a:pt x="1242" y="528"/>
                  </a:lnTo>
                  <a:lnTo>
                    <a:pt x="1243" y="530"/>
                  </a:lnTo>
                  <a:lnTo>
                    <a:pt x="1244" y="532"/>
                  </a:lnTo>
                  <a:lnTo>
                    <a:pt x="1247" y="532"/>
                  </a:lnTo>
                  <a:lnTo>
                    <a:pt x="1248" y="533"/>
                  </a:lnTo>
                  <a:lnTo>
                    <a:pt x="1253" y="536"/>
                  </a:lnTo>
                  <a:lnTo>
                    <a:pt x="1255" y="537"/>
                  </a:lnTo>
                  <a:lnTo>
                    <a:pt x="1256" y="537"/>
                  </a:lnTo>
                  <a:lnTo>
                    <a:pt x="1257" y="540"/>
                  </a:lnTo>
                  <a:lnTo>
                    <a:pt x="1259" y="540"/>
                  </a:lnTo>
                  <a:lnTo>
                    <a:pt x="1261" y="543"/>
                  </a:lnTo>
                  <a:lnTo>
                    <a:pt x="1260" y="545"/>
                  </a:lnTo>
                  <a:lnTo>
                    <a:pt x="1260" y="547"/>
                  </a:lnTo>
                  <a:lnTo>
                    <a:pt x="1259" y="547"/>
                  </a:lnTo>
                  <a:lnTo>
                    <a:pt x="1260" y="550"/>
                  </a:lnTo>
                  <a:lnTo>
                    <a:pt x="1263" y="550"/>
                  </a:lnTo>
                  <a:lnTo>
                    <a:pt x="1265" y="554"/>
                  </a:lnTo>
                  <a:lnTo>
                    <a:pt x="1265" y="557"/>
                  </a:lnTo>
                  <a:lnTo>
                    <a:pt x="1264" y="558"/>
                  </a:lnTo>
                  <a:lnTo>
                    <a:pt x="1264" y="561"/>
                  </a:lnTo>
                  <a:lnTo>
                    <a:pt x="1267" y="563"/>
                  </a:lnTo>
                  <a:lnTo>
                    <a:pt x="1268" y="563"/>
                  </a:lnTo>
                  <a:lnTo>
                    <a:pt x="1271" y="562"/>
                  </a:lnTo>
                  <a:lnTo>
                    <a:pt x="1271" y="565"/>
                  </a:lnTo>
                  <a:lnTo>
                    <a:pt x="1269" y="566"/>
                  </a:lnTo>
                  <a:lnTo>
                    <a:pt x="1269" y="568"/>
                  </a:lnTo>
                  <a:lnTo>
                    <a:pt x="1272" y="570"/>
                  </a:lnTo>
                  <a:lnTo>
                    <a:pt x="1271" y="571"/>
                  </a:lnTo>
                  <a:lnTo>
                    <a:pt x="1271" y="572"/>
                  </a:lnTo>
                  <a:lnTo>
                    <a:pt x="1271" y="575"/>
                  </a:lnTo>
                  <a:lnTo>
                    <a:pt x="1269" y="578"/>
                  </a:lnTo>
                  <a:lnTo>
                    <a:pt x="1271" y="578"/>
                  </a:lnTo>
                  <a:lnTo>
                    <a:pt x="1271" y="580"/>
                  </a:lnTo>
                  <a:lnTo>
                    <a:pt x="1271" y="580"/>
                  </a:lnTo>
                  <a:lnTo>
                    <a:pt x="1272" y="582"/>
                  </a:lnTo>
                  <a:lnTo>
                    <a:pt x="1269" y="583"/>
                  </a:lnTo>
                  <a:lnTo>
                    <a:pt x="1272" y="590"/>
                  </a:lnTo>
                  <a:lnTo>
                    <a:pt x="1271" y="591"/>
                  </a:lnTo>
                  <a:lnTo>
                    <a:pt x="1272" y="595"/>
                  </a:lnTo>
                  <a:lnTo>
                    <a:pt x="1272" y="596"/>
                  </a:lnTo>
                  <a:lnTo>
                    <a:pt x="1272" y="599"/>
                  </a:lnTo>
                  <a:lnTo>
                    <a:pt x="1274" y="607"/>
                  </a:lnTo>
                  <a:lnTo>
                    <a:pt x="1276" y="607"/>
                  </a:lnTo>
                  <a:lnTo>
                    <a:pt x="1278" y="605"/>
                  </a:lnTo>
                  <a:lnTo>
                    <a:pt x="1278" y="607"/>
                  </a:lnTo>
                  <a:lnTo>
                    <a:pt x="1277" y="609"/>
                  </a:lnTo>
                  <a:lnTo>
                    <a:pt x="1276" y="611"/>
                  </a:lnTo>
                  <a:lnTo>
                    <a:pt x="1277" y="613"/>
                  </a:lnTo>
                  <a:lnTo>
                    <a:pt x="1278" y="613"/>
                  </a:lnTo>
                  <a:lnTo>
                    <a:pt x="1281" y="616"/>
                  </a:lnTo>
                  <a:lnTo>
                    <a:pt x="1281" y="621"/>
                  </a:lnTo>
                  <a:lnTo>
                    <a:pt x="1281" y="622"/>
                  </a:lnTo>
                  <a:lnTo>
                    <a:pt x="1281" y="624"/>
                  </a:lnTo>
                  <a:lnTo>
                    <a:pt x="1282" y="629"/>
                  </a:lnTo>
                  <a:lnTo>
                    <a:pt x="1284" y="629"/>
                  </a:lnTo>
                  <a:lnTo>
                    <a:pt x="1284" y="632"/>
                  </a:lnTo>
                  <a:lnTo>
                    <a:pt x="1284" y="633"/>
                  </a:lnTo>
                  <a:lnTo>
                    <a:pt x="1284" y="637"/>
                  </a:lnTo>
                  <a:lnTo>
                    <a:pt x="1285" y="640"/>
                  </a:lnTo>
                  <a:lnTo>
                    <a:pt x="1285" y="642"/>
                  </a:lnTo>
                  <a:lnTo>
                    <a:pt x="1281" y="646"/>
                  </a:lnTo>
                  <a:lnTo>
                    <a:pt x="1281" y="649"/>
                  </a:lnTo>
                  <a:lnTo>
                    <a:pt x="1280" y="653"/>
                  </a:lnTo>
                  <a:lnTo>
                    <a:pt x="1280" y="657"/>
                  </a:lnTo>
                  <a:lnTo>
                    <a:pt x="1281" y="657"/>
                  </a:lnTo>
                  <a:lnTo>
                    <a:pt x="1280" y="661"/>
                  </a:lnTo>
                  <a:lnTo>
                    <a:pt x="1278" y="663"/>
                  </a:lnTo>
                  <a:lnTo>
                    <a:pt x="1278" y="666"/>
                  </a:lnTo>
                  <a:lnTo>
                    <a:pt x="1276" y="670"/>
                  </a:lnTo>
                  <a:lnTo>
                    <a:pt x="1277" y="670"/>
                  </a:lnTo>
                  <a:lnTo>
                    <a:pt x="1277" y="671"/>
                  </a:lnTo>
                  <a:lnTo>
                    <a:pt x="1276" y="674"/>
                  </a:lnTo>
                  <a:lnTo>
                    <a:pt x="1277" y="679"/>
                  </a:lnTo>
                  <a:lnTo>
                    <a:pt x="1274" y="682"/>
                  </a:lnTo>
                  <a:lnTo>
                    <a:pt x="1274" y="686"/>
                  </a:lnTo>
                  <a:lnTo>
                    <a:pt x="1276" y="686"/>
                  </a:lnTo>
                  <a:lnTo>
                    <a:pt x="1276" y="688"/>
                  </a:lnTo>
                  <a:lnTo>
                    <a:pt x="1273" y="691"/>
                  </a:lnTo>
                  <a:lnTo>
                    <a:pt x="1273" y="693"/>
                  </a:lnTo>
                  <a:lnTo>
                    <a:pt x="1271" y="696"/>
                  </a:lnTo>
                  <a:lnTo>
                    <a:pt x="1271" y="699"/>
                  </a:lnTo>
                  <a:lnTo>
                    <a:pt x="1268" y="701"/>
                  </a:lnTo>
                  <a:lnTo>
                    <a:pt x="1265" y="712"/>
                  </a:lnTo>
                  <a:lnTo>
                    <a:pt x="1264" y="712"/>
                  </a:lnTo>
                  <a:lnTo>
                    <a:pt x="1264" y="715"/>
                  </a:lnTo>
                  <a:lnTo>
                    <a:pt x="1264" y="716"/>
                  </a:lnTo>
                  <a:lnTo>
                    <a:pt x="1264" y="717"/>
                  </a:lnTo>
                  <a:lnTo>
                    <a:pt x="1261" y="720"/>
                  </a:lnTo>
                  <a:lnTo>
                    <a:pt x="1261" y="721"/>
                  </a:lnTo>
                  <a:lnTo>
                    <a:pt x="1259" y="722"/>
                  </a:lnTo>
                  <a:lnTo>
                    <a:pt x="1259" y="726"/>
                  </a:lnTo>
                  <a:lnTo>
                    <a:pt x="1257" y="726"/>
                  </a:lnTo>
                  <a:lnTo>
                    <a:pt x="1259" y="729"/>
                  </a:lnTo>
                  <a:lnTo>
                    <a:pt x="1256" y="733"/>
                  </a:lnTo>
                  <a:lnTo>
                    <a:pt x="1256" y="733"/>
                  </a:lnTo>
                  <a:lnTo>
                    <a:pt x="1255" y="732"/>
                  </a:lnTo>
                  <a:lnTo>
                    <a:pt x="1255" y="734"/>
                  </a:lnTo>
                  <a:lnTo>
                    <a:pt x="1255" y="737"/>
                  </a:lnTo>
                  <a:lnTo>
                    <a:pt x="1252" y="738"/>
                  </a:lnTo>
                  <a:lnTo>
                    <a:pt x="1253" y="740"/>
                  </a:lnTo>
                  <a:lnTo>
                    <a:pt x="1249" y="745"/>
                  </a:lnTo>
                  <a:lnTo>
                    <a:pt x="1247" y="747"/>
                  </a:lnTo>
                  <a:lnTo>
                    <a:pt x="1245" y="747"/>
                  </a:lnTo>
                  <a:lnTo>
                    <a:pt x="1245" y="749"/>
                  </a:lnTo>
                  <a:lnTo>
                    <a:pt x="1242" y="750"/>
                  </a:lnTo>
                  <a:lnTo>
                    <a:pt x="1239" y="753"/>
                  </a:lnTo>
                  <a:lnTo>
                    <a:pt x="1238" y="751"/>
                  </a:lnTo>
                  <a:lnTo>
                    <a:pt x="1236" y="753"/>
                  </a:lnTo>
                  <a:lnTo>
                    <a:pt x="1232" y="750"/>
                  </a:lnTo>
                  <a:lnTo>
                    <a:pt x="1228" y="749"/>
                  </a:lnTo>
                  <a:lnTo>
                    <a:pt x="1228" y="745"/>
                  </a:lnTo>
                  <a:lnTo>
                    <a:pt x="1227" y="743"/>
                  </a:lnTo>
                  <a:lnTo>
                    <a:pt x="1224" y="745"/>
                  </a:lnTo>
                  <a:lnTo>
                    <a:pt x="1222" y="743"/>
                  </a:lnTo>
                  <a:lnTo>
                    <a:pt x="1222" y="745"/>
                  </a:lnTo>
                  <a:lnTo>
                    <a:pt x="1222" y="747"/>
                  </a:lnTo>
                  <a:lnTo>
                    <a:pt x="1219" y="749"/>
                  </a:lnTo>
                  <a:lnTo>
                    <a:pt x="1219" y="753"/>
                  </a:lnTo>
                  <a:lnTo>
                    <a:pt x="1218" y="754"/>
                  </a:lnTo>
                  <a:lnTo>
                    <a:pt x="1217" y="758"/>
                  </a:lnTo>
                  <a:lnTo>
                    <a:pt x="1215" y="757"/>
                  </a:lnTo>
                  <a:lnTo>
                    <a:pt x="1213" y="758"/>
                  </a:lnTo>
                  <a:lnTo>
                    <a:pt x="1211" y="761"/>
                  </a:lnTo>
                  <a:lnTo>
                    <a:pt x="1211" y="761"/>
                  </a:lnTo>
                  <a:lnTo>
                    <a:pt x="1210" y="761"/>
                  </a:lnTo>
                  <a:lnTo>
                    <a:pt x="1209" y="758"/>
                  </a:lnTo>
                  <a:lnTo>
                    <a:pt x="1209" y="758"/>
                  </a:lnTo>
                  <a:lnTo>
                    <a:pt x="1209" y="757"/>
                  </a:lnTo>
                  <a:lnTo>
                    <a:pt x="1209" y="755"/>
                  </a:lnTo>
                  <a:lnTo>
                    <a:pt x="1209" y="755"/>
                  </a:lnTo>
                  <a:lnTo>
                    <a:pt x="1207" y="753"/>
                  </a:lnTo>
                  <a:lnTo>
                    <a:pt x="1207" y="753"/>
                  </a:lnTo>
                  <a:lnTo>
                    <a:pt x="1209" y="751"/>
                  </a:lnTo>
                  <a:lnTo>
                    <a:pt x="1213" y="751"/>
                  </a:lnTo>
                  <a:lnTo>
                    <a:pt x="1213" y="751"/>
                  </a:lnTo>
                  <a:lnTo>
                    <a:pt x="1213" y="750"/>
                  </a:lnTo>
                  <a:lnTo>
                    <a:pt x="1213" y="749"/>
                  </a:lnTo>
                  <a:lnTo>
                    <a:pt x="1213" y="747"/>
                  </a:lnTo>
                  <a:lnTo>
                    <a:pt x="1214" y="746"/>
                  </a:lnTo>
                  <a:lnTo>
                    <a:pt x="1213" y="743"/>
                  </a:lnTo>
                  <a:lnTo>
                    <a:pt x="1213" y="741"/>
                  </a:lnTo>
                  <a:lnTo>
                    <a:pt x="1211" y="741"/>
                  </a:lnTo>
                  <a:lnTo>
                    <a:pt x="1211" y="737"/>
                  </a:lnTo>
                  <a:lnTo>
                    <a:pt x="1211" y="734"/>
                  </a:lnTo>
                  <a:lnTo>
                    <a:pt x="1211" y="732"/>
                  </a:lnTo>
                  <a:lnTo>
                    <a:pt x="1211" y="729"/>
                  </a:lnTo>
                  <a:lnTo>
                    <a:pt x="1210" y="728"/>
                  </a:lnTo>
                  <a:lnTo>
                    <a:pt x="1209" y="726"/>
                  </a:lnTo>
                  <a:lnTo>
                    <a:pt x="1209" y="724"/>
                  </a:lnTo>
                  <a:lnTo>
                    <a:pt x="1206" y="720"/>
                  </a:lnTo>
                  <a:lnTo>
                    <a:pt x="1205" y="718"/>
                  </a:lnTo>
                  <a:lnTo>
                    <a:pt x="1205" y="717"/>
                  </a:lnTo>
                  <a:lnTo>
                    <a:pt x="1207" y="716"/>
                  </a:lnTo>
                  <a:lnTo>
                    <a:pt x="1209" y="716"/>
                  </a:lnTo>
                  <a:lnTo>
                    <a:pt x="1209" y="715"/>
                  </a:lnTo>
                  <a:lnTo>
                    <a:pt x="1210" y="713"/>
                  </a:lnTo>
                  <a:lnTo>
                    <a:pt x="1211" y="709"/>
                  </a:lnTo>
                  <a:lnTo>
                    <a:pt x="1213" y="709"/>
                  </a:lnTo>
                  <a:lnTo>
                    <a:pt x="1215" y="709"/>
                  </a:lnTo>
                  <a:lnTo>
                    <a:pt x="1217" y="711"/>
                  </a:lnTo>
                  <a:lnTo>
                    <a:pt x="1223" y="712"/>
                  </a:lnTo>
                  <a:lnTo>
                    <a:pt x="1224" y="712"/>
                  </a:lnTo>
                  <a:lnTo>
                    <a:pt x="1226" y="712"/>
                  </a:lnTo>
                  <a:lnTo>
                    <a:pt x="1227" y="711"/>
                  </a:lnTo>
                  <a:lnTo>
                    <a:pt x="1227" y="709"/>
                  </a:lnTo>
                  <a:lnTo>
                    <a:pt x="1226" y="708"/>
                  </a:lnTo>
                  <a:lnTo>
                    <a:pt x="1226" y="707"/>
                  </a:lnTo>
                  <a:lnTo>
                    <a:pt x="1226" y="705"/>
                  </a:lnTo>
                  <a:lnTo>
                    <a:pt x="1226" y="704"/>
                  </a:lnTo>
                  <a:lnTo>
                    <a:pt x="1226" y="703"/>
                  </a:lnTo>
                  <a:lnTo>
                    <a:pt x="1227" y="700"/>
                  </a:lnTo>
                  <a:lnTo>
                    <a:pt x="1227" y="700"/>
                  </a:lnTo>
                  <a:lnTo>
                    <a:pt x="1227" y="697"/>
                  </a:lnTo>
                  <a:lnTo>
                    <a:pt x="1226" y="696"/>
                  </a:lnTo>
                  <a:lnTo>
                    <a:pt x="1227" y="696"/>
                  </a:lnTo>
                  <a:lnTo>
                    <a:pt x="1228" y="695"/>
                  </a:lnTo>
                  <a:lnTo>
                    <a:pt x="1227" y="693"/>
                  </a:lnTo>
                  <a:lnTo>
                    <a:pt x="1227" y="692"/>
                  </a:lnTo>
                  <a:lnTo>
                    <a:pt x="1227" y="691"/>
                  </a:lnTo>
                  <a:lnTo>
                    <a:pt x="1227" y="690"/>
                  </a:lnTo>
                  <a:lnTo>
                    <a:pt x="1228" y="690"/>
                  </a:lnTo>
                  <a:lnTo>
                    <a:pt x="1228" y="688"/>
                  </a:lnTo>
                  <a:lnTo>
                    <a:pt x="1228" y="687"/>
                  </a:lnTo>
                  <a:lnTo>
                    <a:pt x="1227" y="684"/>
                  </a:lnTo>
                  <a:lnTo>
                    <a:pt x="1227" y="682"/>
                  </a:lnTo>
                  <a:lnTo>
                    <a:pt x="1227" y="682"/>
                  </a:lnTo>
                  <a:lnTo>
                    <a:pt x="1228" y="680"/>
                  </a:lnTo>
                  <a:lnTo>
                    <a:pt x="1228" y="680"/>
                  </a:lnTo>
                  <a:lnTo>
                    <a:pt x="1227" y="679"/>
                  </a:lnTo>
                  <a:lnTo>
                    <a:pt x="1227" y="678"/>
                  </a:lnTo>
                  <a:lnTo>
                    <a:pt x="1227" y="678"/>
                  </a:lnTo>
                  <a:lnTo>
                    <a:pt x="1226" y="676"/>
                  </a:lnTo>
                  <a:lnTo>
                    <a:pt x="1227" y="674"/>
                  </a:lnTo>
                  <a:lnTo>
                    <a:pt x="1227" y="672"/>
                  </a:lnTo>
                  <a:lnTo>
                    <a:pt x="1226" y="671"/>
                  </a:lnTo>
                  <a:lnTo>
                    <a:pt x="1226" y="670"/>
                  </a:lnTo>
                  <a:lnTo>
                    <a:pt x="1226" y="670"/>
                  </a:lnTo>
                  <a:lnTo>
                    <a:pt x="1227" y="667"/>
                  </a:lnTo>
                  <a:lnTo>
                    <a:pt x="1228" y="667"/>
                  </a:lnTo>
                  <a:lnTo>
                    <a:pt x="1230" y="666"/>
                  </a:lnTo>
                  <a:lnTo>
                    <a:pt x="1230" y="665"/>
                  </a:lnTo>
                  <a:lnTo>
                    <a:pt x="1230" y="662"/>
                  </a:lnTo>
                  <a:lnTo>
                    <a:pt x="1228" y="661"/>
                  </a:lnTo>
                  <a:lnTo>
                    <a:pt x="1227" y="659"/>
                  </a:lnTo>
                  <a:lnTo>
                    <a:pt x="1227" y="658"/>
                  </a:lnTo>
                  <a:lnTo>
                    <a:pt x="1224" y="655"/>
                  </a:lnTo>
                  <a:lnTo>
                    <a:pt x="1224" y="654"/>
                  </a:lnTo>
                  <a:lnTo>
                    <a:pt x="1226" y="653"/>
                  </a:lnTo>
                  <a:lnTo>
                    <a:pt x="1224" y="651"/>
                  </a:lnTo>
                  <a:lnTo>
                    <a:pt x="1223" y="650"/>
                  </a:lnTo>
                  <a:lnTo>
                    <a:pt x="1222" y="650"/>
                  </a:lnTo>
                  <a:lnTo>
                    <a:pt x="1220" y="649"/>
                  </a:lnTo>
                  <a:lnTo>
                    <a:pt x="1218" y="647"/>
                  </a:lnTo>
                  <a:lnTo>
                    <a:pt x="1217" y="649"/>
                  </a:lnTo>
                  <a:lnTo>
                    <a:pt x="1215" y="649"/>
                  </a:lnTo>
                  <a:lnTo>
                    <a:pt x="1214" y="650"/>
                  </a:lnTo>
                  <a:lnTo>
                    <a:pt x="1214" y="653"/>
                  </a:lnTo>
                  <a:lnTo>
                    <a:pt x="1213" y="653"/>
                  </a:lnTo>
                  <a:lnTo>
                    <a:pt x="1211" y="653"/>
                  </a:lnTo>
                  <a:lnTo>
                    <a:pt x="1210" y="655"/>
                  </a:lnTo>
                  <a:lnTo>
                    <a:pt x="1209" y="655"/>
                  </a:lnTo>
                  <a:lnTo>
                    <a:pt x="1206" y="655"/>
                  </a:lnTo>
                  <a:lnTo>
                    <a:pt x="1206" y="657"/>
                  </a:lnTo>
                  <a:lnTo>
                    <a:pt x="1206" y="659"/>
                  </a:lnTo>
                  <a:lnTo>
                    <a:pt x="1205" y="661"/>
                  </a:lnTo>
                  <a:lnTo>
                    <a:pt x="1203" y="662"/>
                  </a:lnTo>
                  <a:lnTo>
                    <a:pt x="1203" y="663"/>
                  </a:lnTo>
                  <a:lnTo>
                    <a:pt x="1202" y="665"/>
                  </a:lnTo>
                  <a:lnTo>
                    <a:pt x="1201" y="666"/>
                  </a:lnTo>
                  <a:lnTo>
                    <a:pt x="1198" y="666"/>
                  </a:lnTo>
                  <a:lnTo>
                    <a:pt x="1197" y="666"/>
                  </a:lnTo>
                  <a:lnTo>
                    <a:pt x="1195" y="666"/>
                  </a:lnTo>
                  <a:lnTo>
                    <a:pt x="1194" y="667"/>
                  </a:lnTo>
                  <a:lnTo>
                    <a:pt x="1193" y="667"/>
                  </a:lnTo>
                  <a:lnTo>
                    <a:pt x="1192" y="666"/>
                  </a:lnTo>
                  <a:lnTo>
                    <a:pt x="1192" y="665"/>
                  </a:lnTo>
                  <a:lnTo>
                    <a:pt x="1189" y="665"/>
                  </a:lnTo>
                  <a:lnTo>
                    <a:pt x="1188" y="666"/>
                  </a:lnTo>
                  <a:lnTo>
                    <a:pt x="1186" y="666"/>
                  </a:lnTo>
                  <a:lnTo>
                    <a:pt x="1185" y="665"/>
                  </a:lnTo>
                  <a:lnTo>
                    <a:pt x="1184" y="662"/>
                  </a:lnTo>
                  <a:lnTo>
                    <a:pt x="1182" y="662"/>
                  </a:lnTo>
                  <a:lnTo>
                    <a:pt x="1180" y="659"/>
                  </a:lnTo>
                  <a:lnTo>
                    <a:pt x="1180" y="657"/>
                  </a:lnTo>
                  <a:lnTo>
                    <a:pt x="1181" y="657"/>
                  </a:lnTo>
                  <a:lnTo>
                    <a:pt x="1181" y="654"/>
                  </a:lnTo>
                  <a:lnTo>
                    <a:pt x="1180" y="653"/>
                  </a:lnTo>
                  <a:lnTo>
                    <a:pt x="1180" y="650"/>
                  </a:lnTo>
                  <a:lnTo>
                    <a:pt x="1178" y="650"/>
                  </a:lnTo>
                  <a:lnTo>
                    <a:pt x="1177" y="649"/>
                  </a:lnTo>
                  <a:lnTo>
                    <a:pt x="1177" y="647"/>
                  </a:lnTo>
                  <a:lnTo>
                    <a:pt x="1178" y="646"/>
                  </a:lnTo>
                  <a:lnTo>
                    <a:pt x="1178" y="645"/>
                  </a:lnTo>
                  <a:lnTo>
                    <a:pt x="1178" y="643"/>
                  </a:lnTo>
                  <a:lnTo>
                    <a:pt x="1177" y="645"/>
                  </a:lnTo>
                  <a:lnTo>
                    <a:pt x="1176" y="645"/>
                  </a:lnTo>
                  <a:lnTo>
                    <a:pt x="1174" y="645"/>
                  </a:lnTo>
                  <a:lnTo>
                    <a:pt x="1173" y="646"/>
                  </a:lnTo>
                  <a:lnTo>
                    <a:pt x="1172" y="645"/>
                  </a:lnTo>
                  <a:lnTo>
                    <a:pt x="1170" y="645"/>
                  </a:lnTo>
                  <a:lnTo>
                    <a:pt x="1169" y="645"/>
                  </a:lnTo>
                  <a:lnTo>
                    <a:pt x="1169" y="643"/>
                  </a:lnTo>
                  <a:lnTo>
                    <a:pt x="1166" y="642"/>
                  </a:lnTo>
                  <a:lnTo>
                    <a:pt x="1165" y="641"/>
                  </a:lnTo>
                  <a:lnTo>
                    <a:pt x="1165" y="641"/>
                  </a:lnTo>
                  <a:lnTo>
                    <a:pt x="1164" y="641"/>
                  </a:lnTo>
                  <a:lnTo>
                    <a:pt x="1163" y="640"/>
                  </a:lnTo>
                  <a:lnTo>
                    <a:pt x="1163" y="638"/>
                  </a:lnTo>
                  <a:lnTo>
                    <a:pt x="1161" y="638"/>
                  </a:lnTo>
                  <a:lnTo>
                    <a:pt x="1160" y="637"/>
                  </a:lnTo>
                  <a:lnTo>
                    <a:pt x="1160" y="636"/>
                  </a:lnTo>
                  <a:lnTo>
                    <a:pt x="1159" y="634"/>
                  </a:lnTo>
                  <a:lnTo>
                    <a:pt x="1157" y="634"/>
                  </a:lnTo>
                  <a:lnTo>
                    <a:pt x="1157" y="636"/>
                  </a:lnTo>
                  <a:lnTo>
                    <a:pt x="1156" y="636"/>
                  </a:lnTo>
                  <a:lnTo>
                    <a:pt x="1155" y="636"/>
                  </a:lnTo>
                  <a:lnTo>
                    <a:pt x="1155" y="637"/>
                  </a:lnTo>
                  <a:lnTo>
                    <a:pt x="1152" y="636"/>
                  </a:lnTo>
                  <a:lnTo>
                    <a:pt x="1152" y="636"/>
                  </a:lnTo>
                  <a:lnTo>
                    <a:pt x="1151" y="634"/>
                  </a:lnTo>
                  <a:lnTo>
                    <a:pt x="1148" y="634"/>
                  </a:lnTo>
                  <a:lnTo>
                    <a:pt x="1147" y="634"/>
                  </a:lnTo>
                  <a:lnTo>
                    <a:pt x="1148" y="633"/>
                  </a:lnTo>
                  <a:lnTo>
                    <a:pt x="1148" y="632"/>
                  </a:lnTo>
                  <a:lnTo>
                    <a:pt x="1147" y="632"/>
                  </a:lnTo>
                  <a:lnTo>
                    <a:pt x="1145" y="633"/>
                  </a:lnTo>
                  <a:lnTo>
                    <a:pt x="1143" y="633"/>
                  </a:lnTo>
                  <a:lnTo>
                    <a:pt x="1141" y="633"/>
                  </a:lnTo>
                  <a:lnTo>
                    <a:pt x="1140" y="633"/>
                  </a:lnTo>
                  <a:lnTo>
                    <a:pt x="1139" y="633"/>
                  </a:lnTo>
                  <a:lnTo>
                    <a:pt x="1138" y="633"/>
                  </a:lnTo>
                  <a:lnTo>
                    <a:pt x="1138" y="632"/>
                  </a:lnTo>
                  <a:lnTo>
                    <a:pt x="1135" y="630"/>
                  </a:lnTo>
                  <a:lnTo>
                    <a:pt x="1132" y="628"/>
                  </a:lnTo>
                  <a:lnTo>
                    <a:pt x="1131" y="625"/>
                  </a:lnTo>
                  <a:lnTo>
                    <a:pt x="1131" y="624"/>
                  </a:lnTo>
                  <a:lnTo>
                    <a:pt x="1131" y="622"/>
                  </a:lnTo>
                  <a:lnTo>
                    <a:pt x="1130" y="621"/>
                  </a:lnTo>
                  <a:lnTo>
                    <a:pt x="1128" y="621"/>
                  </a:lnTo>
                  <a:lnTo>
                    <a:pt x="1128" y="618"/>
                  </a:lnTo>
                  <a:lnTo>
                    <a:pt x="1127" y="617"/>
                  </a:lnTo>
                  <a:lnTo>
                    <a:pt x="1127" y="616"/>
                  </a:lnTo>
                  <a:lnTo>
                    <a:pt x="1126" y="613"/>
                  </a:lnTo>
                  <a:lnTo>
                    <a:pt x="1122" y="611"/>
                  </a:lnTo>
                  <a:lnTo>
                    <a:pt x="1119" y="607"/>
                  </a:lnTo>
                  <a:lnTo>
                    <a:pt x="1119" y="605"/>
                  </a:lnTo>
                  <a:lnTo>
                    <a:pt x="1118" y="604"/>
                  </a:lnTo>
                  <a:lnTo>
                    <a:pt x="1116" y="604"/>
                  </a:lnTo>
                  <a:lnTo>
                    <a:pt x="1116" y="604"/>
                  </a:lnTo>
                  <a:lnTo>
                    <a:pt x="1116" y="603"/>
                  </a:lnTo>
                  <a:lnTo>
                    <a:pt x="1116" y="601"/>
                  </a:lnTo>
                  <a:lnTo>
                    <a:pt x="1115" y="600"/>
                  </a:lnTo>
                  <a:lnTo>
                    <a:pt x="1114" y="599"/>
                  </a:lnTo>
                  <a:lnTo>
                    <a:pt x="1114" y="599"/>
                  </a:lnTo>
                  <a:lnTo>
                    <a:pt x="1113" y="596"/>
                  </a:lnTo>
                  <a:lnTo>
                    <a:pt x="1111" y="595"/>
                  </a:lnTo>
                  <a:lnTo>
                    <a:pt x="1110" y="592"/>
                  </a:lnTo>
                  <a:lnTo>
                    <a:pt x="1107" y="591"/>
                  </a:lnTo>
                  <a:lnTo>
                    <a:pt x="1107" y="590"/>
                  </a:lnTo>
                  <a:lnTo>
                    <a:pt x="1109" y="588"/>
                  </a:lnTo>
                  <a:lnTo>
                    <a:pt x="1107" y="587"/>
                  </a:lnTo>
                  <a:lnTo>
                    <a:pt x="1105" y="587"/>
                  </a:lnTo>
                  <a:lnTo>
                    <a:pt x="1105" y="586"/>
                  </a:lnTo>
                  <a:lnTo>
                    <a:pt x="1105" y="584"/>
                  </a:lnTo>
                  <a:lnTo>
                    <a:pt x="1103" y="583"/>
                  </a:lnTo>
                  <a:lnTo>
                    <a:pt x="1103" y="582"/>
                  </a:lnTo>
                  <a:lnTo>
                    <a:pt x="1103" y="580"/>
                  </a:lnTo>
                  <a:lnTo>
                    <a:pt x="1102" y="579"/>
                  </a:lnTo>
                  <a:lnTo>
                    <a:pt x="1102" y="579"/>
                  </a:lnTo>
                  <a:lnTo>
                    <a:pt x="1101" y="578"/>
                  </a:lnTo>
                  <a:lnTo>
                    <a:pt x="1099" y="578"/>
                  </a:lnTo>
                  <a:lnTo>
                    <a:pt x="1098" y="578"/>
                  </a:lnTo>
                  <a:lnTo>
                    <a:pt x="1097" y="576"/>
                  </a:lnTo>
                  <a:lnTo>
                    <a:pt x="1098" y="575"/>
                  </a:lnTo>
                  <a:lnTo>
                    <a:pt x="1097" y="574"/>
                  </a:lnTo>
                  <a:lnTo>
                    <a:pt x="1095" y="574"/>
                  </a:lnTo>
                  <a:lnTo>
                    <a:pt x="1094" y="575"/>
                  </a:lnTo>
                  <a:lnTo>
                    <a:pt x="1094" y="574"/>
                  </a:lnTo>
                  <a:lnTo>
                    <a:pt x="1093" y="574"/>
                  </a:lnTo>
                  <a:lnTo>
                    <a:pt x="1093" y="572"/>
                  </a:lnTo>
                  <a:lnTo>
                    <a:pt x="1093" y="571"/>
                  </a:lnTo>
                  <a:lnTo>
                    <a:pt x="1091" y="570"/>
                  </a:lnTo>
                  <a:lnTo>
                    <a:pt x="1090" y="570"/>
                  </a:lnTo>
                  <a:lnTo>
                    <a:pt x="1089" y="570"/>
                  </a:lnTo>
                  <a:lnTo>
                    <a:pt x="1087" y="568"/>
                  </a:lnTo>
                  <a:lnTo>
                    <a:pt x="1087" y="568"/>
                  </a:lnTo>
                  <a:lnTo>
                    <a:pt x="1085" y="568"/>
                  </a:lnTo>
                  <a:lnTo>
                    <a:pt x="1085" y="568"/>
                  </a:lnTo>
                  <a:lnTo>
                    <a:pt x="1084" y="568"/>
                  </a:lnTo>
                  <a:lnTo>
                    <a:pt x="1084" y="571"/>
                  </a:lnTo>
                  <a:lnTo>
                    <a:pt x="1082" y="571"/>
                  </a:lnTo>
                  <a:lnTo>
                    <a:pt x="1080" y="570"/>
                  </a:lnTo>
                  <a:lnTo>
                    <a:pt x="1080" y="570"/>
                  </a:lnTo>
                  <a:lnTo>
                    <a:pt x="1078" y="570"/>
                  </a:lnTo>
                  <a:lnTo>
                    <a:pt x="1076" y="570"/>
                  </a:lnTo>
                  <a:lnTo>
                    <a:pt x="1074" y="568"/>
                  </a:lnTo>
                  <a:lnTo>
                    <a:pt x="1073" y="567"/>
                  </a:lnTo>
                  <a:lnTo>
                    <a:pt x="1069" y="567"/>
                  </a:lnTo>
                  <a:lnTo>
                    <a:pt x="1068" y="566"/>
                  </a:lnTo>
                  <a:lnTo>
                    <a:pt x="1066" y="566"/>
                  </a:lnTo>
                  <a:lnTo>
                    <a:pt x="1065" y="566"/>
                  </a:lnTo>
                  <a:lnTo>
                    <a:pt x="1064" y="566"/>
                  </a:lnTo>
                  <a:lnTo>
                    <a:pt x="1061" y="566"/>
                  </a:lnTo>
                  <a:lnTo>
                    <a:pt x="1060" y="568"/>
                  </a:lnTo>
                  <a:lnTo>
                    <a:pt x="1059" y="568"/>
                  </a:lnTo>
                  <a:lnTo>
                    <a:pt x="1059" y="568"/>
                  </a:lnTo>
                  <a:lnTo>
                    <a:pt x="1056" y="568"/>
                  </a:lnTo>
                  <a:lnTo>
                    <a:pt x="1055" y="568"/>
                  </a:lnTo>
                  <a:lnTo>
                    <a:pt x="1052" y="568"/>
                  </a:lnTo>
                  <a:lnTo>
                    <a:pt x="1051" y="570"/>
                  </a:lnTo>
                  <a:lnTo>
                    <a:pt x="1048" y="570"/>
                  </a:lnTo>
                  <a:lnTo>
                    <a:pt x="1047" y="572"/>
                  </a:lnTo>
                  <a:lnTo>
                    <a:pt x="1045" y="572"/>
                  </a:lnTo>
                  <a:lnTo>
                    <a:pt x="1044" y="572"/>
                  </a:lnTo>
                  <a:lnTo>
                    <a:pt x="1043" y="572"/>
                  </a:lnTo>
                  <a:lnTo>
                    <a:pt x="1041" y="572"/>
                  </a:lnTo>
                  <a:lnTo>
                    <a:pt x="1040" y="574"/>
                  </a:lnTo>
                  <a:lnTo>
                    <a:pt x="1037" y="574"/>
                  </a:lnTo>
                  <a:lnTo>
                    <a:pt x="1036" y="575"/>
                  </a:lnTo>
                  <a:lnTo>
                    <a:pt x="1036" y="576"/>
                  </a:lnTo>
                  <a:lnTo>
                    <a:pt x="1033" y="579"/>
                  </a:lnTo>
                  <a:lnTo>
                    <a:pt x="1033" y="580"/>
                  </a:lnTo>
                  <a:lnTo>
                    <a:pt x="1032" y="582"/>
                  </a:lnTo>
                  <a:lnTo>
                    <a:pt x="1032" y="583"/>
                  </a:lnTo>
                  <a:lnTo>
                    <a:pt x="1032" y="584"/>
                  </a:lnTo>
                  <a:lnTo>
                    <a:pt x="1032" y="587"/>
                  </a:lnTo>
                  <a:lnTo>
                    <a:pt x="1032" y="588"/>
                  </a:lnTo>
                  <a:lnTo>
                    <a:pt x="1033" y="588"/>
                  </a:lnTo>
                  <a:lnTo>
                    <a:pt x="1036" y="587"/>
                  </a:lnTo>
                  <a:lnTo>
                    <a:pt x="1037" y="586"/>
                  </a:lnTo>
                  <a:lnTo>
                    <a:pt x="1040" y="586"/>
                  </a:lnTo>
                  <a:lnTo>
                    <a:pt x="1041" y="590"/>
                  </a:lnTo>
                  <a:lnTo>
                    <a:pt x="1043" y="591"/>
                  </a:lnTo>
                  <a:lnTo>
                    <a:pt x="1044" y="592"/>
                  </a:lnTo>
                  <a:lnTo>
                    <a:pt x="1044" y="595"/>
                  </a:lnTo>
                  <a:lnTo>
                    <a:pt x="1044" y="596"/>
                  </a:lnTo>
                  <a:lnTo>
                    <a:pt x="1044" y="599"/>
                  </a:lnTo>
                  <a:lnTo>
                    <a:pt x="1043" y="600"/>
                  </a:lnTo>
                  <a:lnTo>
                    <a:pt x="1041" y="601"/>
                  </a:lnTo>
                  <a:lnTo>
                    <a:pt x="1040" y="604"/>
                  </a:lnTo>
                  <a:lnTo>
                    <a:pt x="1039" y="605"/>
                  </a:lnTo>
                  <a:lnTo>
                    <a:pt x="1037" y="608"/>
                  </a:lnTo>
                  <a:lnTo>
                    <a:pt x="1037" y="611"/>
                  </a:lnTo>
                  <a:lnTo>
                    <a:pt x="1039" y="612"/>
                  </a:lnTo>
                  <a:lnTo>
                    <a:pt x="1039" y="613"/>
                  </a:lnTo>
                  <a:lnTo>
                    <a:pt x="1039" y="616"/>
                  </a:lnTo>
                  <a:lnTo>
                    <a:pt x="1040" y="617"/>
                  </a:lnTo>
                  <a:lnTo>
                    <a:pt x="1040" y="620"/>
                  </a:lnTo>
                  <a:lnTo>
                    <a:pt x="1039" y="621"/>
                  </a:lnTo>
                  <a:lnTo>
                    <a:pt x="1037" y="622"/>
                  </a:lnTo>
                  <a:lnTo>
                    <a:pt x="1039" y="624"/>
                  </a:lnTo>
                  <a:lnTo>
                    <a:pt x="1039" y="628"/>
                  </a:lnTo>
                  <a:lnTo>
                    <a:pt x="1039" y="629"/>
                  </a:lnTo>
                  <a:lnTo>
                    <a:pt x="1039" y="632"/>
                  </a:lnTo>
                  <a:lnTo>
                    <a:pt x="1040" y="632"/>
                  </a:lnTo>
                  <a:lnTo>
                    <a:pt x="1040" y="633"/>
                  </a:lnTo>
                  <a:lnTo>
                    <a:pt x="1041" y="632"/>
                  </a:lnTo>
                  <a:lnTo>
                    <a:pt x="1043" y="633"/>
                  </a:lnTo>
                  <a:lnTo>
                    <a:pt x="1043" y="634"/>
                  </a:lnTo>
                  <a:lnTo>
                    <a:pt x="1043" y="637"/>
                  </a:lnTo>
                  <a:lnTo>
                    <a:pt x="1040" y="640"/>
                  </a:lnTo>
                  <a:lnTo>
                    <a:pt x="1036" y="640"/>
                  </a:lnTo>
                  <a:lnTo>
                    <a:pt x="1033" y="642"/>
                  </a:lnTo>
                  <a:lnTo>
                    <a:pt x="1028" y="647"/>
                  </a:lnTo>
                  <a:lnTo>
                    <a:pt x="1027" y="647"/>
                  </a:lnTo>
                  <a:lnTo>
                    <a:pt x="1024" y="646"/>
                  </a:lnTo>
                  <a:lnTo>
                    <a:pt x="1022" y="645"/>
                  </a:lnTo>
                  <a:lnTo>
                    <a:pt x="1019" y="646"/>
                  </a:lnTo>
                  <a:lnTo>
                    <a:pt x="1019" y="645"/>
                  </a:lnTo>
                  <a:lnTo>
                    <a:pt x="1018" y="645"/>
                  </a:lnTo>
                  <a:lnTo>
                    <a:pt x="1016" y="645"/>
                  </a:lnTo>
                  <a:lnTo>
                    <a:pt x="1015" y="643"/>
                  </a:lnTo>
                  <a:lnTo>
                    <a:pt x="1010" y="642"/>
                  </a:lnTo>
                  <a:lnTo>
                    <a:pt x="1006" y="643"/>
                  </a:lnTo>
                  <a:lnTo>
                    <a:pt x="1006" y="645"/>
                  </a:lnTo>
                  <a:lnTo>
                    <a:pt x="1003" y="646"/>
                  </a:lnTo>
                  <a:lnTo>
                    <a:pt x="1002" y="646"/>
                  </a:lnTo>
                  <a:lnTo>
                    <a:pt x="1001" y="645"/>
                  </a:lnTo>
                  <a:lnTo>
                    <a:pt x="998" y="646"/>
                  </a:lnTo>
                  <a:lnTo>
                    <a:pt x="997" y="645"/>
                  </a:lnTo>
                  <a:lnTo>
                    <a:pt x="995" y="643"/>
                  </a:lnTo>
                  <a:lnTo>
                    <a:pt x="993" y="642"/>
                  </a:lnTo>
                  <a:lnTo>
                    <a:pt x="990" y="641"/>
                  </a:lnTo>
                  <a:lnTo>
                    <a:pt x="986" y="642"/>
                  </a:lnTo>
                  <a:lnTo>
                    <a:pt x="986" y="642"/>
                  </a:lnTo>
                  <a:lnTo>
                    <a:pt x="983" y="642"/>
                  </a:lnTo>
                  <a:lnTo>
                    <a:pt x="982" y="643"/>
                  </a:lnTo>
                  <a:lnTo>
                    <a:pt x="981" y="646"/>
                  </a:lnTo>
                  <a:lnTo>
                    <a:pt x="980" y="647"/>
                  </a:lnTo>
                  <a:lnTo>
                    <a:pt x="977" y="649"/>
                  </a:lnTo>
                  <a:lnTo>
                    <a:pt x="976" y="651"/>
                  </a:lnTo>
                  <a:lnTo>
                    <a:pt x="976" y="653"/>
                  </a:lnTo>
                  <a:lnTo>
                    <a:pt x="974" y="654"/>
                  </a:lnTo>
                  <a:lnTo>
                    <a:pt x="972" y="657"/>
                  </a:lnTo>
                  <a:lnTo>
                    <a:pt x="966" y="657"/>
                  </a:lnTo>
                  <a:lnTo>
                    <a:pt x="965" y="657"/>
                  </a:lnTo>
                  <a:lnTo>
                    <a:pt x="962" y="659"/>
                  </a:lnTo>
                  <a:lnTo>
                    <a:pt x="960" y="659"/>
                  </a:lnTo>
                  <a:lnTo>
                    <a:pt x="956" y="662"/>
                  </a:lnTo>
                  <a:lnTo>
                    <a:pt x="953" y="665"/>
                  </a:lnTo>
                  <a:lnTo>
                    <a:pt x="952" y="665"/>
                  </a:lnTo>
                  <a:lnTo>
                    <a:pt x="951" y="663"/>
                  </a:lnTo>
                  <a:lnTo>
                    <a:pt x="948" y="663"/>
                  </a:lnTo>
                  <a:lnTo>
                    <a:pt x="947" y="665"/>
                  </a:lnTo>
                  <a:lnTo>
                    <a:pt x="944" y="665"/>
                  </a:lnTo>
                  <a:lnTo>
                    <a:pt x="936" y="665"/>
                  </a:lnTo>
                  <a:lnTo>
                    <a:pt x="932" y="663"/>
                  </a:lnTo>
                  <a:lnTo>
                    <a:pt x="927" y="663"/>
                  </a:lnTo>
                  <a:lnTo>
                    <a:pt x="924" y="663"/>
                  </a:lnTo>
                  <a:lnTo>
                    <a:pt x="923" y="662"/>
                  </a:lnTo>
                  <a:lnTo>
                    <a:pt x="920" y="661"/>
                  </a:lnTo>
                  <a:lnTo>
                    <a:pt x="919" y="661"/>
                  </a:lnTo>
                  <a:lnTo>
                    <a:pt x="918" y="659"/>
                  </a:lnTo>
                  <a:lnTo>
                    <a:pt x="916" y="655"/>
                  </a:lnTo>
                  <a:lnTo>
                    <a:pt x="915" y="654"/>
                  </a:lnTo>
                  <a:lnTo>
                    <a:pt x="912" y="654"/>
                  </a:lnTo>
                  <a:lnTo>
                    <a:pt x="908" y="654"/>
                  </a:lnTo>
                  <a:lnTo>
                    <a:pt x="904" y="653"/>
                  </a:lnTo>
                  <a:lnTo>
                    <a:pt x="902" y="650"/>
                  </a:lnTo>
                  <a:lnTo>
                    <a:pt x="898" y="650"/>
                  </a:lnTo>
                  <a:lnTo>
                    <a:pt x="894" y="649"/>
                  </a:lnTo>
                  <a:lnTo>
                    <a:pt x="891" y="647"/>
                  </a:lnTo>
                  <a:lnTo>
                    <a:pt x="889" y="649"/>
                  </a:lnTo>
                  <a:lnTo>
                    <a:pt x="885" y="649"/>
                  </a:lnTo>
                  <a:lnTo>
                    <a:pt x="883" y="650"/>
                  </a:lnTo>
                  <a:lnTo>
                    <a:pt x="878" y="650"/>
                  </a:lnTo>
                  <a:lnTo>
                    <a:pt x="874" y="651"/>
                  </a:lnTo>
                  <a:lnTo>
                    <a:pt x="873" y="654"/>
                  </a:lnTo>
                  <a:lnTo>
                    <a:pt x="872" y="654"/>
                  </a:lnTo>
                  <a:lnTo>
                    <a:pt x="870" y="654"/>
                  </a:lnTo>
                  <a:lnTo>
                    <a:pt x="868" y="654"/>
                  </a:lnTo>
                  <a:lnTo>
                    <a:pt x="866" y="655"/>
                  </a:lnTo>
                  <a:lnTo>
                    <a:pt x="862" y="654"/>
                  </a:lnTo>
                  <a:lnTo>
                    <a:pt x="862" y="655"/>
                  </a:lnTo>
                  <a:lnTo>
                    <a:pt x="860" y="655"/>
                  </a:lnTo>
                  <a:lnTo>
                    <a:pt x="857" y="654"/>
                  </a:lnTo>
                  <a:lnTo>
                    <a:pt x="853" y="653"/>
                  </a:lnTo>
                  <a:lnTo>
                    <a:pt x="852" y="651"/>
                  </a:lnTo>
                  <a:lnTo>
                    <a:pt x="850" y="649"/>
                  </a:lnTo>
                  <a:lnTo>
                    <a:pt x="849" y="649"/>
                  </a:lnTo>
                  <a:lnTo>
                    <a:pt x="847" y="647"/>
                  </a:lnTo>
                  <a:lnTo>
                    <a:pt x="848" y="646"/>
                  </a:lnTo>
                  <a:lnTo>
                    <a:pt x="847" y="643"/>
                  </a:lnTo>
                  <a:lnTo>
                    <a:pt x="845" y="642"/>
                  </a:lnTo>
                  <a:lnTo>
                    <a:pt x="845" y="640"/>
                  </a:lnTo>
                  <a:lnTo>
                    <a:pt x="844" y="638"/>
                  </a:lnTo>
                  <a:lnTo>
                    <a:pt x="844" y="637"/>
                  </a:lnTo>
                  <a:lnTo>
                    <a:pt x="843" y="636"/>
                  </a:lnTo>
                  <a:lnTo>
                    <a:pt x="841" y="634"/>
                  </a:lnTo>
                  <a:lnTo>
                    <a:pt x="836" y="634"/>
                  </a:lnTo>
                  <a:lnTo>
                    <a:pt x="833" y="634"/>
                  </a:lnTo>
                  <a:lnTo>
                    <a:pt x="832" y="633"/>
                  </a:lnTo>
                  <a:lnTo>
                    <a:pt x="829" y="633"/>
                  </a:lnTo>
                  <a:lnTo>
                    <a:pt x="828" y="632"/>
                  </a:lnTo>
                  <a:lnTo>
                    <a:pt x="827" y="630"/>
                  </a:lnTo>
                  <a:lnTo>
                    <a:pt x="823" y="630"/>
                  </a:lnTo>
                  <a:lnTo>
                    <a:pt x="819" y="630"/>
                  </a:lnTo>
                  <a:lnTo>
                    <a:pt x="816" y="630"/>
                  </a:lnTo>
                  <a:lnTo>
                    <a:pt x="816" y="629"/>
                  </a:lnTo>
                  <a:lnTo>
                    <a:pt x="812" y="628"/>
                  </a:lnTo>
                  <a:lnTo>
                    <a:pt x="810" y="626"/>
                  </a:lnTo>
                  <a:lnTo>
                    <a:pt x="808" y="625"/>
                  </a:lnTo>
                  <a:lnTo>
                    <a:pt x="806" y="625"/>
                  </a:lnTo>
                  <a:lnTo>
                    <a:pt x="804" y="626"/>
                  </a:lnTo>
                  <a:lnTo>
                    <a:pt x="804" y="629"/>
                  </a:lnTo>
                  <a:lnTo>
                    <a:pt x="804" y="630"/>
                  </a:lnTo>
                  <a:lnTo>
                    <a:pt x="804" y="633"/>
                  </a:lnTo>
                  <a:lnTo>
                    <a:pt x="803" y="632"/>
                  </a:lnTo>
                  <a:lnTo>
                    <a:pt x="800" y="633"/>
                  </a:lnTo>
                  <a:lnTo>
                    <a:pt x="799" y="634"/>
                  </a:lnTo>
                  <a:lnTo>
                    <a:pt x="799" y="637"/>
                  </a:lnTo>
                  <a:lnTo>
                    <a:pt x="798" y="640"/>
                  </a:lnTo>
                  <a:lnTo>
                    <a:pt x="796" y="645"/>
                  </a:lnTo>
                  <a:lnTo>
                    <a:pt x="798" y="647"/>
                  </a:lnTo>
                  <a:lnTo>
                    <a:pt x="802" y="649"/>
                  </a:lnTo>
                  <a:lnTo>
                    <a:pt x="803" y="650"/>
                  </a:lnTo>
                  <a:lnTo>
                    <a:pt x="804" y="651"/>
                  </a:lnTo>
                  <a:lnTo>
                    <a:pt x="806" y="653"/>
                  </a:lnTo>
                  <a:lnTo>
                    <a:pt x="804" y="657"/>
                  </a:lnTo>
                  <a:lnTo>
                    <a:pt x="804" y="661"/>
                  </a:lnTo>
                  <a:lnTo>
                    <a:pt x="807" y="662"/>
                  </a:lnTo>
                  <a:lnTo>
                    <a:pt x="808" y="663"/>
                  </a:lnTo>
                  <a:lnTo>
                    <a:pt x="806" y="667"/>
                  </a:lnTo>
                  <a:lnTo>
                    <a:pt x="802" y="667"/>
                  </a:lnTo>
                  <a:lnTo>
                    <a:pt x="799" y="667"/>
                  </a:lnTo>
                  <a:lnTo>
                    <a:pt x="799" y="667"/>
                  </a:lnTo>
                  <a:lnTo>
                    <a:pt x="796" y="667"/>
                  </a:lnTo>
                  <a:lnTo>
                    <a:pt x="795" y="667"/>
                  </a:lnTo>
                  <a:lnTo>
                    <a:pt x="790" y="667"/>
                  </a:lnTo>
                  <a:lnTo>
                    <a:pt x="789" y="667"/>
                  </a:lnTo>
                  <a:lnTo>
                    <a:pt x="786" y="666"/>
                  </a:lnTo>
                  <a:lnTo>
                    <a:pt x="785" y="666"/>
                  </a:lnTo>
                  <a:lnTo>
                    <a:pt x="782" y="666"/>
                  </a:lnTo>
                  <a:lnTo>
                    <a:pt x="779" y="667"/>
                  </a:lnTo>
                  <a:lnTo>
                    <a:pt x="777" y="668"/>
                  </a:lnTo>
                  <a:lnTo>
                    <a:pt x="775" y="670"/>
                  </a:lnTo>
                  <a:lnTo>
                    <a:pt x="771" y="667"/>
                  </a:lnTo>
                  <a:lnTo>
                    <a:pt x="769" y="666"/>
                  </a:lnTo>
                  <a:lnTo>
                    <a:pt x="764" y="662"/>
                  </a:lnTo>
                  <a:lnTo>
                    <a:pt x="762" y="661"/>
                  </a:lnTo>
                  <a:lnTo>
                    <a:pt x="762" y="659"/>
                  </a:lnTo>
                  <a:lnTo>
                    <a:pt x="761" y="657"/>
                  </a:lnTo>
                  <a:lnTo>
                    <a:pt x="757" y="657"/>
                  </a:lnTo>
                  <a:lnTo>
                    <a:pt x="756" y="658"/>
                  </a:lnTo>
                  <a:lnTo>
                    <a:pt x="753" y="658"/>
                  </a:lnTo>
                  <a:lnTo>
                    <a:pt x="753" y="658"/>
                  </a:lnTo>
                  <a:lnTo>
                    <a:pt x="750" y="659"/>
                  </a:lnTo>
                  <a:lnTo>
                    <a:pt x="749" y="657"/>
                  </a:lnTo>
                  <a:lnTo>
                    <a:pt x="748" y="655"/>
                  </a:lnTo>
                  <a:lnTo>
                    <a:pt x="746" y="654"/>
                  </a:lnTo>
                  <a:lnTo>
                    <a:pt x="746" y="654"/>
                  </a:lnTo>
                  <a:lnTo>
                    <a:pt x="744" y="655"/>
                  </a:lnTo>
                  <a:lnTo>
                    <a:pt x="741" y="655"/>
                  </a:lnTo>
                  <a:lnTo>
                    <a:pt x="740" y="655"/>
                  </a:lnTo>
                  <a:lnTo>
                    <a:pt x="737" y="655"/>
                  </a:lnTo>
                  <a:lnTo>
                    <a:pt x="733" y="657"/>
                  </a:lnTo>
                  <a:lnTo>
                    <a:pt x="732" y="657"/>
                  </a:lnTo>
                  <a:lnTo>
                    <a:pt x="731" y="659"/>
                  </a:lnTo>
                  <a:lnTo>
                    <a:pt x="728" y="661"/>
                  </a:lnTo>
                  <a:lnTo>
                    <a:pt x="724" y="659"/>
                  </a:lnTo>
                  <a:lnTo>
                    <a:pt x="724" y="661"/>
                  </a:lnTo>
                  <a:lnTo>
                    <a:pt x="724" y="662"/>
                  </a:lnTo>
                  <a:lnTo>
                    <a:pt x="725" y="663"/>
                  </a:lnTo>
                  <a:lnTo>
                    <a:pt x="724" y="665"/>
                  </a:lnTo>
                  <a:lnTo>
                    <a:pt x="723" y="666"/>
                  </a:lnTo>
                  <a:lnTo>
                    <a:pt x="720" y="667"/>
                  </a:lnTo>
                  <a:lnTo>
                    <a:pt x="719" y="668"/>
                  </a:lnTo>
                  <a:lnTo>
                    <a:pt x="719" y="671"/>
                  </a:lnTo>
                  <a:lnTo>
                    <a:pt x="716" y="672"/>
                  </a:lnTo>
                  <a:lnTo>
                    <a:pt x="715" y="674"/>
                  </a:lnTo>
                  <a:lnTo>
                    <a:pt x="715" y="676"/>
                  </a:lnTo>
                  <a:lnTo>
                    <a:pt x="711" y="678"/>
                  </a:lnTo>
                  <a:lnTo>
                    <a:pt x="708" y="680"/>
                  </a:lnTo>
                  <a:lnTo>
                    <a:pt x="708" y="682"/>
                  </a:lnTo>
                  <a:lnTo>
                    <a:pt x="703" y="682"/>
                  </a:lnTo>
                  <a:lnTo>
                    <a:pt x="700" y="683"/>
                  </a:lnTo>
                  <a:lnTo>
                    <a:pt x="699" y="687"/>
                  </a:lnTo>
                  <a:lnTo>
                    <a:pt x="699" y="687"/>
                  </a:lnTo>
                  <a:lnTo>
                    <a:pt x="698" y="687"/>
                  </a:lnTo>
                  <a:lnTo>
                    <a:pt x="695" y="686"/>
                  </a:lnTo>
                  <a:lnTo>
                    <a:pt x="694" y="686"/>
                  </a:lnTo>
                  <a:lnTo>
                    <a:pt x="692" y="686"/>
                  </a:lnTo>
                  <a:lnTo>
                    <a:pt x="690" y="684"/>
                  </a:lnTo>
                  <a:lnTo>
                    <a:pt x="687" y="682"/>
                  </a:lnTo>
                  <a:lnTo>
                    <a:pt x="686" y="682"/>
                  </a:lnTo>
                  <a:lnTo>
                    <a:pt x="685" y="679"/>
                  </a:lnTo>
                  <a:lnTo>
                    <a:pt x="686" y="676"/>
                  </a:lnTo>
                  <a:lnTo>
                    <a:pt x="685" y="676"/>
                  </a:lnTo>
                  <a:lnTo>
                    <a:pt x="682" y="678"/>
                  </a:lnTo>
                  <a:lnTo>
                    <a:pt x="681" y="679"/>
                  </a:lnTo>
                  <a:lnTo>
                    <a:pt x="678" y="680"/>
                  </a:lnTo>
                  <a:lnTo>
                    <a:pt x="673" y="680"/>
                  </a:lnTo>
                  <a:lnTo>
                    <a:pt x="671" y="682"/>
                  </a:lnTo>
                  <a:lnTo>
                    <a:pt x="670" y="683"/>
                  </a:lnTo>
                  <a:lnTo>
                    <a:pt x="669" y="682"/>
                  </a:lnTo>
                  <a:lnTo>
                    <a:pt x="666" y="680"/>
                  </a:lnTo>
                  <a:lnTo>
                    <a:pt x="665" y="680"/>
                  </a:lnTo>
                  <a:lnTo>
                    <a:pt x="665" y="680"/>
                  </a:lnTo>
                  <a:lnTo>
                    <a:pt x="663" y="679"/>
                  </a:lnTo>
                  <a:lnTo>
                    <a:pt x="662" y="678"/>
                  </a:lnTo>
                  <a:lnTo>
                    <a:pt x="662" y="675"/>
                  </a:lnTo>
                  <a:lnTo>
                    <a:pt x="663" y="675"/>
                  </a:lnTo>
                  <a:lnTo>
                    <a:pt x="663" y="674"/>
                  </a:lnTo>
                  <a:lnTo>
                    <a:pt x="661" y="672"/>
                  </a:lnTo>
                  <a:lnTo>
                    <a:pt x="661" y="672"/>
                  </a:lnTo>
                  <a:lnTo>
                    <a:pt x="657" y="671"/>
                  </a:lnTo>
                  <a:lnTo>
                    <a:pt x="656" y="670"/>
                  </a:lnTo>
                  <a:lnTo>
                    <a:pt x="654" y="670"/>
                  </a:lnTo>
                  <a:lnTo>
                    <a:pt x="653" y="667"/>
                  </a:lnTo>
                  <a:lnTo>
                    <a:pt x="650" y="663"/>
                  </a:lnTo>
                  <a:lnTo>
                    <a:pt x="648" y="661"/>
                  </a:lnTo>
                  <a:lnTo>
                    <a:pt x="644" y="661"/>
                  </a:lnTo>
                  <a:lnTo>
                    <a:pt x="640" y="661"/>
                  </a:lnTo>
                  <a:lnTo>
                    <a:pt x="636" y="661"/>
                  </a:lnTo>
                  <a:lnTo>
                    <a:pt x="635" y="662"/>
                  </a:lnTo>
                  <a:lnTo>
                    <a:pt x="636" y="663"/>
                  </a:lnTo>
                  <a:lnTo>
                    <a:pt x="635" y="665"/>
                  </a:lnTo>
                  <a:lnTo>
                    <a:pt x="633" y="665"/>
                  </a:lnTo>
                  <a:lnTo>
                    <a:pt x="631" y="665"/>
                  </a:lnTo>
                  <a:lnTo>
                    <a:pt x="628" y="666"/>
                  </a:lnTo>
                  <a:lnTo>
                    <a:pt x="625" y="665"/>
                  </a:lnTo>
                  <a:lnTo>
                    <a:pt x="624" y="665"/>
                  </a:lnTo>
                  <a:lnTo>
                    <a:pt x="621" y="666"/>
                  </a:lnTo>
                  <a:lnTo>
                    <a:pt x="620" y="666"/>
                  </a:lnTo>
                  <a:lnTo>
                    <a:pt x="617" y="663"/>
                  </a:lnTo>
                  <a:lnTo>
                    <a:pt x="615" y="663"/>
                  </a:lnTo>
                  <a:lnTo>
                    <a:pt x="615" y="662"/>
                  </a:lnTo>
                  <a:lnTo>
                    <a:pt x="615" y="659"/>
                  </a:lnTo>
                  <a:lnTo>
                    <a:pt x="612" y="658"/>
                  </a:lnTo>
                  <a:lnTo>
                    <a:pt x="609" y="659"/>
                  </a:lnTo>
                  <a:lnTo>
                    <a:pt x="611" y="662"/>
                  </a:lnTo>
                  <a:lnTo>
                    <a:pt x="611" y="662"/>
                  </a:lnTo>
                  <a:lnTo>
                    <a:pt x="611" y="663"/>
                  </a:lnTo>
                  <a:lnTo>
                    <a:pt x="608" y="665"/>
                  </a:lnTo>
                  <a:lnTo>
                    <a:pt x="606" y="666"/>
                  </a:lnTo>
                  <a:lnTo>
                    <a:pt x="577" y="629"/>
                  </a:lnTo>
                  <a:lnTo>
                    <a:pt x="556" y="613"/>
                  </a:lnTo>
                  <a:lnTo>
                    <a:pt x="554" y="611"/>
                  </a:lnTo>
                  <a:lnTo>
                    <a:pt x="556" y="611"/>
                  </a:lnTo>
                  <a:lnTo>
                    <a:pt x="558" y="608"/>
                  </a:lnTo>
                  <a:lnTo>
                    <a:pt x="558" y="607"/>
                  </a:lnTo>
                  <a:lnTo>
                    <a:pt x="557" y="605"/>
                  </a:lnTo>
                  <a:lnTo>
                    <a:pt x="554" y="607"/>
                  </a:lnTo>
                  <a:lnTo>
                    <a:pt x="552" y="607"/>
                  </a:lnTo>
                  <a:lnTo>
                    <a:pt x="549" y="609"/>
                  </a:lnTo>
                  <a:lnTo>
                    <a:pt x="548" y="609"/>
                  </a:lnTo>
                  <a:lnTo>
                    <a:pt x="545" y="612"/>
                  </a:lnTo>
                  <a:lnTo>
                    <a:pt x="545" y="615"/>
                  </a:lnTo>
                  <a:lnTo>
                    <a:pt x="542" y="616"/>
                  </a:lnTo>
                  <a:lnTo>
                    <a:pt x="542" y="617"/>
                  </a:lnTo>
                  <a:lnTo>
                    <a:pt x="540" y="620"/>
                  </a:lnTo>
                  <a:lnTo>
                    <a:pt x="536" y="620"/>
                  </a:lnTo>
                  <a:lnTo>
                    <a:pt x="534" y="621"/>
                  </a:lnTo>
                  <a:lnTo>
                    <a:pt x="534" y="624"/>
                  </a:lnTo>
                  <a:lnTo>
                    <a:pt x="533" y="624"/>
                  </a:lnTo>
                  <a:lnTo>
                    <a:pt x="532" y="624"/>
                  </a:lnTo>
                  <a:lnTo>
                    <a:pt x="527" y="622"/>
                  </a:lnTo>
                  <a:lnTo>
                    <a:pt x="524" y="622"/>
                  </a:lnTo>
                  <a:lnTo>
                    <a:pt x="523" y="625"/>
                  </a:lnTo>
                  <a:lnTo>
                    <a:pt x="521" y="625"/>
                  </a:lnTo>
                  <a:lnTo>
                    <a:pt x="520" y="622"/>
                  </a:lnTo>
                  <a:lnTo>
                    <a:pt x="520" y="620"/>
                  </a:lnTo>
                  <a:lnTo>
                    <a:pt x="521" y="618"/>
                  </a:lnTo>
                  <a:lnTo>
                    <a:pt x="523" y="616"/>
                  </a:lnTo>
                  <a:lnTo>
                    <a:pt x="521" y="616"/>
                  </a:lnTo>
                  <a:lnTo>
                    <a:pt x="519" y="617"/>
                  </a:lnTo>
                  <a:lnTo>
                    <a:pt x="517" y="617"/>
                  </a:lnTo>
                  <a:lnTo>
                    <a:pt x="513" y="615"/>
                  </a:lnTo>
                  <a:lnTo>
                    <a:pt x="511" y="615"/>
                  </a:lnTo>
                  <a:lnTo>
                    <a:pt x="511" y="616"/>
                  </a:lnTo>
                  <a:lnTo>
                    <a:pt x="512" y="617"/>
                  </a:lnTo>
                  <a:lnTo>
                    <a:pt x="511" y="618"/>
                  </a:lnTo>
                  <a:lnTo>
                    <a:pt x="509" y="618"/>
                  </a:lnTo>
                  <a:lnTo>
                    <a:pt x="508" y="616"/>
                  </a:lnTo>
                  <a:lnTo>
                    <a:pt x="507" y="612"/>
                  </a:lnTo>
                  <a:lnTo>
                    <a:pt x="503" y="609"/>
                  </a:lnTo>
                  <a:lnTo>
                    <a:pt x="503" y="609"/>
                  </a:lnTo>
                  <a:lnTo>
                    <a:pt x="503" y="612"/>
                  </a:lnTo>
                  <a:lnTo>
                    <a:pt x="503" y="615"/>
                  </a:lnTo>
                  <a:lnTo>
                    <a:pt x="502" y="615"/>
                  </a:lnTo>
                  <a:lnTo>
                    <a:pt x="502" y="612"/>
                  </a:lnTo>
                  <a:lnTo>
                    <a:pt x="499" y="612"/>
                  </a:lnTo>
                  <a:lnTo>
                    <a:pt x="499" y="615"/>
                  </a:lnTo>
                  <a:lnTo>
                    <a:pt x="498" y="615"/>
                  </a:lnTo>
                  <a:lnTo>
                    <a:pt x="496" y="613"/>
                  </a:lnTo>
                  <a:lnTo>
                    <a:pt x="494" y="615"/>
                  </a:lnTo>
                  <a:lnTo>
                    <a:pt x="492" y="615"/>
                  </a:lnTo>
                  <a:lnTo>
                    <a:pt x="491" y="612"/>
                  </a:lnTo>
                  <a:lnTo>
                    <a:pt x="492" y="612"/>
                  </a:lnTo>
                  <a:lnTo>
                    <a:pt x="492" y="611"/>
                  </a:lnTo>
                  <a:lnTo>
                    <a:pt x="492" y="608"/>
                  </a:lnTo>
                  <a:lnTo>
                    <a:pt x="492" y="607"/>
                  </a:lnTo>
                  <a:lnTo>
                    <a:pt x="492" y="605"/>
                  </a:lnTo>
                  <a:lnTo>
                    <a:pt x="491" y="604"/>
                  </a:lnTo>
                  <a:lnTo>
                    <a:pt x="490" y="601"/>
                  </a:lnTo>
                  <a:lnTo>
                    <a:pt x="488" y="600"/>
                  </a:lnTo>
                  <a:lnTo>
                    <a:pt x="487" y="599"/>
                  </a:lnTo>
                  <a:lnTo>
                    <a:pt x="487" y="596"/>
                  </a:lnTo>
                  <a:lnTo>
                    <a:pt x="484" y="596"/>
                  </a:lnTo>
                  <a:lnTo>
                    <a:pt x="482" y="597"/>
                  </a:lnTo>
                  <a:lnTo>
                    <a:pt x="479" y="597"/>
                  </a:lnTo>
                  <a:lnTo>
                    <a:pt x="477" y="595"/>
                  </a:lnTo>
                  <a:lnTo>
                    <a:pt x="473" y="595"/>
                  </a:lnTo>
                  <a:lnTo>
                    <a:pt x="470" y="593"/>
                  </a:lnTo>
                  <a:lnTo>
                    <a:pt x="469" y="595"/>
                  </a:lnTo>
                  <a:lnTo>
                    <a:pt x="466" y="595"/>
                  </a:lnTo>
                  <a:lnTo>
                    <a:pt x="465" y="596"/>
                  </a:lnTo>
                  <a:lnTo>
                    <a:pt x="463" y="597"/>
                  </a:lnTo>
                  <a:lnTo>
                    <a:pt x="461" y="599"/>
                  </a:lnTo>
                  <a:lnTo>
                    <a:pt x="459" y="599"/>
                  </a:lnTo>
                  <a:lnTo>
                    <a:pt x="461" y="600"/>
                  </a:lnTo>
                  <a:lnTo>
                    <a:pt x="461" y="603"/>
                  </a:lnTo>
                  <a:lnTo>
                    <a:pt x="457" y="603"/>
                  </a:lnTo>
                  <a:lnTo>
                    <a:pt x="455" y="603"/>
                  </a:lnTo>
                  <a:lnTo>
                    <a:pt x="454" y="604"/>
                  </a:lnTo>
                  <a:lnTo>
                    <a:pt x="451" y="605"/>
                  </a:lnTo>
                  <a:lnTo>
                    <a:pt x="450" y="605"/>
                  </a:lnTo>
                  <a:lnTo>
                    <a:pt x="449" y="605"/>
                  </a:lnTo>
                  <a:lnTo>
                    <a:pt x="444" y="609"/>
                  </a:lnTo>
                  <a:lnTo>
                    <a:pt x="441" y="611"/>
                  </a:lnTo>
                  <a:lnTo>
                    <a:pt x="440" y="612"/>
                  </a:lnTo>
                  <a:lnTo>
                    <a:pt x="437" y="611"/>
                  </a:lnTo>
                  <a:lnTo>
                    <a:pt x="436" y="611"/>
                  </a:lnTo>
                  <a:lnTo>
                    <a:pt x="434" y="611"/>
                  </a:lnTo>
                  <a:lnTo>
                    <a:pt x="434" y="613"/>
                  </a:lnTo>
                  <a:lnTo>
                    <a:pt x="432" y="613"/>
                  </a:lnTo>
                  <a:lnTo>
                    <a:pt x="430" y="615"/>
                  </a:lnTo>
                  <a:lnTo>
                    <a:pt x="430" y="616"/>
                  </a:lnTo>
                  <a:lnTo>
                    <a:pt x="429" y="617"/>
                  </a:lnTo>
                  <a:lnTo>
                    <a:pt x="428" y="617"/>
                  </a:lnTo>
                  <a:lnTo>
                    <a:pt x="426" y="617"/>
                  </a:lnTo>
                  <a:lnTo>
                    <a:pt x="424" y="618"/>
                  </a:lnTo>
                  <a:lnTo>
                    <a:pt x="421" y="618"/>
                  </a:lnTo>
                  <a:lnTo>
                    <a:pt x="419" y="620"/>
                  </a:lnTo>
                  <a:lnTo>
                    <a:pt x="417" y="621"/>
                  </a:lnTo>
                  <a:lnTo>
                    <a:pt x="415" y="621"/>
                  </a:lnTo>
                  <a:lnTo>
                    <a:pt x="412" y="622"/>
                  </a:lnTo>
                  <a:lnTo>
                    <a:pt x="409" y="622"/>
                  </a:lnTo>
                  <a:lnTo>
                    <a:pt x="405" y="624"/>
                  </a:lnTo>
                  <a:lnTo>
                    <a:pt x="404" y="626"/>
                  </a:lnTo>
                  <a:lnTo>
                    <a:pt x="403" y="628"/>
                  </a:lnTo>
                  <a:lnTo>
                    <a:pt x="401" y="625"/>
                  </a:lnTo>
                  <a:lnTo>
                    <a:pt x="400" y="625"/>
                  </a:lnTo>
                  <a:lnTo>
                    <a:pt x="397" y="626"/>
                  </a:lnTo>
                  <a:lnTo>
                    <a:pt x="397" y="628"/>
                  </a:lnTo>
                  <a:lnTo>
                    <a:pt x="397" y="629"/>
                  </a:lnTo>
                  <a:lnTo>
                    <a:pt x="395" y="628"/>
                  </a:lnTo>
                  <a:lnTo>
                    <a:pt x="392" y="628"/>
                  </a:lnTo>
                  <a:lnTo>
                    <a:pt x="391" y="626"/>
                  </a:lnTo>
                  <a:lnTo>
                    <a:pt x="390" y="626"/>
                  </a:lnTo>
                  <a:lnTo>
                    <a:pt x="388" y="628"/>
                  </a:lnTo>
                  <a:lnTo>
                    <a:pt x="386" y="629"/>
                  </a:lnTo>
                  <a:lnTo>
                    <a:pt x="384" y="629"/>
                  </a:lnTo>
                  <a:lnTo>
                    <a:pt x="386" y="632"/>
                  </a:lnTo>
                  <a:lnTo>
                    <a:pt x="386" y="633"/>
                  </a:lnTo>
                  <a:lnTo>
                    <a:pt x="387" y="634"/>
                  </a:lnTo>
                  <a:lnTo>
                    <a:pt x="390" y="633"/>
                  </a:lnTo>
                  <a:lnTo>
                    <a:pt x="391" y="636"/>
                  </a:lnTo>
                  <a:lnTo>
                    <a:pt x="388" y="636"/>
                  </a:lnTo>
                  <a:lnTo>
                    <a:pt x="387" y="637"/>
                  </a:lnTo>
                  <a:lnTo>
                    <a:pt x="387" y="638"/>
                  </a:lnTo>
                  <a:lnTo>
                    <a:pt x="390" y="638"/>
                  </a:lnTo>
                  <a:lnTo>
                    <a:pt x="392" y="640"/>
                  </a:lnTo>
                  <a:lnTo>
                    <a:pt x="394" y="638"/>
                  </a:lnTo>
                  <a:lnTo>
                    <a:pt x="396" y="638"/>
                  </a:lnTo>
                  <a:lnTo>
                    <a:pt x="397" y="641"/>
                  </a:lnTo>
                  <a:lnTo>
                    <a:pt x="400" y="641"/>
                  </a:lnTo>
                  <a:lnTo>
                    <a:pt x="400" y="643"/>
                  </a:lnTo>
                  <a:lnTo>
                    <a:pt x="399" y="645"/>
                  </a:lnTo>
                  <a:lnTo>
                    <a:pt x="396" y="643"/>
                  </a:lnTo>
                  <a:lnTo>
                    <a:pt x="392" y="643"/>
                  </a:lnTo>
                  <a:lnTo>
                    <a:pt x="390" y="646"/>
                  </a:lnTo>
                  <a:lnTo>
                    <a:pt x="387" y="650"/>
                  </a:lnTo>
                  <a:lnTo>
                    <a:pt x="387" y="653"/>
                  </a:lnTo>
                  <a:lnTo>
                    <a:pt x="388" y="653"/>
                  </a:lnTo>
                  <a:lnTo>
                    <a:pt x="390" y="655"/>
                  </a:lnTo>
                  <a:lnTo>
                    <a:pt x="387" y="658"/>
                  </a:lnTo>
                  <a:lnTo>
                    <a:pt x="387" y="661"/>
                  </a:lnTo>
                  <a:lnTo>
                    <a:pt x="384" y="661"/>
                  </a:lnTo>
                  <a:lnTo>
                    <a:pt x="384" y="662"/>
                  </a:lnTo>
                  <a:lnTo>
                    <a:pt x="386" y="663"/>
                  </a:lnTo>
                  <a:lnTo>
                    <a:pt x="386" y="665"/>
                  </a:lnTo>
                  <a:lnTo>
                    <a:pt x="388" y="665"/>
                  </a:lnTo>
                  <a:lnTo>
                    <a:pt x="390" y="666"/>
                  </a:lnTo>
                  <a:lnTo>
                    <a:pt x="392" y="667"/>
                  </a:lnTo>
                  <a:lnTo>
                    <a:pt x="392" y="668"/>
                  </a:lnTo>
                  <a:lnTo>
                    <a:pt x="395" y="670"/>
                  </a:lnTo>
                  <a:lnTo>
                    <a:pt x="399" y="670"/>
                  </a:lnTo>
                  <a:lnTo>
                    <a:pt x="400" y="671"/>
                  </a:lnTo>
                  <a:lnTo>
                    <a:pt x="400" y="680"/>
                  </a:lnTo>
                  <a:lnTo>
                    <a:pt x="399" y="683"/>
                  </a:lnTo>
                  <a:lnTo>
                    <a:pt x="395" y="684"/>
                  </a:lnTo>
                  <a:lnTo>
                    <a:pt x="392" y="683"/>
                  </a:lnTo>
                  <a:lnTo>
                    <a:pt x="388" y="682"/>
                  </a:lnTo>
                  <a:lnTo>
                    <a:pt x="387" y="682"/>
                  </a:lnTo>
                  <a:lnTo>
                    <a:pt x="387" y="684"/>
                  </a:lnTo>
                  <a:lnTo>
                    <a:pt x="386" y="687"/>
                  </a:lnTo>
                  <a:lnTo>
                    <a:pt x="383" y="687"/>
                  </a:lnTo>
                  <a:lnTo>
                    <a:pt x="379" y="686"/>
                  </a:lnTo>
                  <a:lnTo>
                    <a:pt x="375" y="686"/>
                  </a:lnTo>
                  <a:lnTo>
                    <a:pt x="374" y="684"/>
                  </a:lnTo>
                  <a:lnTo>
                    <a:pt x="372" y="686"/>
                  </a:lnTo>
                  <a:lnTo>
                    <a:pt x="370" y="684"/>
                  </a:lnTo>
                  <a:lnTo>
                    <a:pt x="369" y="682"/>
                  </a:lnTo>
                  <a:lnTo>
                    <a:pt x="370" y="680"/>
                  </a:lnTo>
                  <a:lnTo>
                    <a:pt x="371" y="679"/>
                  </a:lnTo>
                  <a:lnTo>
                    <a:pt x="369" y="678"/>
                  </a:lnTo>
                  <a:lnTo>
                    <a:pt x="366" y="676"/>
                  </a:lnTo>
                  <a:lnTo>
                    <a:pt x="365" y="679"/>
                  </a:lnTo>
                  <a:lnTo>
                    <a:pt x="362" y="678"/>
                  </a:lnTo>
                  <a:lnTo>
                    <a:pt x="361" y="679"/>
                  </a:lnTo>
                  <a:lnTo>
                    <a:pt x="361" y="682"/>
                  </a:lnTo>
                  <a:lnTo>
                    <a:pt x="357" y="682"/>
                  </a:lnTo>
                  <a:lnTo>
                    <a:pt x="357" y="680"/>
                  </a:lnTo>
                  <a:lnTo>
                    <a:pt x="353" y="678"/>
                  </a:lnTo>
                  <a:lnTo>
                    <a:pt x="350" y="678"/>
                  </a:lnTo>
                  <a:lnTo>
                    <a:pt x="350" y="680"/>
                  </a:lnTo>
                  <a:lnTo>
                    <a:pt x="347" y="678"/>
                  </a:lnTo>
                  <a:lnTo>
                    <a:pt x="346" y="679"/>
                  </a:lnTo>
                  <a:lnTo>
                    <a:pt x="346" y="680"/>
                  </a:lnTo>
                  <a:lnTo>
                    <a:pt x="344" y="682"/>
                  </a:lnTo>
                  <a:lnTo>
                    <a:pt x="344" y="686"/>
                  </a:lnTo>
                  <a:lnTo>
                    <a:pt x="341" y="688"/>
                  </a:lnTo>
                  <a:lnTo>
                    <a:pt x="338" y="687"/>
                  </a:lnTo>
                  <a:lnTo>
                    <a:pt x="337" y="684"/>
                  </a:lnTo>
                  <a:lnTo>
                    <a:pt x="333" y="684"/>
                  </a:lnTo>
                  <a:lnTo>
                    <a:pt x="332" y="682"/>
                  </a:lnTo>
                  <a:lnTo>
                    <a:pt x="329" y="683"/>
                  </a:lnTo>
                  <a:lnTo>
                    <a:pt x="329" y="687"/>
                  </a:lnTo>
                  <a:lnTo>
                    <a:pt x="328" y="688"/>
                  </a:lnTo>
                  <a:lnTo>
                    <a:pt x="326" y="688"/>
                  </a:lnTo>
                  <a:lnTo>
                    <a:pt x="326" y="686"/>
                  </a:lnTo>
                  <a:lnTo>
                    <a:pt x="325" y="684"/>
                  </a:lnTo>
                  <a:lnTo>
                    <a:pt x="322" y="684"/>
                  </a:lnTo>
                  <a:lnTo>
                    <a:pt x="320" y="682"/>
                  </a:lnTo>
                  <a:lnTo>
                    <a:pt x="318" y="679"/>
                  </a:lnTo>
                  <a:lnTo>
                    <a:pt x="316" y="679"/>
                  </a:lnTo>
                  <a:lnTo>
                    <a:pt x="313" y="675"/>
                  </a:lnTo>
                  <a:lnTo>
                    <a:pt x="312" y="675"/>
                  </a:lnTo>
                  <a:lnTo>
                    <a:pt x="311" y="674"/>
                  </a:lnTo>
                  <a:lnTo>
                    <a:pt x="308" y="674"/>
                  </a:lnTo>
                  <a:lnTo>
                    <a:pt x="304" y="675"/>
                  </a:lnTo>
                  <a:lnTo>
                    <a:pt x="301" y="674"/>
                  </a:lnTo>
                  <a:lnTo>
                    <a:pt x="300" y="670"/>
                  </a:lnTo>
                  <a:lnTo>
                    <a:pt x="297" y="670"/>
                  </a:lnTo>
                  <a:lnTo>
                    <a:pt x="296" y="672"/>
                  </a:lnTo>
                  <a:lnTo>
                    <a:pt x="293" y="672"/>
                  </a:lnTo>
                  <a:lnTo>
                    <a:pt x="293" y="674"/>
                  </a:lnTo>
                  <a:lnTo>
                    <a:pt x="291" y="675"/>
                  </a:lnTo>
                  <a:lnTo>
                    <a:pt x="291" y="674"/>
                  </a:lnTo>
                  <a:lnTo>
                    <a:pt x="290" y="674"/>
                  </a:lnTo>
                  <a:lnTo>
                    <a:pt x="290" y="676"/>
                  </a:lnTo>
                  <a:lnTo>
                    <a:pt x="287" y="678"/>
                  </a:lnTo>
                  <a:lnTo>
                    <a:pt x="286" y="676"/>
                  </a:lnTo>
                  <a:lnTo>
                    <a:pt x="287" y="674"/>
                  </a:lnTo>
                  <a:lnTo>
                    <a:pt x="288" y="672"/>
                  </a:lnTo>
                  <a:lnTo>
                    <a:pt x="284" y="671"/>
                  </a:lnTo>
                  <a:lnTo>
                    <a:pt x="282" y="670"/>
                  </a:lnTo>
                  <a:lnTo>
                    <a:pt x="280" y="671"/>
                  </a:lnTo>
                  <a:lnTo>
                    <a:pt x="282" y="672"/>
                  </a:lnTo>
                  <a:lnTo>
                    <a:pt x="282" y="675"/>
                  </a:lnTo>
                  <a:lnTo>
                    <a:pt x="279" y="675"/>
                  </a:lnTo>
                  <a:lnTo>
                    <a:pt x="276" y="676"/>
                  </a:lnTo>
                  <a:lnTo>
                    <a:pt x="275" y="679"/>
                  </a:lnTo>
                  <a:lnTo>
                    <a:pt x="274" y="679"/>
                  </a:lnTo>
                  <a:lnTo>
                    <a:pt x="271" y="682"/>
                  </a:lnTo>
                  <a:lnTo>
                    <a:pt x="270" y="684"/>
                  </a:lnTo>
                  <a:lnTo>
                    <a:pt x="271" y="686"/>
                  </a:lnTo>
                  <a:lnTo>
                    <a:pt x="271" y="690"/>
                  </a:lnTo>
                  <a:lnTo>
                    <a:pt x="267" y="690"/>
                  </a:lnTo>
                  <a:lnTo>
                    <a:pt x="265" y="690"/>
                  </a:lnTo>
                  <a:lnTo>
                    <a:pt x="267" y="699"/>
                  </a:lnTo>
                  <a:lnTo>
                    <a:pt x="266" y="700"/>
                  </a:lnTo>
                  <a:lnTo>
                    <a:pt x="266" y="704"/>
                  </a:lnTo>
                  <a:lnTo>
                    <a:pt x="262" y="704"/>
                  </a:lnTo>
                  <a:lnTo>
                    <a:pt x="258" y="701"/>
                  </a:lnTo>
                  <a:lnTo>
                    <a:pt x="258" y="700"/>
                  </a:lnTo>
                  <a:lnTo>
                    <a:pt x="251" y="693"/>
                  </a:lnTo>
                  <a:lnTo>
                    <a:pt x="250" y="696"/>
                  </a:lnTo>
                  <a:lnTo>
                    <a:pt x="250" y="699"/>
                  </a:lnTo>
                  <a:lnTo>
                    <a:pt x="246" y="703"/>
                  </a:lnTo>
                  <a:lnTo>
                    <a:pt x="245" y="704"/>
                  </a:lnTo>
                  <a:lnTo>
                    <a:pt x="245" y="709"/>
                  </a:lnTo>
                  <a:lnTo>
                    <a:pt x="246" y="712"/>
                  </a:lnTo>
                  <a:lnTo>
                    <a:pt x="246" y="718"/>
                  </a:lnTo>
                  <a:lnTo>
                    <a:pt x="243" y="724"/>
                  </a:lnTo>
                  <a:lnTo>
                    <a:pt x="249" y="725"/>
                  </a:lnTo>
                  <a:lnTo>
                    <a:pt x="250" y="728"/>
                  </a:lnTo>
                  <a:lnTo>
                    <a:pt x="250" y="730"/>
                  </a:lnTo>
                  <a:lnTo>
                    <a:pt x="254" y="733"/>
                  </a:lnTo>
                  <a:lnTo>
                    <a:pt x="255" y="732"/>
                  </a:lnTo>
                  <a:lnTo>
                    <a:pt x="262" y="734"/>
                  </a:lnTo>
                  <a:lnTo>
                    <a:pt x="267" y="738"/>
                  </a:lnTo>
                  <a:lnTo>
                    <a:pt x="272" y="747"/>
                  </a:lnTo>
                  <a:lnTo>
                    <a:pt x="268" y="747"/>
                  </a:lnTo>
                  <a:lnTo>
                    <a:pt x="267" y="749"/>
                  </a:lnTo>
                  <a:lnTo>
                    <a:pt x="272" y="751"/>
                  </a:lnTo>
                  <a:lnTo>
                    <a:pt x="275" y="750"/>
                  </a:lnTo>
                  <a:lnTo>
                    <a:pt x="278" y="753"/>
                  </a:lnTo>
                  <a:lnTo>
                    <a:pt x="278" y="753"/>
                  </a:lnTo>
                  <a:lnTo>
                    <a:pt x="278" y="753"/>
                  </a:lnTo>
                  <a:lnTo>
                    <a:pt x="278" y="754"/>
                  </a:lnTo>
                  <a:lnTo>
                    <a:pt x="278" y="755"/>
                  </a:lnTo>
                  <a:lnTo>
                    <a:pt x="276" y="755"/>
                  </a:lnTo>
                  <a:lnTo>
                    <a:pt x="276" y="755"/>
                  </a:lnTo>
                  <a:lnTo>
                    <a:pt x="278" y="757"/>
                  </a:lnTo>
                  <a:lnTo>
                    <a:pt x="276" y="758"/>
                  </a:lnTo>
                  <a:lnTo>
                    <a:pt x="276" y="758"/>
                  </a:lnTo>
                  <a:lnTo>
                    <a:pt x="276" y="759"/>
                  </a:lnTo>
                  <a:lnTo>
                    <a:pt x="275" y="759"/>
                  </a:lnTo>
                  <a:lnTo>
                    <a:pt x="274" y="759"/>
                  </a:lnTo>
                  <a:lnTo>
                    <a:pt x="272" y="759"/>
                  </a:lnTo>
                  <a:lnTo>
                    <a:pt x="270" y="759"/>
                  </a:lnTo>
                  <a:lnTo>
                    <a:pt x="274" y="761"/>
                  </a:lnTo>
                  <a:lnTo>
                    <a:pt x="274" y="762"/>
                  </a:lnTo>
                  <a:lnTo>
                    <a:pt x="274" y="763"/>
                  </a:lnTo>
                  <a:lnTo>
                    <a:pt x="272" y="762"/>
                  </a:lnTo>
                  <a:lnTo>
                    <a:pt x="271" y="762"/>
                  </a:lnTo>
                  <a:lnTo>
                    <a:pt x="270" y="762"/>
                  </a:lnTo>
                  <a:lnTo>
                    <a:pt x="268" y="762"/>
                  </a:lnTo>
                  <a:lnTo>
                    <a:pt x="270" y="763"/>
                  </a:lnTo>
                  <a:lnTo>
                    <a:pt x="270" y="763"/>
                  </a:lnTo>
                  <a:lnTo>
                    <a:pt x="268" y="765"/>
                  </a:lnTo>
                  <a:lnTo>
                    <a:pt x="267" y="765"/>
                  </a:lnTo>
                  <a:lnTo>
                    <a:pt x="266" y="766"/>
                  </a:lnTo>
                  <a:lnTo>
                    <a:pt x="265" y="765"/>
                  </a:lnTo>
                  <a:lnTo>
                    <a:pt x="265" y="766"/>
                  </a:lnTo>
                  <a:lnTo>
                    <a:pt x="263" y="767"/>
                  </a:lnTo>
                  <a:lnTo>
                    <a:pt x="262" y="766"/>
                  </a:lnTo>
                  <a:lnTo>
                    <a:pt x="262" y="766"/>
                  </a:lnTo>
                  <a:lnTo>
                    <a:pt x="261" y="767"/>
                  </a:lnTo>
                  <a:lnTo>
                    <a:pt x="261" y="768"/>
                  </a:lnTo>
                  <a:lnTo>
                    <a:pt x="259" y="771"/>
                  </a:lnTo>
                  <a:lnTo>
                    <a:pt x="258" y="772"/>
                  </a:lnTo>
                  <a:lnTo>
                    <a:pt x="258" y="775"/>
                  </a:lnTo>
                  <a:lnTo>
                    <a:pt x="257" y="776"/>
                  </a:lnTo>
                  <a:lnTo>
                    <a:pt x="257" y="780"/>
                  </a:lnTo>
                  <a:lnTo>
                    <a:pt x="255" y="782"/>
                  </a:lnTo>
                  <a:lnTo>
                    <a:pt x="254" y="784"/>
                  </a:lnTo>
                  <a:lnTo>
                    <a:pt x="255" y="788"/>
                  </a:lnTo>
                  <a:lnTo>
                    <a:pt x="258" y="788"/>
                  </a:lnTo>
                  <a:lnTo>
                    <a:pt x="259" y="788"/>
                  </a:lnTo>
                  <a:lnTo>
                    <a:pt x="261" y="790"/>
                  </a:lnTo>
                  <a:lnTo>
                    <a:pt x="263" y="791"/>
                  </a:lnTo>
                  <a:lnTo>
                    <a:pt x="263" y="795"/>
                  </a:lnTo>
                  <a:lnTo>
                    <a:pt x="266" y="796"/>
                  </a:lnTo>
                  <a:lnTo>
                    <a:pt x="267" y="795"/>
                  </a:lnTo>
                  <a:lnTo>
                    <a:pt x="268" y="795"/>
                  </a:lnTo>
                  <a:lnTo>
                    <a:pt x="267" y="797"/>
                  </a:lnTo>
                  <a:lnTo>
                    <a:pt x="267" y="799"/>
                  </a:lnTo>
                  <a:lnTo>
                    <a:pt x="266" y="799"/>
                  </a:lnTo>
                  <a:lnTo>
                    <a:pt x="265" y="800"/>
                  </a:lnTo>
                  <a:lnTo>
                    <a:pt x="267" y="800"/>
                  </a:lnTo>
                  <a:lnTo>
                    <a:pt x="267" y="801"/>
                  </a:lnTo>
                  <a:lnTo>
                    <a:pt x="267" y="804"/>
                  </a:lnTo>
                  <a:lnTo>
                    <a:pt x="268" y="807"/>
                  </a:lnTo>
                  <a:lnTo>
                    <a:pt x="270" y="809"/>
                  </a:lnTo>
                  <a:lnTo>
                    <a:pt x="271" y="812"/>
                  </a:lnTo>
                  <a:lnTo>
                    <a:pt x="275" y="818"/>
                  </a:lnTo>
                  <a:lnTo>
                    <a:pt x="282" y="822"/>
                  </a:lnTo>
                  <a:lnTo>
                    <a:pt x="283" y="824"/>
                  </a:lnTo>
                  <a:lnTo>
                    <a:pt x="283" y="824"/>
                  </a:lnTo>
                  <a:lnTo>
                    <a:pt x="278" y="829"/>
                  </a:lnTo>
                  <a:lnTo>
                    <a:pt x="275" y="830"/>
                  </a:lnTo>
                  <a:lnTo>
                    <a:pt x="274" y="833"/>
                  </a:lnTo>
                  <a:lnTo>
                    <a:pt x="268" y="832"/>
                  </a:lnTo>
                  <a:lnTo>
                    <a:pt x="267" y="829"/>
                  </a:lnTo>
                  <a:lnTo>
                    <a:pt x="262" y="825"/>
                  </a:lnTo>
                  <a:lnTo>
                    <a:pt x="258" y="825"/>
                  </a:lnTo>
                  <a:lnTo>
                    <a:pt x="257" y="829"/>
                  </a:lnTo>
                  <a:lnTo>
                    <a:pt x="259" y="830"/>
                  </a:lnTo>
                  <a:lnTo>
                    <a:pt x="262" y="833"/>
                  </a:lnTo>
                  <a:lnTo>
                    <a:pt x="261" y="837"/>
                  </a:lnTo>
                  <a:lnTo>
                    <a:pt x="257" y="836"/>
                  </a:lnTo>
                  <a:lnTo>
                    <a:pt x="253" y="836"/>
                  </a:lnTo>
                  <a:lnTo>
                    <a:pt x="246" y="832"/>
                  </a:lnTo>
                  <a:lnTo>
                    <a:pt x="241" y="833"/>
                  </a:lnTo>
                  <a:lnTo>
                    <a:pt x="241" y="834"/>
                  </a:lnTo>
                  <a:lnTo>
                    <a:pt x="241" y="834"/>
                  </a:lnTo>
                  <a:lnTo>
                    <a:pt x="233" y="834"/>
                  </a:lnTo>
                  <a:lnTo>
                    <a:pt x="232" y="834"/>
                  </a:lnTo>
                  <a:lnTo>
                    <a:pt x="226" y="836"/>
                  </a:lnTo>
                  <a:lnTo>
                    <a:pt x="222" y="837"/>
                  </a:lnTo>
                  <a:lnTo>
                    <a:pt x="222" y="837"/>
                  </a:lnTo>
                  <a:lnTo>
                    <a:pt x="221" y="836"/>
                  </a:lnTo>
                  <a:lnTo>
                    <a:pt x="216" y="832"/>
                  </a:lnTo>
                  <a:lnTo>
                    <a:pt x="213" y="832"/>
                  </a:lnTo>
                  <a:lnTo>
                    <a:pt x="212" y="833"/>
                  </a:lnTo>
                  <a:lnTo>
                    <a:pt x="211" y="833"/>
                  </a:lnTo>
                  <a:lnTo>
                    <a:pt x="208" y="832"/>
                  </a:lnTo>
                  <a:lnTo>
                    <a:pt x="207" y="833"/>
                  </a:lnTo>
                  <a:lnTo>
                    <a:pt x="205" y="833"/>
                  </a:lnTo>
                  <a:lnTo>
                    <a:pt x="204" y="830"/>
                  </a:lnTo>
                  <a:lnTo>
                    <a:pt x="203" y="830"/>
                  </a:lnTo>
                  <a:lnTo>
                    <a:pt x="203" y="830"/>
                  </a:lnTo>
                  <a:lnTo>
                    <a:pt x="204" y="830"/>
                  </a:lnTo>
                  <a:lnTo>
                    <a:pt x="203" y="828"/>
                  </a:lnTo>
                  <a:lnTo>
                    <a:pt x="204" y="826"/>
                  </a:lnTo>
                  <a:lnTo>
                    <a:pt x="201" y="822"/>
                  </a:lnTo>
                  <a:lnTo>
                    <a:pt x="201" y="817"/>
                  </a:lnTo>
                  <a:lnTo>
                    <a:pt x="200" y="816"/>
                  </a:lnTo>
                  <a:lnTo>
                    <a:pt x="197" y="812"/>
                  </a:lnTo>
                  <a:lnTo>
                    <a:pt x="195" y="812"/>
                  </a:lnTo>
                  <a:lnTo>
                    <a:pt x="193" y="811"/>
                  </a:lnTo>
                  <a:lnTo>
                    <a:pt x="191" y="808"/>
                  </a:lnTo>
                  <a:lnTo>
                    <a:pt x="189" y="808"/>
                  </a:lnTo>
                  <a:lnTo>
                    <a:pt x="188" y="808"/>
                  </a:lnTo>
                  <a:lnTo>
                    <a:pt x="187" y="808"/>
                  </a:lnTo>
                  <a:lnTo>
                    <a:pt x="184" y="804"/>
                  </a:lnTo>
                  <a:lnTo>
                    <a:pt x="183" y="804"/>
                  </a:lnTo>
                  <a:lnTo>
                    <a:pt x="180" y="804"/>
                  </a:lnTo>
                  <a:lnTo>
                    <a:pt x="180" y="803"/>
                  </a:lnTo>
                  <a:lnTo>
                    <a:pt x="178" y="801"/>
                  </a:lnTo>
                  <a:lnTo>
                    <a:pt x="176" y="800"/>
                  </a:lnTo>
                  <a:lnTo>
                    <a:pt x="176" y="799"/>
                  </a:lnTo>
                  <a:lnTo>
                    <a:pt x="174" y="799"/>
                  </a:lnTo>
                  <a:lnTo>
                    <a:pt x="172" y="795"/>
                  </a:lnTo>
                  <a:lnTo>
                    <a:pt x="164" y="790"/>
                  </a:lnTo>
                  <a:lnTo>
                    <a:pt x="162" y="790"/>
                  </a:lnTo>
                  <a:lnTo>
                    <a:pt x="157" y="786"/>
                  </a:lnTo>
                  <a:lnTo>
                    <a:pt x="153" y="787"/>
                  </a:lnTo>
                  <a:lnTo>
                    <a:pt x="150" y="784"/>
                  </a:lnTo>
                  <a:lnTo>
                    <a:pt x="150" y="782"/>
                  </a:lnTo>
                  <a:lnTo>
                    <a:pt x="146" y="779"/>
                  </a:lnTo>
                  <a:lnTo>
                    <a:pt x="145" y="779"/>
                  </a:lnTo>
                  <a:lnTo>
                    <a:pt x="142" y="779"/>
                  </a:lnTo>
                  <a:lnTo>
                    <a:pt x="143" y="778"/>
                  </a:lnTo>
                  <a:lnTo>
                    <a:pt x="146" y="776"/>
                  </a:lnTo>
                  <a:lnTo>
                    <a:pt x="145" y="775"/>
                  </a:lnTo>
                  <a:lnTo>
                    <a:pt x="145" y="774"/>
                  </a:lnTo>
                  <a:lnTo>
                    <a:pt x="147" y="775"/>
                  </a:lnTo>
                  <a:lnTo>
                    <a:pt x="149" y="776"/>
                  </a:lnTo>
                  <a:lnTo>
                    <a:pt x="150" y="776"/>
                  </a:lnTo>
                  <a:lnTo>
                    <a:pt x="153" y="776"/>
                  </a:lnTo>
                  <a:lnTo>
                    <a:pt x="153" y="772"/>
                  </a:lnTo>
                  <a:lnTo>
                    <a:pt x="151" y="772"/>
                  </a:lnTo>
                  <a:lnTo>
                    <a:pt x="151" y="770"/>
                  </a:lnTo>
                  <a:lnTo>
                    <a:pt x="154" y="767"/>
                  </a:lnTo>
                  <a:lnTo>
                    <a:pt x="154" y="766"/>
                  </a:lnTo>
                  <a:lnTo>
                    <a:pt x="155" y="766"/>
                  </a:lnTo>
                  <a:lnTo>
                    <a:pt x="157" y="766"/>
                  </a:lnTo>
                  <a:lnTo>
                    <a:pt x="158" y="765"/>
                  </a:lnTo>
                  <a:lnTo>
                    <a:pt x="159" y="763"/>
                  </a:lnTo>
                  <a:lnTo>
                    <a:pt x="159" y="763"/>
                  </a:lnTo>
                  <a:lnTo>
                    <a:pt x="157" y="762"/>
                  </a:lnTo>
                  <a:lnTo>
                    <a:pt x="157" y="761"/>
                  </a:lnTo>
                  <a:lnTo>
                    <a:pt x="155" y="762"/>
                  </a:lnTo>
                  <a:lnTo>
                    <a:pt x="153" y="761"/>
                  </a:lnTo>
                  <a:lnTo>
                    <a:pt x="151" y="757"/>
                  </a:lnTo>
                  <a:lnTo>
                    <a:pt x="155" y="757"/>
                  </a:lnTo>
                  <a:lnTo>
                    <a:pt x="158" y="757"/>
                  </a:lnTo>
                  <a:lnTo>
                    <a:pt x="160" y="755"/>
                  </a:lnTo>
                  <a:lnTo>
                    <a:pt x="158" y="755"/>
                  </a:lnTo>
                  <a:lnTo>
                    <a:pt x="158" y="754"/>
                  </a:lnTo>
                  <a:lnTo>
                    <a:pt x="159" y="753"/>
                  </a:lnTo>
                  <a:lnTo>
                    <a:pt x="166" y="749"/>
                  </a:lnTo>
                  <a:lnTo>
                    <a:pt x="167" y="747"/>
                  </a:lnTo>
                  <a:lnTo>
                    <a:pt x="166" y="746"/>
                  </a:lnTo>
                  <a:lnTo>
                    <a:pt x="163" y="746"/>
                  </a:lnTo>
                  <a:lnTo>
                    <a:pt x="160" y="747"/>
                  </a:lnTo>
                  <a:lnTo>
                    <a:pt x="158" y="747"/>
                  </a:lnTo>
                  <a:lnTo>
                    <a:pt x="158" y="747"/>
                  </a:lnTo>
                  <a:lnTo>
                    <a:pt x="158" y="747"/>
                  </a:lnTo>
                  <a:lnTo>
                    <a:pt x="158" y="742"/>
                  </a:lnTo>
                  <a:lnTo>
                    <a:pt x="159" y="742"/>
                  </a:lnTo>
                  <a:lnTo>
                    <a:pt x="162" y="737"/>
                  </a:lnTo>
                  <a:lnTo>
                    <a:pt x="167" y="737"/>
                  </a:lnTo>
                  <a:lnTo>
                    <a:pt x="170" y="736"/>
                  </a:lnTo>
                  <a:lnTo>
                    <a:pt x="170" y="733"/>
                  </a:lnTo>
                  <a:lnTo>
                    <a:pt x="171" y="728"/>
                  </a:lnTo>
                  <a:lnTo>
                    <a:pt x="170" y="725"/>
                  </a:lnTo>
                  <a:lnTo>
                    <a:pt x="167" y="722"/>
                  </a:lnTo>
                  <a:lnTo>
                    <a:pt x="167" y="717"/>
                  </a:lnTo>
                  <a:lnTo>
                    <a:pt x="170" y="717"/>
                  </a:lnTo>
                  <a:lnTo>
                    <a:pt x="172" y="715"/>
                  </a:lnTo>
                  <a:lnTo>
                    <a:pt x="172" y="711"/>
                  </a:lnTo>
                  <a:lnTo>
                    <a:pt x="171" y="711"/>
                  </a:lnTo>
                  <a:lnTo>
                    <a:pt x="170" y="708"/>
                  </a:lnTo>
                  <a:lnTo>
                    <a:pt x="167" y="709"/>
                  </a:lnTo>
                  <a:lnTo>
                    <a:pt x="164" y="708"/>
                  </a:lnTo>
                  <a:lnTo>
                    <a:pt x="160" y="707"/>
                  </a:lnTo>
                  <a:lnTo>
                    <a:pt x="158" y="707"/>
                  </a:lnTo>
                  <a:lnTo>
                    <a:pt x="157" y="705"/>
                  </a:lnTo>
                  <a:lnTo>
                    <a:pt x="153" y="705"/>
                  </a:lnTo>
                  <a:lnTo>
                    <a:pt x="149" y="704"/>
                  </a:lnTo>
                  <a:lnTo>
                    <a:pt x="147" y="707"/>
                  </a:lnTo>
                  <a:lnTo>
                    <a:pt x="146" y="704"/>
                  </a:lnTo>
                  <a:lnTo>
                    <a:pt x="142" y="701"/>
                  </a:lnTo>
                  <a:lnTo>
                    <a:pt x="139" y="696"/>
                  </a:lnTo>
                  <a:lnTo>
                    <a:pt x="138" y="696"/>
                  </a:lnTo>
                  <a:lnTo>
                    <a:pt x="134" y="699"/>
                  </a:lnTo>
                  <a:lnTo>
                    <a:pt x="132" y="699"/>
                  </a:lnTo>
                  <a:lnTo>
                    <a:pt x="129" y="699"/>
                  </a:lnTo>
                  <a:lnTo>
                    <a:pt x="125" y="697"/>
                  </a:lnTo>
                  <a:lnTo>
                    <a:pt x="124" y="700"/>
                  </a:lnTo>
                  <a:lnTo>
                    <a:pt x="118" y="695"/>
                  </a:lnTo>
                  <a:lnTo>
                    <a:pt x="117" y="691"/>
                  </a:lnTo>
                  <a:lnTo>
                    <a:pt x="117" y="688"/>
                  </a:lnTo>
                  <a:lnTo>
                    <a:pt x="114" y="687"/>
                  </a:lnTo>
                  <a:lnTo>
                    <a:pt x="114" y="684"/>
                  </a:lnTo>
                  <a:lnTo>
                    <a:pt x="112" y="683"/>
                  </a:lnTo>
                  <a:lnTo>
                    <a:pt x="105" y="684"/>
                  </a:lnTo>
                  <a:lnTo>
                    <a:pt x="101" y="679"/>
                  </a:lnTo>
                  <a:lnTo>
                    <a:pt x="103" y="676"/>
                  </a:lnTo>
                  <a:lnTo>
                    <a:pt x="100" y="675"/>
                  </a:lnTo>
                  <a:lnTo>
                    <a:pt x="99" y="670"/>
                  </a:lnTo>
                  <a:lnTo>
                    <a:pt x="96" y="670"/>
                  </a:lnTo>
                  <a:lnTo>
                    <a:pt x="93" y="671"/>
                  </a:lnTo>
                  <a:lnTo>
                    <a:pt x="87" y="671"/>
                  </a:lnTo>
                  <a:lnTo>
                    <a:pt x="81" y="668"/>
                  </a:lnTo>
                  <a:lnTo>
                    <a:pt x="79" y="671"/>
                  </a:lnTo>
                  <a:lnTo>
                    <a:pt x="80" y="672"/>
                  </a:lnTo>
                  <a:lnTo>
                    <a:pt x="76" y="674"/>
                  </a:lnTo>
                  <a:lnTo>
                    <a:pt x="75" y="674"/>
                  </a:lnTo>
                  <a:lnTo>
                    <a:pt x="75" y="670"/>
                  </a:lnTo>
                  <a:lnTo>
                    <a:pt x="72" y="667"/>
                  </a:lnTo>
                  <a:lnTo>
                    <a:pt x="72" y="663"/>
                  </a:lnTo>
                  <a:lnTo>
                    <a:pt x="70" y="661"/>
                  </a:lnTo>
                  <a:lnTo>
                    <a:pt x="70" y="657"/>
                  </a:lnTo>
                  <a:lnTo>
                    <a:pt x="71" y="655"/>
                  </a:lnTo>
                  <a:lnTo>
                    <a:pt x="74" y="658"/>
                  </a:lnTo>
                  <a:lnTo>
                    <a:pt x="80" y="657"/>
                  </a:lnTo>
                  <a:lnTo>
                    <a:pt x="81" y="653"/>
                  </a:lnTo>
                  <a:lnTo>
                    <a:pt x="83" y="651"/>
                  </a:lnTo>
                  <a:lnTo>
                    <a:pt x="80" y="650"/>
                  </a:lnTo>
                  <a:lnTo>
                    <a:pt x="80" y="647"/>
                  </a:lnTo>
                  <a:lnTo>
                    <a:pt x="76" y="643"/>
                  </a:lnTo>
                  <a:lnTo>
                    <a:pt x="72" y="642"/>
                  </a:lnTo>
                  <a:lnTo>
                    <a:pt x="71" y="638"/>
                  </a:lnTo>
                  <a:lnTo>
                    <a:pt x="68" y="637"/>
                  </a:lnTo>
                  <a:lnTo>
                    <a:pt x="66" y="633"/>
                  </a:lnTo>
                  <a:lnTo>
                    <a:pt x="64" y="629"/>
                  </a:lnTo>
                  <a:lnTo>
                    <a:pt x="62" y="626"/>
                  </a:lnTo>
                  <a:lnTo>
                    <a:pt x="62" y="622"/>
                  </a:lnTo>
                  <a:lnTo>
                    <a:pt x="59" y="620"/>
                  </a:lnTo>
                  <a:lnTo>
                    <a:pt x="60" y="617"/>
                  </a:lnTo>
                  <a:lnTo>
                    <a:pt x="59" y="615"/>
                  </a:lnTo>
                  <a:lnTo>
                    <a:pt x="54" y="613"/>
                  </a:lnTo>
                  <a:lnTo>
                    <a:pt x="53" y="613"/>
                  </a:lnTo>
                  <a:lnTo>
                    <a:pt x="51" y="611"/>
                  </a:lnTo>
                  <a:lnTo>
                    <a:pt x="47" y="612"/>
                  </a:lnTo>
                  <a:lnTo>
                    <a:pt x="45" y="615"/>
                  </a:lnTo>
                  <a:lnTo>
                    <a:pt x="42" y="611"/>
                  </a:lnTo>
                  <a:lnTo>
                    <a:pt x="39" y="611"/>
                  </a:lnTo>
                  <a:lnTo>
                    <a:pt x="37" y="612"/>
                  </a:lnTo>
                  <a:lnTo>
                    <a:pt x="34" y="608"/>
                  </a:lnTo>
                  <a:lnTo>
                    <a:pt x="31" y="609"/>
                  </a:lnTo>
                  <a:lnTo>
                    <a:pt x="30" y="608"/>
                  </a:lnTo>
                  <a:lnTo>
                    <a:pt x="29" y="608"/>
                  </a:lnTo>
                  <a:lnTo>
                    <a:pt x="29" y="605"/>
                  </a:lnTo>
                  <a:lnTo>
                    <a:pt x="26" y="603"/>
                  </a:lnTo>
                  <a:lnTo>
                    <a:pt x="26" y="599"/>
                  </a:lnTo>
                  <a:lnTo>
                    <a:pt x="25" y="599"/>
                  </a:lnTo>
                  <a:lnTo>
                    <a:pt x="24" y="595"/>
                  </a:lnTo>
                  <a:lnTo>
                    <a:pt x="24" y="593"/>
                  </a:lnTo>
                  <a:lnTo>
                    <a:pt x="24" y="592"/>
                  </a:lnTo>
                  <a:lnTo>
                    <a:pt x="22" y="591"/>
                  </a:lnTo>
                  <a:lnTo>
                    <a:pt x="22" y="590"/>
                  </a:lnTo>
                  <a:lnTo>
                    <a:pt x="22" y="588"/>
                  </a:lnTo>
                  <a:lnTo>
                    <a:pt x="20" y="587"/>
                  </a:lnTo>
                  <a:lnTo>
                    <a:pt x="21" y="584"/>
                  </a:lnTo>
                  <a:lnTo>
                    <a:pt x="21" y="583"/>
                  </a:lnTo>
                  <a:lnTo>
                    <a:pt x="24" y="580"/>
                  </a:lnTo>
                  <a:lnTo>
                    <a:pt x="24" y="579"/>
                  </a:lnTo>
                  <a:lnTo>
                    <a:pt x="17" y="568"/>
                  </a:lnTo>
                  <a:lnTo>
                    <a:pt x="18" y="559"/>
                  </a:lnTo>
                  <a:lnTo>
                    <a:pt x="20" y="559"/>
                  </a:lnTo>
                  <a:lnTo>
                    <a:pt x="21" y="555"/>
                  </a:lnTo>
                  <a:lnTo>
                    <a:pt x="22" y="553"/>
                  </a:lnTo>
                  <a:lnTo>
                    <a:pt x="22" y="553"/>
                  </a:lnTo>
                  <a:lnTo>
                    <a:pt x="22" y="551"/>
                  </a:lnTo>
                  <a:lnTo>
                    <a:pt x="21" y="550"/>
                  </a:lnTo>
                  <a:lnTo>
                    <a:pt x="21" y="550"/>
                  </a:lnTo>
                  <a:lnTo>
                    <a:pt x="22" y="547"/>
                  </a:lnTo>
                  <a:lnTo>
                    <a:pt x="21" y="545"/>
                  </a:lnTo>
                  <a:lnTo>
                    <a:pt x="21" y="543"/>
                  </a:lnTo>
                  <a:lnTo>
                    <a:pt x="22" y="543"/>
                  </a:lnTo>
                  <a:lnTo>
                    <a:pt x="24" y="546"/>
                  </a:lnTo>
                  <a:lnTo>
                    <a:pt x="25" y="545"/>
                  </a:lnTo>
                  <a:lnTo>
                    <a:pt x="25" y="542"/>
                  </a:lnTo>
                  <a:lnTo>
                    <a:pt x="26" y="542"/>
                  </a:lnTo>
                  <a:lnTo>
                    <a:pt x="29" y="543"/>
                  </a:lnTo>
                  <a:lnTo>
                    <a:pt x="31" y="541"/>
                  </a:lnTo>
                  <a:lnTo>
                    <a:pt x="33" y="538"/>
                  </a:lnTo>
                  <a:lnTo>
                    <a:pt x="34" y="538"/>
                  </a:lnTo>
                  <a:lnTo>
                    <a:pt x="37" y="540"/>
                  </a:lnTo>
                  <a:lnTo>
                    <a:pt x="39" y="538"/>
                  </a:lnTo>
                  <a:lnTo>
                    <a:pt x="37" y="534"/>
                  </a:lnTo>
                  <a:lnTo>
                    <a:pt x="35" y="534"/>
                  </a:lnTo>
                  <a:lnTo>
                    <a:pt x="34" y="536"/>
                  </a:lnTo>
                  <a:lnTo>
                    <a:pt x="31" y="536"/>
                  </a:lnTo>
                  <a:lnTo>
                    <a:pt x="30" y="533"/>
                  </a:lnTo>
                  <a:lnTo>
                    <a:pt x="26" y="533"/>
                  </a:lnTo>
                  <a:lnTo>
                    <a:pt x="24" y="529"/>
                  </a:lnTo>
                  <a:lnTo>
                    <a:pt x="25" y="528"/>
                  </a:lnTo>
                  <a:lnTo>
                    <a:pt x="27" y="530"/>
                  </a:lnTo>
                  <a:lnTo>
                    <a:pt x="27" y="528"/>
                  </a:lnTo>
                  <a:lnTo>
                    <a:pt x="26" y="526"/>
                  </a:lnTo>
                  <a:lnTo>
                    <a:pt x="27" y="525"/>
                  </a:lnTo>
                  <a:lnTo>
                    <a:pt x="25" y="525"/>
                  </a:lnTo>
                  <a:lnTo>
                    <a:pt x="25" y="526"/>
                  </a:lnTo>
                  <a:lnTo>
                    <a:pt x="24" y="526"/>
                  </a:lnTo>
                  <a:lnTo>
                    <a:pt x="22" y="528"/>
                  </a:lnTo>
                  <a:lnTo>
                    <a:pt x="22" y="528"/>
                  </a:lnTo>
                  <a:lnTo>
                    <a:pt x="21" y="528"/>
                  </a:lnTo>
                  <a:lnTo>
                    <a:pt x="21" y="528"/>
                  </a:lnTo>
                  <a:lnTo>
                    <a:pt x="21" y="525"/>
                  </a:lnTo>
                  <a:lnTo>
                    <a:pt x="26" y="520"/>
                  </a:lnTo>
                  <a:lnTo>
                    <a:pt x="29" y="518"/>
                  </a:lnTo>
                  <a:lnTo>
                    <a:pt x="33" y="513"/>
                  </a:lnTo>
                  <a:lnTo>
                    <a:pt x="35" y="508"/>
                  </a:lnTo>
                  <a:lnTo>
                    <a:pt x="38" y="501"/>
                  </a:lnTo>
                  <a:lnTo>
                    <a:pt x="43" y="493"/>
                  </a:lnTo>
                  <a:lnTo>
                    <a:pt x="46" y="486"/>
                  </a:lnTo>
                  <a:lnTo>
                    <a:pt x="46" y="482"/>
                  </a:lnTo>
                  <a:lnTo>
                    <a:pt x="41" y="476"/>
                  </a:lnTo>
                  <a:lnTo>
                    <a:pt x="38" y="475"/>
                  </a:lnTo>
                  <a:lnTo>
                    <a:pt x="31" y="467"/>
                  </a:lnTo>
                  <a:lnTo>
                    <a:pt x="33" y="463"/>
                  </a:lnTo>
                  <a:lnTo>
                    <a:pt x="35" y="461"/>
                  </a:lnTo>
                  <a:lnTo>
                    <a:pt x="35" y="457"/>
                  </a:lnTo>
                  <a:lnTo>
                    <a:pt x="31" y="454"/>
                  </a:lnTo>
                  <a:lnTo>
                    <a:pt x="30" y="451"/>
                  </a:lnTo>
                  <a:lnTo>
                    <a:pt x="30" y="447"/>
                  </a:lnTo>
                  <a:lnTo>
                    <a:pt x="30" y="446"/>
                  </a:lnTo>
                  <a:lnTo>
                    <a:pt x="30" y="445"/>
                  </a:lnTo>
                  <a:lnTo>
                    <a:pt x="26" y="443"/>
                  </a:lnTo>
                  <a:lnTo>
                    <a:pt x="25" y="442"/>
                  </a:lnTo>
                  <a:lnTo>
                    <a:pt x="25" y="438"/>
                  </a:lnTo>
                  <a:lnTo>
                    <a:pt x="27" y="436"/>
                  </a:lnTo>
                  <a:lnTo>
                    <a:pt x="25" y="436"/>
                  </a:lnTo>
                  <a:lnTo>
                    <a:pt x="25" y="433"/>
                  </a:lnTo>
                  <a:lnTo>
                    <a:pt x="25" y="425"/>
                  </a:lnTo>
                  <a:lnTo>
                    <a:pt x="27" y="425"/>
                  </a:lnTo>
                  <a:lnTo>
                    <a:pt x="22" y="412"/>
                  </a:lnTo>
                  <a:lnTo>
                    <a:pt x="17" y="404"/>
                  </a:lnTo>
                  <a:lnTo>
                    <a:pt x="16" y="400"/>
                  </a:lnTo>
                  <a:lnTo>
                    <a:pt x="13" y="397"/>
                  </a:lnTo>
                  <a:lnTo>
                    <a:pt x="16" y="392"/>
                  </a:lnTo>
                  <a:lnTo>
                    <a:pt x="17" y="388"/>
                  </a:lnTo>
                  <a:lnTo>
                    <a:pt x="18" y="384"/>
                  </a:lnTo>
                  <a:lnTo>
                    <a:pt x="17" y="383"/>
                  </a:lnTo>
                  <a:lnTo>
                    <a:pt x="12" y="379"/>
                  </a:lnTo>
                  <a:lnTo>
                    <a:pt x="10" y="378"/>
                  </a:lnTo>
                  <a:lnTo>
                    <a:pt x="9" y="375"/>
                  </a:lnTo>
                  <a:lnTo>
                    <a:pt x="6" y="372"/>
                  </a:lnTo>
                  <a:lnTo>
                    <a:pt x="4" y="372"/>
                  </a:lnTo>
                  <a:lnTo>
                    <a:pt x="2" y="367"/>
                  </a:lnTo>
                  <a:lnTo>
                    <a:pt x="1" y="365"/>
                  </a:lnTo>
                  <a:lnTo>
                    <a:pt x="1" y="361"/>
                  </a:lnTo>
                  <a:lnTo>
                    <a:pt x="2" y="358"/>
                  </a:lnTo>
                  <a:lnTo>
                    <a:pt x="0" y="358"/>
                  </a:lnTo>
                  <a:lnTo>
                    <a:pt x="2" y="357"/>
                  </a:lnTo>
                  <a:lnTo>
                    <a:pt x="5" y="355"/>
                  </a:lnTo>
                  <a:lnTo>
                    <a:pt x="5" y="355"/>
                  </a:lnTo>
                  <a:lnTo>
                    <a:pt x="6" y="354"/>
                  </a:lnTo>
                  <a:lnTo>
                    <a:pt x="6" y="350"/>
                  </a:lnTo>
                  <a:lnTo>
                    <a:pt x="9" y="347"/>
                  </a:lnTo>
                  <a:lnTo>
                    <a:pt x="13" y="347"/>
                  </a:lnTo>
                  <a:lnTo>
                    <a:pt x="14" y="345"/>
                  </a:lnTo>
                  <a:lnTo>
                    <a:pt x="14" y="341"/>
                  </a:lnTo>
                  <a:lnTo>
                    <a:pt x="16" y="341"/>
                  </a:lnTo>
                  <a:lnTo>
                    <a:pt x="18" y="342"/>
                  </a:lnTo>
                  <a:lnTo>
                    <a:pt x="20" y="340"/>
                  </a:lnTo>
                  <a:lnTo>
                    <a:pt x="20" y="337"/>
                  </a:lnTo>
                  <a:lnTo>
                    <a:pt x="20" y="337"/>
                  </a:lnTo>
                  <a:lnTo>
                    <a:pt x="22" y="338"/>
                  </a:lnTo>
                  <a:lnTo>
                    <a:pt x="24" y="338"/>
                  </a:lnTo>
                  <a:lnTo>
                    <a:pt x="24" y="341"/>
                  </a:lnTo>
                  <a:lnTo>
                    <a:pt x="25" y="342"/>
                  </a:lnTo>
                  <a:lnTo>
                    <a:pt x="25" y="340"/>
                  </a:lnTo>
                  <a:lnTo>
                    <a:pt x="26" y="338"/>
                  </a:lnTo>
                  <a:lnTo>
                    <a:pt x="27" y="338"/>
                  </a:lnTo>
                  <a:lnTo>
                    <a:pt x="29" y="338"/>
                  </a:lnTo>
                  <a:lnTo>
                    <a:pt x="26" y="336"/>
                  </a:lnTo>
                  <a:lnTo>
                    <a:pt x="26" y="336"/>
                  </a:lnTo>
                  <a:lnTo>
                    <a:pt x="27" y="336"/>
                  </a:lnTo>
                  <a:lnTo>
                    <a:pt x="29" y="336"/>
                  </a:lnTo>
                  <a:lnTo>
                    <a:pt x="29" y="334"/>
                  </a:lnTo>
                  <a:lnTo>
                    <a:pt x="29" y="334"/>
                  </a:lnTo>
                  <a:lnTo>
                    <a:pt x="27" y="333"/>
                  </a:lnTo>
                  <a:lnTo>
                    <a:pt x="27" y="332"/>
                  </a:lnTo>
                  <a:lnTo>
                    <a:pt x="30" y="332"/>
                  </a:lnTo>
                  <a:lnTo>
                    <a:pt x="33" y="333"/>
                  </a:lnTo>
                  <a:lnTo>
                    <a:pt x="34" y="336"/>
                  </a:lnTo>
                  <a:lnTo>
                    <a:pt x="35" y="336"/>
                  </a:lnTo>
                  <a:lnTo>
                    <a:pt x="37" y="336"/>
                  </a:lnTo>
                  <a:lnTo>
                    <a:pt x="38" y="336"/>
                  </a:lnTo>
                  <a:lnTo>
                    <a:pt x="38" y="337"/>
                  </a:lnTo>
                  <a:lnTo>
                    <a:pt x="39" y="338"/>
                  </a:lnTo>
                  <a:lnTo>
                    <a:pt x="41" y="340"/>
                  </a:lnTo>
                  <a:lnTo>
                    <a:pt x="38" y="341"/>
                  </a:lnTo>
                  <a:lnTo>
                    <a:pt x="37" y="340"/>
                  </a:lnTo>
                  <a:lnTo>
                    <a:pt x="34" y="341"/>
                  </a:lnTo>
                  <a:lnTo>
                    <a:pt x="31" y="338"/>
                  </a:lnTo>
                  <a:lnTo>
                    <a:pt x="31" y="337"/>
                  </a:lnTo>
                  <a:lnTo>
                    <a:pt x="30" y="338"/>
                  </a:lnTo>
                  <a:lnTo>
                    <a:pt x="30" y="341"/>
                  </a:lnTo>
                  <a:lnTo>
                    <a:pt x="31" y="343"/>
                  </a:lnTo>
                  <a:lnTo>
                    <a:pt x="33" y="342"/>
                  </a:lnTo>
                  <a:lnTo>
                    <a:pt x="34" y="342"/>
                  </a:lnTo>
                  <a:lnTo>
                    <a:pt x="34" y="345"/>
                  </a:lnTo>
                  <a:lnTo>
                    <a:pt x="35" y="343"/>
                  </a:lnTo>
                  <a:lnTo>
                    <a:pt x="38" y="343"/>
                  </a:lnTo>
                  <a:lnTo>
                    <a:pt x="38" y="345"/>
                  </a:lnTo>
                  <a:lnTo>
                    <a:pt x="39" y="345"/>
                  </a:lnTo>
                  <a:lnTo>
                    <a:pt x="39" y="343"/>
                  </a:lnTo>
                  <a:lnTo>
                    <a:pt x="41" y="345"/>
                  </a:lnTo>
                  <a:lnTo>
                    <a:pt x="41" y="345"/>
                  </a:lnTo>
                  <a:lnTo>
                    <a:pt x="41" y="346"/>
                  </a:lnTo>
                  <a:lnTo>
                    <a:pt x="42" y="345"/>
                  </a:lnTo>
                  <a:lnTo>
                    <a:pt x="43" y="343"/>
                  </a:lnTo>
                  <a:lnTo>
                    <a:pt x="45" y="343"/>
                  </a:lnTo>
                  <a:lnTo>
                    <a:pt x="43" y="345"/>
                  </a:lnTo>
                  <a:lnTo>
                    <a:pt x="43" y="346"/>
                  </a:lnTo>
                  <a:lnTo>
                    <a:pt x="45" y="346"/>
                  </a:lnTo>
                  <a:lnTo>
                    <a:pt x="46" y="347"/>
                  </a:lnTo>
                  <a:lnTo>
                    <a:pt x="45" y="347"/>
                  </a:lnTo>
                  <a:lnTo>
                    <a:pt x="43" y="350"/>
                  </a:lnTo>
                  <a:lnTo>
                    <a:pt x="46" y="350"/>
                  </a:lnTo>
                  <a:lnTo>
                    <a:pt x="47" y="347"/>
                  </a:lnTo>
                  <a:lnTo>
                    <a:pt x="46" y="345"/>
                  </a:lnTo>
                  <a:lnTo>
                    <a:pt x="47" y="345"/>
                  </a:lnTo>
                  <a:lnTo>
                    <a:pt x="50" y="345"/>
                  </a:lnTo>
                  <a:lnTo>
                    <a:pt x="51" y="345"/>
                  </a:lnTo>
                  <a:lnTo>
                    <a:pt x="51" y="345"/>
                  </a:lnTo>
                  <a:lnTo>
                    <a:pt x="50" y="342"/>
                  </a:lnTo>
                  <a:lnTo>
                    <a:pt x="50" y="342"/>
                  </a:lnTo>
                  <a:lnTo>
                    <a:pt x="53" y="343"/>
                  </a:lnTo>
                  <a:lnTo>
                    <a:pt x="54" y="345"/>
                  </a:lnTo>
                  <a:lnTo>
                    <a:pt x="58" y="345"/>
                  </a:lnTo>
                  <a:lnTo>
                    <a:pt x="60" y="346"/>
                  </a:lnTo>
                  <a:lnTo>
                    <a:pt x="62" y="345"/>
                  </a:lnTo>
                  <a:lnTo>
                    <a:pt x="62" y="343"/>
                  </a:lnTo>
                  <a:lnTo>
                    <a:pt x="64" y="345"/>
                  </a:lnTo>
                  <a:lnTo>
                    <a:pt x="67" y="346"/>
                  </a:lnTo>
                  <a:lnTo>
                    <a:pt x="67" y="345"/>
                  </a:lnTo>
                  <a:lnTo>
                    <a:pt x="70" y="346"/>
                  </a:lnTo>
                  <a:lnTo>
                    <a:pt x="81" y="353"/>
                  </a:lnTo>
                  <a:lnTo>
                    <a:pt x="91" y="358"/>
                  </a:lnTo>
                  <a:lnTo>
                    <a:pt x="92" y="361"/>
                  </a:lnTo>
                  <a:lnTo>
                    <a:pt x="95" y="361"/>
                  </a:lnTo>
                  <a:lnTo>
                    <a:pt x="97" y="365"/>
                  </a:lnTo>
                  <a:lnTo>
                    <a:pt x="99" y="366"/>
                  </a:lnTo>
                  <a:lnTo>
                    <a:pt x="99" y="365"/>
                  </a:lnTo>
                  <a:lnTo>
                    <a:pt x="99" y="363"/>
                  </a:lnTo>
                  <a:lnTo>
                    <a:pt x="100" y="363"/>
                  </a:lnTo>
                  <a:lnTo>
                    <a:pt x="103" y="366"/>
                  </a:lnTo>
                  <a:lnTo>
                    <a:pt x="105" y="366"/>
                  </a:lnTo>
                  <a:lnTo>
                    <a:pt x="108" y="368"/>
                  </a:lnTo>
                  <a:lnTo>
                    <a:pt x="109" y="368"/>
                  </a:lnTo>
                  <a:lnTo>
                    <a:pt x="108" y="366"/>
                  </a:lnTo>
                  <a:lnTo>
                    <a:pt x="106" y="365"/>
                  </a:lnTo>
                  <a:lnTo>
                    <a:pt x="108" y="365"/>
                  </a:lnTo>
                  <a:lnTo>
                    <a:pt x="110" y="367"/>
                  </a:lnTo>
                  <a:lnTo>
                    <a:pt x="110" y="370"/>
                  </a:lnTo>
                  <a:lnTo>
                    <a:pt x="116" y="372"/>
                  </a:lnTo>
                  <a:lnTo>
                    <a:pt x="116" y="374"/>
                  </a:lnTo>
                  <a:lnTo>
                    <a:pt x="118" y="375"/>
                  </a:lnTo>
                  <a:lnTo>
                    <a:pt x="118" y="374"/>
                  </a:lnTo>
                  <a:lnTo>
                    <a:pt x="121" y="375"/>
                  </a:lnTo>
                  <a:lnTo>
                    <a:pt x="122" y="378"/>
                  </a:lnTo>
                  <a:lnTo>
                    <a:pt x="124" y="380"/>
                  </a:lnTo>
                  <a:lnTo>
                    <a:pt x="125" y="382"/>
                  </a:lnTo>
                  <a:lnTo>
                    <a:pt x="128" y="384"/>
                  </a:lnTo>
                  <a:lnTo>
                    <a:pt x="128" y="384"/>
                  </a:lnTo>
                  <a:lnTo>
                    <a:pt x="129" y="384"/>
                  </a:lnTo>
                  <a:lnTo>
                    <a:pt x="129" y="388"/>
                  </a:lnTo>
                  <a:lnTo>
                    <a:pt x="129" y="391"/>
                  </a:lnTo>
                  <a:lnTo>
                    <a:pt x="129" y="393"/>
                  </a:lnTo>
                  <a:lnTo>
                    <a:pt x="128" y="396"/>
                  </a:lnTo>
                  <a:lnTo>
                    <a:pt x="128" y="397"/>
                  </a:lnTo>
                  <a:lnTo>
                    <a:pt x="125" y="400"/>
                  </a:lnTo>
                  <a:lnTo>
                    <a:pt x="125" y="403"/>
                  </a:lnTo>
                  <a:lnTo>
                    <a:pt x="120" y="408"/>
                  </a:lnTo>
                  <a:lnTo>
                    <a:pt x="117" y="411"/>
                  </a:lnTo>
                  <a:lnTo>
                    <a:pt x="113" y="411"/>
                  </a:lnTo>
                  <a:lnTo>
                    <a:pt x="112" y="412"/>
                  </a:lnTo>
                  <a:lnTo>
                    <a:pt x="108" y="412"/>
                  </a:lnTo>
                  <a:lnTo>
                    <a:pt x="106" y="413"/>
                  </a:lnTo>
                  <a:lnTo>
                    <a:pt x="101" y="413"/>
                  </a:lnTo>
                  <a:lnTo>
                    <a:pt x="95" y="413"/>
                  </a:lnTo>
                  <a:lnTo>
                    <a:pt x="91" y="412"/>
                  </a:lnTo>
                  <a:lnTo>
                    <a:pt x="88" y="411"/>
                  </a:lnTo>
                  <a:lnTo>
                    <a:pt x="87" y="412"/>
                  </a:lnTo>
                  <a:lnTo>
                    <a:pt x="84" y="411"/>
                  </a:lnTo>
                  <a:lnTo>
                    <a:pt x="81" y="411"/>
                  </a:lnTo>
                  <a:lnTo>
                    <a:pt x="80" y="409"/>
                  </a:lnTo>
                  <a:lnTo>
                    <a:pt x="79" y="409"/>
                  </a:lnTo>
                  <a:lnTo>
                    <a:pt x="78" y="411"/>
                  </a:lnTo>
                  <a:lnTo>
                    <a:pt x="74" y="408"/>
                  </a:lnTo>
                  <a:lnTo>
                    <a:pt x="74" y="405"/>
                  </a:lnTo>
                  <a:lnTo>
                    <a:pt x="72" y="407"/>
                  </a:lnTo>
                  <a:lnTo>
                    <a:pt x="70" y="407"/>
                  </a:lnTo>
                  <a:lnTo>
                    <a:pt x="71" y="405"/>
                  </a:lnTo>
                  <a:lnTo>
                    <a:pt x="67" y="405"/>
                  </a:lnTo>
                  <a:lnTo>
                    <a:pt x="66" y="407"/>
                  </a:lnTo>
                  <a:lnTo>
                    <a:pt x="63" y="407"/>
                  </a:lnTo>
                  <a:lnTo>
                    <a:pt x="63" y="405"/>
                  </a:lnTo>
                  <a:lnTo>
                    <a:pt x="63" y="404"/>
                  </a:lnTo>
                  <a:lnTo>
                    <a:pt x="64" y="404"/>
                  </a:lnTo>
                  <a:lnTo>
                    <a:pt x="63" y="401"/>
                  </a:lnTo>
                  <a:lnTo>
                    <a:pt x="62" y="403"/>
                  </a:lnTo>
                  <a:lnTo>
                    <a:pt x="58" y="403"/>
                  </a:lnTo>
                  <a:lnTo>
                    <a:pt x="56" y="401"/>
                  </a:lnTo>
                  <a:lnTo>
                    <a:pt x="55" y="401"/>
                  </a:lnTo>
                  <a:lnTo>
                    <a:pt x="54" y="401"/>
                  </a:lnTo>
                  <a:lnTo>
                    <a:pt x="49" y="397"/>
                  </a:lnTo>
                  <a:lnTo>
                    <a:pt x="49" y="395"/>
                  </a:lnTo>
                  <a:lnTo>
                    <a:pt x="45" y="395"/>
                  </a:lnTo>
                  <a:lnTo>
                    <a:pt x="45" y="395"/>
                  </a:lnTo>
                  <a:lnTo>
                    <a:pt x="42" y="395"/>
                  </a:lnTo>
                  <a:lnTo>
                    <a:pt x="42" y="395"/>
                  </a:lnTo>
                  <a:lnTo>
                    <a:pt x="45" y="396"/>
                  </a:lnTo>
                  <a:lnTo>
                    <a:pt x="45" y="400"/>
                  </a:lnTo>
                  <a:lnTo>
                    <a:pt x="47" y="401"/>
                  </a:lnTo>
                  <a:lnTo>
                    <a:pt x="49" y="404"/>
                  </a:lnTo>
                  <a:lnTo>
                    <a:pt x="53" y="404"/>
                  </a:lnTo>
                  <a:lnTo>
                    <a:pt x="53" y="405"/>
                  </a:lnTo>
                  <a:lnTo>
                    <a:pt x="50" y="407"/>
                  </a:lnTo>
                  <a:lnTo>
                    <a:pt x="49" y="408"/>
                  </a:lnTo>
                  <a:lnTo>
                    <a:pt x="50" y="408"/>
                  </a:lnTo>
                  <a:lnTo>
                    <a:pt x="54" y="408"/>
                  </a:lnTo>
                  <a:lnTo>
                    <a:pt x="55" y="407"/>
                  </a:lnTo>
                  <a:lnTo>
                    <a:pt x="56" y="408"/>
                  </a:lnTo>
                  <a:lnTo>
                    <a:pt x="55" y="408"/>
                  </a:lnTo>
                  <a:lnTo>
                    <a:pt x="55" y="409"/>
                  </a:lnTo>
                  <a:lnTo>
                    <a:pt x="58" y="409"/>
                  </a:lnTo>
                  <a:lnTo>
                    <a:pt x="56" y="411"/>
                  </a:lnTo>
                  <a:lnTo>
                    <a:pt x="55" y="412"/>
                  </a:lnTo>
                  <a:lnTo>
                    <a:pt x="54" y="413"/>
                  </a:lnTo>
                  <a:lnTo>
                    <a:pt x="56" y="413"/>
                  </a:lnTo>
                  <a:lnTo>
                    <a:pt x="58" y="412"/>
                  </a:lnTo>
                  <a:lnTo>
                    <a:pt x="59" y="412"/>
                  </a:lnTo>
                  <a:lnTo>
                    <a:pt x="60" y="413"/>
                  </a:lnTo>
                  <a:lnTo>
                    <a:pt x="62" y="413"/>
                  </a:lnTo>
                  <a:lnTo>
                    <a:pt x="67" y="415"/>
                  </a:lnTo>
                  <a:lnTo>
                    <a:pt x="70" y="418"/>
                  </a:lnTo>
                  <a:lnTo>
                    <a:pt x="71" y="418"/>
                  </a:lnTo>
                  <a:lnTo>
                    <a:pt x="71" y="420"/>
                  </a:lnTo>
                  <a:lnTo>
                    <a:pt x="70" y="422"/>
                  </a:lnTo>
                  <a:lnTo>
                    <a:pt x="71" y="422"/>
                  </a:lnTo>
                  <a:lnTo>
                    <a:pt x="71" y="425"/>
                  </a:lnTo>
                  <a:lnTo>
                    <a:pt x="71" y="428"/>
                  </a:lnTo>
                  <a:lnTo>
                    <a:pt x="70" y="429"/>
                  </a:lnTo>
                  <a:lnTo>
                    <a:pt x="68" y="430"/>
                  </a:lnTo>
                  <a:lnTo>
                    <a:pt x="71" y="432"/>
                  </a:lnTo>
                  <a:lnTo>
                    <a:pt x="71" y="434"/>
                  </a:lnTo>
                  <a:lnTo>
                    <a:pt x="74" y="437"/>
                  </a:lnTo>
                  <a:lnTo>
                    <a:pt x="74" y="440"/>
                  </a:lnTo>
                  <a:lnTo>
                    <a:pt x="76" y="441"/>
                  </a:lnTo>
                  <a:lnTo>
                    <a:pt x="76" y="443"/>
                  </a:lnTo>
                  <a:lnTo>
                    <a:pt x="76" y="446"/>
                  </a:lnTo>
                  <a:lnTo>
                    <a:pt x="76" y="447"/>
                  </a:lnTo>
                  <a:lnTo>
                    <a:pt x="76" y="449"/>
                  </a:lnTo>
                  <a:lnTo>
                    <a:pt x="78" y="451"/>
                  </a:lnTo>
                  <a:lnTo>
                    <a:pt x="83" y="453"/>
                  </a:lnTo>
                  <a:lnTo>
                    <a:pt x="84" y="451"/>
                  </a:lnTo>
                  <a:lnTo>
                    <a:pt x="85" y="451"/>
                  </a:lnTo>
                  <a:lnTo>
                    <a:pt x="87" y="453"/>
                  </a:lnTo>
                  <a:lnTo>
                    <a:pt x="89" y="454"/>
                  </a:lnTo>
                  <a:lnTo>
                    <a:pt x="89" y="458"/>
                  </a:lnTo>
                  <a:lnTo>
                    <a:pt x="91" y="458"/>
                  </a:lnTo>
                  <a:lnTo>
                    <a:pt x="95" y="458"/>
                  </a:lnTo>
                  <a:lnTo>
                    <a:pt x="96" y="459"/>
                  </a:lnTo>
                  <a:lnTo>
                    <a:pt x="100" y="459"/>
                  </a:lnTo>
                  <a:lnTo>
                    <a:pt x="101" y="462"/>
                  </a:lnTo>
                  <a:lnTo>
                    <a:pt x="103" y="462"/>
                  </a:lnTo>
                  <a:lnTo>
                    <a:pt x="105" y="459"/>
                  </a:lnTo>
                  <a:lnTo>
                    <a:pt x="108" y="459"/>
                  </a:lnTo>
                  <a:lnTo>
                    <a:pt x="109" y="458"/>
                  </a:lnTo>
                  <a:lnTo>
                    <a:pt x="109" y="454"/>
                  </a:lnTo>
                  <a:lnTo>
                    <a:pt x="106" y="453"/>
                  </a:lnTo>
                  <a:lnTo>
                    <a:pt x="108" y="451"/>
                  </a:lnTo>
                  <a:lnTo>
                    <a:pt x="108" y="451"/>
                  </a:lnTo>
                  <a:lnTo>
                    <a:pt x="105" y="450"/>
                  </a:lnTo>
                  <a:lnTo>
                    <a:pt x="105" y="447"/>
                  </a:lnTo>
                  <a:lnTo>
                    <a:pt x="103" y="449"/>
                  </a:lnTo>
                  <a:lnTo>
                    <a:pt x="101" y="449"/>
                  </a:lnTo>
                  <a:lnTo>
                    <a:pt x="100" y="450"/>
                  </a:lnTo>
                  <a:lnTo>
                    <a:pt x="96" y="449"/>
                  </a:lnTo>
                  <a:lnTo>
                    <a:pt x="95" y="446"/>
                  </a:lnTo>
                  <a:lnTo>
                    <a:pt x="91" y="445"/>
                  </a:lnTo>
                  <a:lnTo>
                    <a:pt x="91" y="442"/>
                  </a:lnTo>
                  <a:lnTo>
                    <a:pt x="89" y="438"/>
                  </a:lnTo>
                  <a:lnTo>
                    <a:pt x="91" y="438"/>
                  </a:lnTo>
                  <a:lnTo>
                    <a:pt x="93" y="437"/>
                  </a:lnTo>
                  <a:lnTo>
                    <a:pt x="92" y="436"/>
                  </a:lnTo>
                  <a:lnTo>
                    <a:pt x="92" y="434"/>
                  </a:lnTo>
                  <a:lnTo>
                    <a:pt x="92" y="433"/>
                  </a:lnTo>
                  <a:lnTo>
                    <a:pt x="92" y="432"/>
                  </a:lnTo>
                  <a:lnTo>
                    <a:pt x="95" y="432"/>
                  </a:lnTo>
                  <a:lnTo>
                    <a:pt x="97" y="433"/>
                  </a:lnTo>
                  <a:lnTo>
                    <a:pt x="101" y="434"/>
                  </a:lnTo>
                  <a:lnTo>
                    <a:pt x="103" y="437"/>
                  </a:lnTo>
                  <a:lnTo>
                    <a:pt x="105" y="438"/>
                  </a:lnTo>
                  <a:lnTo>
                    <a:pt x="109" y="438"/>
                  </a:lnTo>
                  <a:lnTo>
                    <a:pt x="109" y="440"/>
                  </a:lnTo>
                  <a:lnTo>
                    <a:pt x="112" y="441"/>
                  </a:lnTo>
                  <a:lnTo>
                    <a:pt x="120" y="443"/>
                  </a:lnTo>
                  <a:lnTo>
                    <a:pt x="122" y="447"/>
                  </a:lnTo>
                  <a:lnTo>
                    <a:pt x="124" y="445"/>
                  </a:lnTo>
                  <a:lnTo>
                    <a:pt x="126" y="443"/>
                  </a:lnTo>
                  <a:lnTo>
                    <a:pt x="126" y="441"/>
                  </a:lnTo>
                  <a:lnTo>
                    <a:pt x="128" y="441"/>
                  </a:lnTo>
                  <a:lnTo>
                    <a:pt x="130" y="438"/>
                  </a:lnTo>
                  <a:lnTo>
                    <a:pt x="126" y="434"/>
                  </a:lnTo>
                  <a:lnTo>
                    <a:pt x="121" y="429"/>
                  </a:lnTo>
                  <a:lnTo>
                    <a:pt x="120" y="425"/>
                  </a:lnTo>
                  <a:lnTo>
                    <a:pt x="121" y="422"/>
                  </a:lnTo>
                  <a:lnTo>
                    <a:pt x="124" y="420"/>
                  </a:lnTo>
                  <a:lnTo>
                    <a:pt x="126" y="417"/>
                  </a:lnTo>
                  <a:lnTo>
                    <a:pt x="128" y="413"/>
                  </a:lnTo>
                  <a:lnTo>
                    <a:pt x="129" y="412"/>
                  </a:lnTo>
                  <a:lnTo>
                    <a:pt x="132" y="412"/>
                  </a:lnTo>
                  <a:lnTo>
                    <a:pt x="135" y="408"/>
                  </a:lnTo>
                  <a:lnTo>
                    <a:pt x="138" y="403"/>
                  </a:lnTo>
                  <a:lnTo>
                    <a:pt x="139" y="401"/>
                  </a:lnTo>
                  <a:lnTo>
                    <a:pt x="143" y="401"/>
                  </a:lnTo>
                  <a:lnTo>
                    <a:pt x="145" y="404"/>
                  </a:lnTo>
                  <a:lnTo>
                    <a:pt x="149" y="403"/>
                  </a:lnTo>
                  <a:lnTo>
                    <a:pt x="153" y="404"/>
                  </a:lnTo>
                  <a:lnTo>
                    <a:pt x="154" y="405"/>
                  </a:lnTo>
                  <a:lnTo>
                    <a:pt x="153" y="408"/>
                  </a:lnTo>
                  <a:lnTo>
                    <a:pt x="157" y="405"/>
                  </a:lnTo>
                  <a:lnTo>
                    <a:pt x="159" y="407"/>
                  </a:lnTo>
                  <a:lnTo>
                    <a:pt x="159" y="411"/>
                  </a:lnTo>
                  <a:lnTo>
                    <a:pt x="162" y="412"/>
                  </a:lnTo>
                  <a:lnTo>
                    <a:pt x="160" y="407"/>
                  </a:lnTo>
                  <a:lnTo>
                    <a:pt x="159" y="404"/>
                  </a:lnTo>
                  <a:lnTo>
                    <a:pt x="160" y="403"/>
                  </a:lnTo>
                  <a:lnTo>
                    <a:pt x="160" y="397"/>
                  </a:lnTo>
                  <a:lnTo>
                    <a:pt x="160" y="396"/>
                  </a:lnTo>
                  <a:lnTo>
                    <a:pt x="160" y="395"/>
                  </a:lnTo>
                  <a:lnTo>
                    <a:pt x="160" y="393"/>
                  </a:lnTo>
                  <a:lnTo>
                    <a:pt x="160" y="392"/>
                  </a:lnTo>
                  <a:lnTo>
                    <a:pt x="160" y="391"/>
                  </a:lnTo>
                  <a:lnTo>
                    <a:pt x="160" y="390"/>
                  </a:lnTo>
                  <a:lnTo>
                    <a:pt x="159" y="388"/>
                  </a:lnTo>
                  <a:lnTo>
                    <a:pt x="157" y="386"/>
                  </a:lnTo>
                  <a:lnTo>
                    <a:pt x="153" y="387"/>
                  </a:lnTo>
                  <a:lnTo>
                    <a:pt x="151" y="383"/>
                  </a:lnTo>
                  <a:lnTo>
                    <a:pt x="153" y="380"/>
                  </a:lnTo>
                  <a:lnTo>
                    <a:pt x="153" y="375"/>
                  </a:lnTo>
                  <a:lnTo>
                    <a:pt x="154" y="374"/>
                  </a:lnTo>
                  <a:lnTo>
                    <a:pt x="153" y="372"/>
                  </a:lnTo>
                  <a:lnTo>
                    <a:pt x="153" y="370"/>
                  </a:lnTo>
                  <a:lnTo>
                    <a:pt x="154" y="370"/>
                  </a:lnTo>
                  <a:lnTo>
                    <a:pt x="153" y="368"/>
                  </a:lnTo>
                  <a:lnTo>
                    <a:pt x="153" y="366"/>
                  </a:lnTo>
                  <a:lnTo>
                    <a:pt x="151" y="361"/>
                  </a:lnTo>
                  <a:lnTo>
                    <a:pt x="147" y="358"/>
                  </a:lnTo>
                  <a:lnTo>
                    <a:pt x="142" y="353"/>
                  </a:lnTo>
                  <a:lnTo>
                    <a:pt x="142" y="351"/>
                  </a:lnTo>
                  <a:lnTo>
                    <a:pt x="145" y="351"/>
                  </a:lnTo>
                  <a:lnTo>
                    <a:pt x="149" y="355"/>
                  </a:lnTo>
                  <a:lnTo>
                    <a:pt x="151" y="355"/>
                  </a:lnTo>
                  <a:lnTo>
                    <a:pt x="154" y="354"/>
                  </a:lnTo>
                  <a:lnTo>
                    <a:pt x="158" y="354"/>
                  </a:lnTo>
                  <a:lnTo>
                    <a:pt x="164" y="354"/>
                  </a:lnTo>
                  <a:lnTo>
                    <a:pt x="167" y="357"/>
                  </a:lnTo>
                  <a:lnTo>
                    <a:pt x="167" y="358"/>
                  </a:lnTo>
                  <a:lnTo>
                    <a:pt x="170" y="361"/>
                  </a:lnTo>
                  <a:lnTo>
                    <a:pt x="172" y="362"/>
                  </a:lnTo>
                  <a:lnTo>
                    <a:pt x="174" y="363"/>
                  </a:lnTo>
                  <a:lnTo>
                    <a:pt x="176" y="367"/>
                  </a:lnTo>
                  <a:lnTo>
                    <a:pt x="176" y="370"/>
                  </a:lnTo>
                  <a:lnTo>
                    <a:pt x="172" y="370"/>
                  </a:lnTo>
                  <a:lnTo>
                    <a:pt x="171" y="371"/>
                  </a:lnTo>
                  <a:lnTo>
                    <a:pt x="167" y="371"/>
                  </a:lnTo>
                  <a:lnTo>
                    <a:pt x="166" y="372"/>
                  </a:lnTo>
                  <a:lnTo>
                    <a:pt x="166" y="374"/>
                  </a:lnTo>
                  <a:lnTo>
                    <a:pt x="166" y="375"/>
                  </a:lnTo>
                  <a:lnTo>
                    <a:pt x="164" y="375"/>
                  </a:lnTo>
                  <a:lnTo>
                    <a:pt x="163" y="376"/>
                  </a:lnTo>
                  <a:lnTo>
                    <a:pt x="163" y="379"/>
                  </a:lnTo>
                  <a:lnTo>
                    <a:pt x="164" y="380"/>
                  </a:lnTo>
                  <a:lnTo>
                    <a:pt x="170" y="384"/>
                  </a:lnTo>
                  <a:lnTo>
                    <a:pt x="175" y="391"/>
                  </a:lnTo>
                  <a:lnTo>
                    <a:pt x="176" y="391"/>
                  </a:lnTo>
                  <a:lnTo>
                    <a:pt x="180" y="388"/>
                  </a:lnTo>
                  <a:lnTo>
                    <a:pt x="182" y="391"/>
                  </a:lnTo>
                  <a:lnTo>
                    <a:pt x="183" y="390"/>
                  </a:lnTo>
                  <a:lnTo>
                    <a:pt x="184" y="390"/>
                  </a:lnTo>
                  <a:lnTo>
                    <a:pt x="186" y="388"/>
                  </a:lnTo>
                  <a:lnTo>
                    <a:pt x="189" y="387"/>
                  </a:lnTo>
                  <a:lnTo>
                    <a:pt x="191" y="384"/>
                  </a:lnTo>
                  <a:lnTo>
                    <a:pt x="189" y="380"/>
                  </a:lnTo>
                  <a:lnTo>
                    <a:pt x="191" y="378"/>
                  </a:lnTo>
                  <a:lnTo>
                    <a:pt x="191" y="375"/>
                  </a:lnTo>
                  <a:lnTo>
                    <a:pt x="189" y="374"/>
                  </a:lnTo>
                  <a:lnTo>
                    <a:pt x="191" y="372"/>
                  </a:lnTo>
                  <a:lnTo>
                    <a:pt x="196" y="371"/>
                  </a:lnTo>
                  <a:lnTo>
                    <a:pt x="197" y="370"/>
                  </a:lnTo>
                  <a:lnTo>
                    <a:pt x="201" y="371"/>
                  </a:lnTo>
                  <a:lnTo>
                    <a:pt x="201" y="370"/>
                  </a:lnTo>
                  <a:lnTo>
                    <a:pt x="197" y="367"/>
                  </a:lnTo>
                  <a:lnTo>
                    <a:pt x="197" y="366"/>
                  </a:lnTo>
                  <a:lnTo>
                    <a:pt x="197" y="366"/>
                  </a:lnTo>
                  <a:lnTo>
                    <a:pt x="200" y="367"/>
                  </a:lnTo>
                  <a:lnTo>
                    <a:pt x="201" y="366"/>
                  </a:lnTo>
                  <a:lnTo>
                    <a:pt x="207" y="361"/>
                  </a:lnTo>
                  <a:lnTo>
                    <a:pt x="208" y="361"/>
                  </a:lnTo>
                  <a:lnTo>
                    <a:pt x="212" y="354"/>
                  </a:lnTo>
                  <a:lnTo>
                    <a:pt x="212" y="353"/>
                  </a:lnTo>
                  <a:lnTo>
                    <a:pt x="213" y="353"/>
                  </a:lnTo>
                  <a:lnTo>
                    <a:pt x="216" y="353"/>
                  </a:lnTo>
                  <a:lnTo>
                    <a:pt x="220" y="351"/>
                  </a:lnTo>
                  <a:lnTo>
                    <a:pt x="220" y="350"/>
                  </a:lnTo>
                  <a:lnTo>
                    <a:pt x="225" y="349"/>
                  </a:lnTo>
                  <a:lnTo>
                    <a:pt x="225" y="350"/>
                  </a:lnTo>
                  <a:lnTo>
                    <a:pt x="226" y="350"/>
                  </a:lnTo>
                  <a:lnTo>
                    <a:pt x="226" y="351"/>
                  </a:lnTo>
                  <a:lnTo>
                    <a:pt x="225" y="353"/>
                  </a:lnTo>
                  <a:lnTo>
                    <a:pt x="226" y="354"/>
                  </a:lnTo>
                  <a:lnTo>
                    <a:pt x="229" y="351"/>
                  </a:lnTo>
                  <a:lnTo>
                    <a:pt x="230" y="350"/>
                  </a:lnTo>
                  <a:lnTo>
                    <a:pt x="229" y="349"/>
                  </a:lnTo>
                  <a:lnTo>
                    <a:pt x="226" y="347"/>
                  </a:lnTo>
                  <a:lnTo>
                    <a:pt x="226" y="346"/>
                  </a:lnTo>
                  <a:lnTo>
                    <a:pt x="230" y="342"/>
                  </a:lnTo>
                  <a:lnTo>
                    <a:pt x="232" y="342"/>
                  </a:lnTo>
                  <a:lnTo>
                    <a:pt x="232" y="343"/>
                  </a:lnTo>
                  <a:lnTo>
                    <a:pt x="232" y="343"/>
                  </a:lnTo>
                  <a:lnTo>
                    <a:pt x="230" y="345"/>
                  </a:lnTo>
                  <a:lnTo>
                    <a:pt x="233" y="347"/>
                  </a:lnTo>
                  <a:lnTo>
                    <a:pt x="234" y="347"/>
                  </a:lnTo>
                  <a:lnTo>
                    <a:pt x="236" y="345"/>
                  </a:lnTo>
                  <a:lnTo>
                    <a:pt x="234" y="343"/>
                  </a:lnTo>
                  <a:lnTo>
                    <a:pt x="234" y="342"/>
                  </a:lnTo>
                  <a:lnTo>
                    <a:pt x="233" y="341"/>
                  </a:lnTo>
                  <a:lnTo>
                    <a:pt x="234" y="340"/>
                  </a:lnTo>
                  <a:lnTo>
                    <a:pt x="241" y="337"/>
                  </a:lnTo>
                  <a:lnTo>
                    <a:pt x="245" y="336"/>
                  </a:lnTo>
                  <a:lnTo>
                    <a:pt x="246" y="337"/>
                  </a:lnTo>
                  <a:lnTo>
                    <a:pt x="243" y="338"/>
                  </a:lnTo>
                  <a:lnTo>
                    <a:pt x="241" y="338"/>
                  </a:lnTo>
                  <a:lnTo>
                    <a:pt x="237" y="340"/>
                  </a:lnTo>
                  <a:lnTo>
                    <a:pt x="238" y="341"/>
                  </a:lnTo>
                  <a:lnTo>
                    <a:pt x="239" y="342"/>
                  </a:lnTo>
                  <a:lnTo>
                    <a:pt x="241" y="341"/>
                  </a:lnTo>
                  <a:lnTo>
                    <a:pt x="243" y="343"/>
                  </a:lnTo>
                  <a:lnTo>
                    <a:pt x="242" y="345"/>
                  </a:lnTo>
                  <a:lnTo>
                    <a:pt x="242" y="345"/>
                  </a:lnTo>
                  <a:lnTo>
                    <a:pt x="243" y="347"/>
                  </a:lnTo>
                  <a:lnTo>
                    <a:pt x="242" y="349"/>
                  </a:lnTo>
                  <a:lnTo>
                    <a:pt x="239" y="350"/>
                  </a:lnTo>
                  <a:lnTo>
                    <a:pt x="237" y="351"/>
                  </a:lnTo>
                  <a:lnTo>
                    <a:pt x="238" y="354"/>
                  </a:lnTo>
                  <a:lnTo>
                    <a:pt x="239" y="354"/>
                  </a:lnTo>
                  <a:lnTo>
                    <a:pt x="241" y="354"/>
                  </a:lnTo>
                  <a:lnTo>
                    <a:pt x="243" y="354"/>
                  </a:lnTo>
                  <a:lnTo>
                    <a:pt x="245" y="353"/>
                  </a:lnTo>
                  <a:lnTo>
                    <a:pt x="247" y="354"/>
                  </a:lnTo>
                  <a:lnTo>
                    <a:pt x="247" y="357"/>
                  </a:lnTo>
                  <a:lnTo>
                    <a:pt x="249" y="354"/>
                  </a:lnTo>
                  <a:lnTo>
                    <a:pt x="250" y="350"/>
                  </a:lnTo>
                  <a:lnTo>
                    <a:pt x="251" y="350"/>
                  </a:lnTo>
                  <a:lnTo>
                    <a:pt x="253" y="351"/>
                  </a:lnTo>
                  <a:lnTo>
                    <a:pt x="255" y="354"/>
                  </a:lnTo>
                  <a:lnTo>
                    <a:pt x="255" y="353"/>
                  </a:lnTo>
                  <a:lnTo>
                    <a:pt x="255" y="351"/>
                  </a:lnTo>
                  <a:lnTo>
                    <a:pt x="255" y="350"/>
                  </a:lnTo>
                  <a:lnTo>
                    <a:pt x="254" y="349"/>
                  </a:lnTo>
                  <a:lnTo>
                    <a:pt x="254" y="347"/>
                  </a:lnTo>
                  <a:lnTo>
                    <a:pt x="255" y="345"/>
                  </a:lnTo>
                  <a:lnTo>
                    <a:pt x="258" y="345"/>
                  </a:lnTo>
                  <a:lnTo>
                    <a:pt x="259" y="343"/>
                  </a:lnTo>
                  <a:lnTo>
                    <a:pt x="262" y="341"/>
                  </a:lnTo>
                  <a:lnTo>
                    <a:pt x="263" y="342"/>
                  </a:lnTo>
                  <a:lnTo>
                    <a:pt x="265" y="342"/>
                  </a:lnTo>
                  <a:lnTo>
                    <a:pt x="266" y="342"/>
                  </a:lnTo>
                  <a:lnTo>
                    <a:pt x="267" y="342"/>
                  </a:lnTo>
                  <a:lnTo>
                    <a:pt x="272" y="342"/>
                  </a:lnTo>
                  <a:lnTo>
                    <a:pt x="275" y="341"/>
                  </a:lnTo>
                  <a:lnTo>
                    <a:pt x="275" y="340"/>
                  </a:lnTo>
                  <a:lnTo>
                    <a:pt x="276" y="338"/>
                  </a:lnTo>
                  <a:lnTo>
                    <a:pt x="279" y="338"/>
                  </a:lnTo>
                  <a:lnTo>
                    <a:pt x="279" y="337"/>
                  </a:lnTo>
                  <a:lnTo>
                    <a:pt x="282" y="336"/>
                  </a:lnTo>
                  <a:lnTo>
                    <a:pt x="283" y="334"/>
                  </a:lnTo>
                  <a:lnTo>
                    <a:pt x="287" y="332"/>
                  </a:lnTo>
                  <a:lnTo>
                    <a:pt x="288" y="332"/>
                  </a:lnTo>
                  <a:lnTo>
                    <a:pt x="290" y="330"/>
                  </a:lnTo>
                  <a:lnTo>
                    <a:pt x="290" y="332"/>
                  </a:lnTo>
                  <a:lnTo>
                    <a:pt x="288" y="333"/>
                  </a:lnTo>
                  <a:lnTo>
                    <a:pt x="290" y="334"/>
                  </a:lnTo>
                  <a:lnTo>
                    <a:pt x="292" y="337"/>
                  </a:lnTo>
                  <a:lnTo>
                    <a:pt x="292" y="338"/>
                  </a:lnTo>
                  <a:lnTo>
                    <a:pt x="291" y="340"/>
                  </a:lnTo>
                  <a:lnTo>
                    <a:pt x="291" y="342"/>
                  </a:lnTo>
                  <a:lnTo>
                    <a:pt x="291" y="343"/>
                  </a:lnTo>
                  <a:lnTo>
                    <a:pt x="292" y="345"/>
                  </a:lnTo>
                  <a:lnTo>
                    <a:pt x="299" y="346"/>
                  </a:lnTo>
                  <a:lnTo>
                    <a:pt x="300" y="345"/>
                  </a:lnTo>
                  <a:lnTo>
                    <a:pt x="300" y="343"/>
                  </a:lnTo>
                  <a:lnTo>
                    <a:pt x="299" y="342"/>
                  </a:lnTo>
                  <a:lnTo>
                    <a:pt x="296" y="340"/>
                  </a:lnTo>
                  <a:lnTo>
                    <a:pt x="296" y="338"/>
                  </a:lnTo>
                  <a:lnTo>
                    <a:pt x="299" y="337"/>
                  </a:lnTo>
                  <a:lnTo>
                    <a:pt x="301" y="338"/>
                  </a:lnTo>
                  <a:lnTo>
                    <a:pt x="304" y="337"/>
                  </a:lnTo>
                  <a:lnTo>
                    <a:pt x="304" y="333"/>
                  </a:lnTo>
                  <a:lnTo>
                    <a:pt x="307" y="332"/>
                  </a:lnTo>
                  <a:lnTo>
                    <a:pt x="308" y="333"/>
                  </a:lnTo>
                  <a:lnTo>
                    <a:pt x="311" y="334"/>
                  </a:lnTo>
                  <a:lnTo>
                    <a:pt x="308" y="330"/>
                  </a:lnTo>
                  <a:lnTo>
                    <a:pt x="304" y="329"/>
                  </a:lnTo>
                  <a:lnTo>
                    <a:pt x="304" y="328"/>
                  </a:lnTo>
                  <a:lnTo>
                    <a:pt x="303" y="324"/>
                  </a:lnTo>
                  <a:lnTo>
                    <a:pt x="301" y="324"/>
                  </a:lnTo>
                  <a:lnTo>
                    <a:pt x="300" y="325"/>
                  </a:lnTo>
                  <a:lnTo>
                    <a:pt x="299" y="324"/>
                  </a:lnTo>
                  <a:lnTo>
                    <a:pt x="299" y="318"/>
                  </a:lnTo>
                  <a:lnTo>
                    <a:pt x="296" y="318"/>
                  </a:lnTo>
                  <a:lnTo>
                    <a:pt x="295" y="316"/>
                  </a:lnTo>
                  <a:lnTo>
                    <a:pt x="295" y="315"/>
                  </a:lnTo>
                  <a:lnTo>
                    <a:pt x="297" y="313"/>
                  </a:lnTo>
                  <a:lnTo>
                    <a:pt x="297" y="312"/>
                  </a:lnTo>
                  <a:lnTo>
                    <a:pt x="296" y="309"/>
                  </a:lnTo>
                  <a:lnTo>
                    <a:pt x="297" y="308"/>
                  </a:lnTo>
                  <a:lnTo>
                    <a:pt x="300" y="308"/>
                  </a:lnTo>
                  <a:lnTo>
                    <a:pt x="300" y="308"/>
                  </a:lnTo>
                  <a:lnTo>
                    <a:pt x="303" y="309"/>
                  </a:lnTo>
                  <a:lnTo>
                    <a:pt x="305" y="309"/>
                  </a:lnTo>
                  <a:lnTo>
                    <a:pt x="307" y="309"/>
                  </a:lnTo>
                  <a:lnTo>
                    <a:pt x="316" y="308"/>
                  </a:lnTo>
                  <a:lnTo>
                    <a:pt x="328" y="309"/>
                  </a:lnTo>
                  <a:lnTo>
                    <a:pt x="330" y="311"/>
                  </a:lnTo>
                  <a:lnTo>
                    <a:pt x="338" y="315"/>
                  </a:lnTo>
                  <a:lnTo>
                    <a:pt x="340" y="316"/>
                  </a:lnTo>
                  <a:lnTo>
                    <a:pt x="338" y="317"/>
                  </a:lnTo>
                  <a:lnTo>
                    <a:pt x="340" y="320"/>
                  </a:lnTo>
                  <a:lnTo>
                    <a:pt x="341" y="317"/>
                  </a:lnTo>
                  <a:lnTo>
                    <a:pt x="345" y="316"/>
                  </a:lnTo>
                  <a:lnTo>
                    <a:pt x="347" y="318"/>
                  </a:lnTo>
                  <a:lnTo>
                    <a:pt x="349" y="318"/>
                  </a:lnTo>
                  <a:lnTo>
                    <a:pt x="349" y="320"/>
                  </a:lnTo>
                  <a:lnTo>
                    <a:pt x="353" y="321"/>
                  </a:lnTo>
                  <a:lnTo>
                    <a:pt x="359" y="325"/>
                  </a:lnTo>
                  <a:lnTo>
                    <a:pt x="366" y="325"/>
                  </a:lnTo>
                  <a:lnTo>
                    <a:pt x="369" y="328"/>
                  </a:lnTo>
                  <a:lnTo>
                    <a:pt x="370" y="330"/>
                  </a:lnTo>
                  <a:lnTo>
                    <a:pt x="374" y="332"/>
                  </a:lnTo>
                  <a:lnTo>
                    <a:pt x="376" y="334"/>
                  </a:lnTo>
                  <a:lnTo>
                    <a:pt x="379" y="340"/>
                  </a:lnTo>
                  <a:lnTo>
                    <a:pt x="382" y="340"/>
                  </a:lnTo>
                  <a:lnTo>
                    <a:pt x="382" y="338"/>
                  </a:lnTo>
                  <a:lnTo>
                    <a:pt x="382" y="334"/>
                  </a:lnTo>
                  <a:lnTo>
                    <a:pt x="383" y="334"/>
                  </a:lnTo>
                  <a:lnTo>
                    <a:pt x="383" y="333"/>
                  </a:lnTo>
                  <a:lnTo>
                    <a:pt x="382" y="330"/>
                  </a:lnTo>
                  <a:lnTo>
                    <a:pt x="383" y="329"/>
                  </a:lnTo>
                  <a:lnTo>
                    <a:pt x="383" y="322"/>
                  </a:lnTo>
                  <a:lnTo>
                    <a:pt x="384" y="321"/>
                  </a:lnTo>
                  <a:lnTo>
                    <a:pt x="383" y="321"/>
                  </a:lnTo>
                  <a:lnTo>
                    <a:pt x="382" y="320"/>
                  </a:lnTo>
                  <a:lnTo>
                    <a:pt x="380" y="320"/>
                  </a:lnTo>
                  <a:lnTo>
                    <a:pt x="378" y="321"/>
                  </a:lnTo>
                  <a:lnTo>
                    <a:pt x="376" y="321"/>
                  </a:lnTo>
                  <a:lnTo>
                    <a:pt x="371" y="315"/>
                  </a:lnTo>
                  <a:lnTo>
                    <a:pt x="370" y="315"/>
                  </a:lnTo>
                  <a:lnTo>
                    <a:pt x="367" y="313"/>
                  </a:lnTo>
                  <a:lnTo>
                    <a:pt x="367" y="308"/>
                  </a:lnTo>
                  <a:lnTo>
                    <a:pt x="367" y="307"/>
                  </a:lnTo>
                  <a:lnTo>
                    <a:pt x="365" y="311"/>
                  </a:lnTo>
                  <a:lnTo>
                    <a:pt x="362" y="309"/>
                  </a:lnTo>
                  <a:lnTo>
                    <a:pt x="359" y="308"/>
                  </a:lnTo>
                  <a:lnTo>
                    <a:pt x="357" y="307"/>
                  </a:lnTo>
                  <a:lnTo>
                    <a:pt x="355" y="309"/>
                  </a:lnTo>
                  <a:lnTo>
                    <a:pt x="355" y="305"/>
                  </a:lnTo>
                  <a:lnTo>
                    <a:pt x="353" y="304"/>
                  </a:lnTo>
                  <a:lnTo>
                    <a:pt x="351" y="299"/>
                  </a:lnTo>
                  <a:lnTo>
                    <a:pt x="351" y="296"/>
                  </a:lnTo>
                  <a:lnTo>
                    <a:pt x="353" y="297"/>
                  </a:lnTo>
                  <a:lnTo>
                    <a:pt x="354" y="296"/>
                  </a:lnTo>
                  <a:lnTo>
                    <a:pt x="354" y="293"/>
                  </a:lnTo>
                  <a:lnTo>
                    <a:pt x="351" y="291"/>
                  </a:lnTo>
                  <a:lnTo>
                    <a:pt x="351" y="288"/>
                  </a:lnTo>
                  <a:lnTo>
                    <a:pt x="353" y="286"/>
                  </a:lnTo>
                  <a:lnTo>
                    <a:pt x="354" y="286"/>
                  </a:lnTo>
                  <a:lnTo>
                    <a:pt x="353" y="284"/>
                  </a:lnTo>
                  <a:lnTo>
                    <a:pt x="349" y="284"/>
                  </a:lnTo>
                  <a:lnTo>
                    <a:pt x="347" y="279"/>
                  </a:lnTo>
                  <a:lnTo>
                    <a:pt x="346" y="278"/>
                  </a:lnTo>
                  <a:lnTo>
                    <a:pt x="345" y="279"/>
                  </a:lnTo>
                  <a:lnTo>
                    <a:pt x="342" y="276"/>
                  </a:lnTo>
                  <a:lnTo>
                    <a:pt x="342" y="272"/>
                  </a:lnTo>
                  <a:lnTo>
                    <a:pt x="344" y="270"/>
                  </a:lnTo>
                  <a:lnTo>
                    <a:pt x="342" y="268"/>
                  </a:lnTo>
                  <a:lnTo>
                    <a:pt x="341" y="266"/>
                  </a:lnTo>
                  <a:lnTo>
                    <a:pt x="344" y="265"/>
                  </a:lnTo>
                  <a:lnTo>
                    <a:pt x="347" y="258"/>
                  </a:lnTo>
                  <a:lnTo>
                    <a:pt x="350" y="257"/>
                  </a:lnTo>
                  <a:lnTo>
                    <a:pt x="350" y="255"/>
                  </a:lnTo>
                  <a:lnTo>
                    <a:pt x="349" y="253"/>
                  </a:lnTo>
                  <a:lnTo>
                    <a:pt x="349" y="250"/>
                  </a:lnTo>
                  <a:lnTo>
                    <a:pt x="351" y="247"/>
                  </a:lnTo>
                  <a:lnTo>
                    <a:pt x="349" y="245"/>
                  </a:lnTo>
                  <a:lnTo>
                    <a:pt x="349" y="241"/>
                  </a:lnTo>
                  <a:lnTo>
                    <a:pt x="350" y="240"/>
                  </a:lnTo>
                  <a:lnTo>
                    <a:pt x="349" y="237"/>
                  </a:lnTo>
                  <a:lnTo>
                    <a:pt x="349" y="234"/>
                  </a:lnTo>
                  <a:lnTo>
                    <a:pt x="347" y="233"/>
                  </a:lnTo>
                  <a:lnTo>
                    <a:pt x="349" y="229"/>
                  </a:lnTo>
                  <a:lnTo>
                    <a:pt x="349" y="228"/>
                  </a:lnTo>
                  <a:lnTo>
                    <a:pt x="347" y="225"/>
                  </a:lnTo>
                  <a:lnTo>
                    <a:pt x="347" y="221"/>
                  </a:lnTo>
                  <a:lnTo>
                    <a:pt x="347" y="216"/>
                  </a:lnTo>
                  <a:lnTo>
                    <a:pt x="350" y="216"/>
                  </a:lnTo>
                  <a:lnTo>
                    <a:pt x="351" y="216"/>
                  </a:lnTo>
                  <a:lnTo>
                    <a:pt x="351" y="217"/>
                  </a:lnTo>
                  <a:lnTo>
                    <a:pt x="351" y="218"/>
                  </a:lnTo>
                  <a:lnTo>
                    <a:pt x="354" y="217"/>
                  </a:lnTo>
                  <a:lnTo>
                    <a:pt x="358" y="217"/>
                  </a:lnTo>
                  <a:lnTo>
                    <a:pt x="361" y="216"/>
                  </a:lnTo>
                  <a:lnTo>
                    <a:pt x="362" y="216"/>
                  </a:lnTo>
                  <a:lnTo>
                    <a:pt x="365" y="217"/>
                  </a:lnTo>
                  <a:lnTo>
                    <a:pt x="366" y="216"/>
                  </a:lnTo>
                  <a:lnTo>
                    <a:pt x="369" y="216"/>
                  </a:lnTo>
                  <a:lnTo>
                    <a:pt x="376" y="218"/>
                  </a:lnTo>
                  <a:lnTo>
                    <a:pt x="379" y="218"/>
                  </a:lnTo>
                  <a:lnTo>
                    <a:pt x="382" y="220"/>
                  </a:lnTo>
                  <a:lnTo>
                    <a:pt x="383" y="221"/>
                  </a:lnTo>
                  <a:lnTo>
                    <a:pt x="380" y="222"/>
                  </a:lnTo>
                  <a:lnTo>
                    <a:pt x="382" y="225"/>
                  </a:lnTo>
                  <a:lnTo>
                    <a:pt x="382" y="228"/>
                  </a:lnTo>
                  <a:lnTo>
                    <a:pt x="383" y="229"/>
                  </a:lnTo>
                  <a:lnTo>
                    <a:pt x="383" y="233"/>
                  </a:lnTo>
                  <a:lnTo>
                    <a:pt x="384" y="237"/>
                  </a:lnTo>
                  <a:lnTo>
                    <a:pt x="384" y="243"/>
                  </a:lnTo>
                  <a:lnTo>
                    <a:pt x="386" y="245"/>
                  </a:lnTo>
                  <a:lnTo>
                    <a:pt x="384" y="247"/>
                  </a:lnTo>
                  <a:lnTo>
                    <a:pt x="386" y="249"/>
                  </a:lnTo>
                  <a:lnTo>
                    <a:pt x="386" y="251"/>
                  </a:lnTo>
                  <a:lnTo>
                    <a:pt x="383" y="251"/>
                  </a:lnTo>
                  <a:lnTo>
                    <a:pt x="384" y="254"/>
                  </a:lnTo>
                  <a:lnTo>
                    <a:pt x="387" y="257"/>
                  </a:lnTo>
                  <a:lnTo>
                    <a:pt x="388" y="261"/>
                  </a:lnTo>
                  <a:lnTo>
                    <a:pt x="391" y="261"/>
                  </a:lnTo>
                  <a:lnTo>
                    <a:pt x="391" y="262"/>
                  </a:lnTo>
                  <a:lnTo>
                    <a:pt x="394" y="261"/>
                  </a:lnTo>
                  <a:lnTo>
                    <a:pt x="395" y="262"/>
                  </a:lnTo>
                  <a:lnTo>
                    <a:pt x="395" y="266"/>
                  </a:lnTo>
                  <a:lnTo>
                    <a:pt x="399" y="268"/>
                  </a:lnTo>
                  <a:lnTo>
                    <a:pt x="400" y="271"/>
                  </a:lnTo>
                  <a:lnTo>
                    <a:pt x="400" y="278"/>
                  </a:lnTo>
                  <a:lnTo>
                    <a:pt x="403" y="280"/>
                  </a:lnTo>
                  <a:lnTo>
                    <a:pt x="403" y="282"/>
                  </a:lnTo>
                  <a:lnTo>
                    <a:pt x="401" y="283"/>
                  </a:lnTo>
                  <a:lnTo>
                    <a:pt x="404" y="286"/>
                  </a:lnTo>
                  <a:lnTo>
                    <a:pt x="404" y="290"/>
                  </a:lnTo>
                  <a:lnTo>
                    <a:pt x="408" y="295"/>
                  </a:lnTo>
                  <a:lnTo>
                    <a:pt x="407" y="297"/>
                  </a:lnTo>
                  <a:lnTo>
                    <a:pt x="408" y="300"/>
                  </a:lnTo>
                  <a:lnTo>
                    <a:pt x="411" y="303"/>
                  </a:lnTo>
                  <a:lnTo>
                    <a:pt x="409" y="304"/>
                  </a:lnTo>
                  <a:lnTo>
                    <a:pt x="411" y="305"/>
                  </a:lnTo>
                  <a:lnTo>
                    <a:pt x="412" y="311"/>
                  </a:lnTo>
                  <a:lnTo>
                    <a:pt x="417" y="317"/>
                  </a:lnTo>
                  <a:lnTo>
                    <a:pt x="421" y="318"/>
                  </a:lnTo>
                  <a:lnTo>
                    <a:pt x="423" y="320"/>
                  </a:lnTo>
                  <a:lnTo>
                    <a:pt x="424" y="320"/>
                  </a:lnTo>
                  <a:lnTo>
                    <a:pt x="428" y="324"/>
                  </a:lnTo>
                  <a:lnTo>
                    <a:pt x="428" y="325"/>
                  </a:lnTo>
                  <a:lnTo>
                    <a:pt x="426" y="325"/>
                  </a:lnTo>
                  <a:lnTo>
                    <a:pt x="426" y="328"/>
                  </a:lnTo>
                  <a:lnTo>
                    <a:pt x="425" y="330"/>
                  </a:lnTo>
                  <a:lnTo>
                    <a:pt x="428" y="336"/>
                  </a:lnTo>
                  <a:lnTo>
                    <a:pt x="430" y="338"/>
                  </a:lnTo>
                  <a:lnTo>
                    <a:pt x="430" y="342"/>
                  </a:lnTo>
                  <a:lnTo>
                    <a:pt x="428" y="343"/>
                  </a:lnTo>
                  <a:lnTo>
                    <a:pt x="428" y="345"/>
                  </a:lnTo>
                  <a:lnTo>
                    <a:pt x="426" y="346"/>
                  </a:lnTo>
                  <a:lnTo>
                    <a:pt x="428" y="349"/>
                  </a:lnTo>
                  <a:lnTo>
                    <a:pt x="428" y="353"/>
                  </a:lnTo>
                  <a:lnTo>
                    <a:pt x="425" y="354"/>
                  </a:lnTo>
                  <a:lnTo>
                    <a:pt x="425" y="355"/>
                  </a:lnTo>
                  <a:lnTo>
                    <a:pt x="428" y="355"/>
                  </a:lnTo>
                  <a:lnTo>
                    <a:pt x="428" y="357"/>
                  </a:lnTo>
                  <a:lnTo>
                    <a:pt x="425" y="358"/>
                  </a:lnTo>
                  <a:lnTo>
                    <a:pt x="425" y="363"/>
                  </a:lnTo>
                  <a:lnTo>
                    <a:pt x="424" y="365"/>
                  </a:lnTo>
                  <a:lnTo>
                    <a:pt x="421" y="363"/>
                  </a:lnTo>
                  <a:lnTo>
                    <a:pt x="421" y="365"/>
                  </a:lnTo>
                  <a:lnTo>
                    <a:pt x="423" y="367"/>
                  </a:lnTo>
                  <a:lnTo>
                    <a:pt x="424" y="370"/>
                  </a:lnTo>
                  <a:lnTo>
                    <a:pt x="421" y="370"/>
                  </a:lnTo>
                  <a:lnTo>
                    <a:pt x="419" y="372"/>
                  </a:lnTo>
                  <a:lnTo>
                    <a:pt x="415" y="372"/>
                  </a:lnTo>
                  <a:lnTo>
                    <a:pt x="412" y="371"/>
                  </a:lnTo>
                  <a:lnTo>
                    <a:pt x="416" y="368"/>
                  </a:lnTo>
                  <a:lnTo>
                    <a:pt x="416" y="367"/>
                  </a:lnTo>
                  <a:lnTo>
                    <a:pt x="413" y="367"/>
                  </a:lnTo>
                  <a:lnTo>
                    <a:pt x="413" y="368"/>
                  </a:lnTo>
                  <a:lnTo>
                    <a:pt x="411" y="368"/>
                  </a:lnTo>
                  <a:lnTo>
                    <a:pt x="405" y="366"/>
                  </a:lnTo>
                  <a:lnTo>
                    <a:pt x="405" y="367"/>
                  </a:lnTo>
                  <a:lnTo>
                    <a:pt x="397" y="368"/>
                  </a:lnTo>
                  <a:lnTo>
                    <a:pt x="395" y="368"/>
                  </a:lnTo>
                  <a:lnTo>
                    <a:pt x="392" y="371"/>
                  </a:lnTo>
                  <a:lnTo>
                    <a:pt x="395" y="372"/>
                  </a:lnTo>
                  <a:lnTo>
                    <a:pt x="395" y="372"/>
                  </a:lnTo>
                  <a:lnTo>
                    <a:pt x="396" y="371"/>
                  </a:lnTo>
                  <a:lnTo>
                    <a:pt x="400" y="370"/>
                  </a:lnTo>
                  <a:lnTo>
                    <a:pt x="401" y="372"/>
                  </a:lnTo>
                  <a:lnTo>
                    <a:pt x="404" y="375"/>
                  </a:lnTo>
                  <a:lnTo>
                    <a:pt x="413" y="376"/>
                  </a:lnTo>
                  <a:lnTo>
                    <a:pt x="417" y="378"/>
                  </a:lnTo>
                  <a:lnTo>
                    <a:pt x="421" y="376"/>
                  </a:lnTo>
                  <a:lnTo>
                    <a:pt x="425" y="376"/>
                  </a:lnTo>
                  <a:lnTo>
                    <a:pt x="426" y="378"/>
                  </a:lnTo>
                  <a:lnTo>
                    <a:pt x="430" y="379"/>
                  </a:lnTo>
                  <a:lnTo>
                    <a:pt x="434" y="378"/>
                  </a:lnTo>
                  <a:lnTo>
                    <a:pt x="434" y="375"/>
                  </a:lnTo>
                  <a:lnTo>
                    <a:pt x="433" y="372"/>
                  </a:lnTo>
                  <a:lnTo>
                    <a:pt x="433" y="370"/>
                  </a:lnTo>
                  <a:lnTo>
                    <a:pt x="434" y="368"/>
                  </a:lnTo>
                  <a:lnTo>
                    <a:pt x="437" y="367"/>
                  </a:lnTo>
                  <a:lnTo>
                    <a:pt x="437" y="366"/>
                  </a:lnTo>
                  <a:lnTo>
                    <a:pt x="440" y="362"/>
                  </a:lnTo>
                  <a:lnTo>
                    <a:pt x="441" y="359"/>
                  </a:lnTo>
                  <a:lnTo>
                    <a:pt x="442" y="354"/>
                  </a:lnTo>
                  <a:lnTo>
                    <a:pt x="441" y="351"/>
                  </a:lnTo>
                  <a:lnTo>
                    <a:pt x="441" y="347"/>
                  </a:lnTo>
                  <a:lnTo>
                    <a:pt x="445" y="341"/>
                  </a:lnTo>
                  <a:lnTo>
                    <a:pt x="445" y="338"/>
                  </a:lnTo>
                  <a:lnTo>
                    <a:pt x="441" y="329"/>
                  </a:lnTo>
                  <a:lnTo>
                    <a:pt x="437" y="326"/>
                  </a:lnTo>
                  <a:lnTo>
                    <a:pt x="436" y="325"/>
                  </a:lnTo>
                  <a:lnTo>
                    <a:pt x="434" y="318"/>
                  </a:lnTo>
                  <a:lnTo>
                    <a:pt x="438" y="315"/>
                  </a:lnTo>
                  <a:lnTo>
                    <a:pt x="441" y="312"/>
                  </a:lnTo>
                  <a:lnTo>
                    <a:pt x="444" y="312"/>
                  </a:lnTo>
                  <a:lnTo>
                    <a:pt x="449" y="307"/>
                  </a:lnTo>
                  <a:lnTo>
                    <a:pt x="451" y="307"/>
                  </a:lnTo>
                  <a:lnTo>
                    <a:pt x="455" y="311"/>
                  </a:lnTo>
                  <a:lnTo>
                    <a:pt x="455" y="313"/>
                  </a:lnTo>
                  <a:lnTo>
                    <a:pt x="459" y="316"/>
                  </a:lnTo>
                  <a:lnTo>
                    <a:pt x="461" y="317"/>
                  </a:lnTo>
                  <a:lnTo>
                    <a:pt x="461" y="317"/>
                  </a:lnTo>
                  <a:lnTo>
                    <a:pt x="465" y="321"/>
                  </a:lnTo>
                  <a:lnTo>
                    <a:pt x="463" y="324"/>
                  </a:lnTo>
                  <a:lnTo>
                    <a:pt x="466" y="325"/>
                  </a:lnTo>
                  <a:lnTo>
                    <a:pt x="466" y="328"/>
                  </a:lnTo>
                  <a:lnTo>
                    <a:pt x="469" y="330"/>
                  </a:lnTo>
                  <a:lnTo>
                    <a:pt x="469" y="334"/>
                  </a:lnTo>
                  <a:lnTo>
                    <a:pt x="469" y="334"/>
                  </a:lnTo>
                  <a:lnTo>
                    <a:pt x="470" y="337"/>
                  </a:lnTo>
                  <a:lnTo>
                    <a:pt x="473" y="338"/>
                  </a:lnTo>
                  <a:lnTo>
                    <a:pt x="475" y="340"/>
                  </a:lnTo>
                  <a:lnTo>
                    <a:pt x="479" y="340"/>
                  </a:lnTo>
                  <a:lnTo>
                    <a:pt x="480" y="338"/>
                  </a:lnTo>
                  <a:lnTo>
                    <a:pt x="484" y="338"/>
                  </a:lnTo>
                  <a:lnTo>
                    <a:pt x="486" y="337"/>
                  </a:lnTo>
                  <a:lnTo>
                    <a:pt x="487" y="336"/>
                  </a:lnTo>
                  <a:lnTo>
                    <a:pt x="486" y="336"/>
                  </a:lnTo>
                  <a:lnTo>
                    <a:pt x="483" y="336"/>
                  </a:lnTo>
                  <a:lnTo>
                    <a:pt x="482" y="334"/>
                  </a:lnTo>
                  <a:lnTo>
                    <a:pt x="480" y="337"/>
                  </a:lnTo>
                  <a:lnTo>
                    <a:pt x="477" y="337"/>
                  </a:lnTo>
                  <a:lnTo>
                    <a:pt x="475" y="336"/>
                  </a:lnTo>
                  <a:lnTo>
                    <a:pt x="473" y="336"/>
                  </a:lnTo>
                  <a:lnTo>
                    <a:pt x="471" y="333"/>
                  </a:lnTo>
                  <a:lnTo>
                    <a:pt x="473" y="332"/>
                  </a:lnTo>
                  <a:lnTo>
                    <a:pt x="470" y="330"/>
                  </a:lnTo>
                  <a:lnTo>
                    <a:pt x="469" y="326"/>
                  </a:lnTo>
                  <a:lnTo>
                    <a:pt x="469" y="322"/>
                  </a:lnTo>
                  <a:lnTo>
                    <a:pt x="471" y="322"/>
                  </a:lnTo>
                  <a:lnTo>
                    <a:pt x="474" y="321"/>
                  </a:lnTo>
                  <a:lnTo>
                    <a:pt x="471" y="320"/>
                  </a:lnTo>
                  <a:lnTo>
                    <a:pt x="471" y="317"/>
                  </a:lnTo>
                  <a:lnTo>
                    <a:pt x="470" y="317"/>
                  </a:lnTo>
                  <a:lnTo>
                    <a:pt x="470" y="315"/>
                  </a:lnTo>
                  <a:lnTo>
                    <a:pt x="466" y="313"/>
                  </a:lnTo>
                  <a:lnTo>
                    <a:pt x="466" y="311"/>
                  </a:lnTo>
                  <a:lnTo>
                    <a:pt x="463" y="308"/>
                  </a:lnTo>
                  <a:lnTo>
                    <a:pt x="459" y="308"/>
                  </a:lnTo>
                  <a:lnTo>
                    <a:pt x="453" y="305"/>
                  </a:lnTo>
                  <a:lnTo>
                    <a:pt x="451" y="303"/>
                  </a:lnTo>
                  <a:lnTo>
                    <a:pt x="449" y="304"/>
                  </a:lnTo>
                  <a:lnTo>
                    <a:pt x="445" y="301"/>
                  </a:lnTo>
                  <a:lnTo>
                    <a:pt x="444" y="301"/>
                  </a:lnTo>
                  <a:lnTo>
                    <a:pt x="440" y="301"/>
                  </a:lnTo>
                  <a:lnTo>
                    <a:pt x="437" y="304"/>
                  </a:lnTo>
                  <a:lnTo>
                    <a:pt x="437" y="307"/>
                  </a:lnTo>
                  <a:lnTo>
                    <a:pt x="434" y="308"/>
                  </a:lnTo>
                  <a:lnTo>
                    <a:pt x="430" y="307"/>
                  </a:lnTo>
                  <a:lnTo>
                    <a:pt x="428" y="309"/>
                  </a:lnTo>
                  <a:lnTo>
                    <a:pt x="424" y="308"/>
                  </a:lnTo>
                  <a:lnTo>
                    <a:pt x="423" y="307"/>
                  </a:lnTo>
                  <a:lnTo>
                    <a:pt x="423" y="304"/>
                  </a:lnTo>
                  <a:lnTo>
                    <a:pt x="423" y="301"/>
                  </a:lnTo>
                  <a:lnTo>
                    <a:pt x="419" y="296"/>
                  </a:lnTo>
                  <a:lnTo>
                    <a:pt x="417" y="293"/>
                  </a:lnTo>
                  <a:lnTo>
                    <a:pt x="417" y="288"/>
                  </a:lnTo>
                  <a:lnTo>
                    <a:pt x="415" y="284"/>
                  </a:lnTo>
                  <a:lnTo>
                    <a:pt x="415" y="282"/>
                  </a:lnTo>
                  <a:lnTo>
                    <a:pt x="416" y="274"/>
                  </a:lnTo>
                  <a:lnTo>
                    <a:pt x="413" y="268"/>
                  </a:lnTo>
                  <a:lnTo>
                    <a:pt x="411" y="266"/>
                  </a:lnTo>
                  <a:lnTo>
                    <a:pt x="408" y="266"/>
                  </a:lnTo>
                  <a:lnTo>
                    <a:pt x="407" y="263"/>
                  </a:lnTo>
                  <a:lnTo>
                    <a:pt x="401" y="258"/>
                  </a:lnTo>
                  <a:lnTo>
                    <a:pt x="397" y="255"/>
                  </a:lnTo>
                  <a:lnTo>
                    <a:pt x="396" y="253"/>
                  </a:lnTo>
                  <a:lnTo>
                    <a:pt x="399" y="247"/>
                  </a:lnTo>
                  <a:lnTo>
                    <a:pt x="397" y="245"/>
                  </a:lnTo>
                  <a:lnTo>
                    <a:pt x="396" y="242"/>
                  </a:lnTo>
                  <a:lnTo>
                    <a:pt x="396" y="241"/>
                  </a:lnTo>
                  <a:lnTo>
                    <a:pt x="399" y="238"/>
                  </a:lnTo>
                  <a:lnTo>
                    <a:pt x="403" y="234"/>
                  </a:lnTo>
                  <a:lnTo>
                    <a:pt x="404" y="229"/>
                  </a:lnTo>
                  <a:lnTo>
                    <a:pt x="401" y="222"/>
                  </a:lnTo>
                  <a:lnTo>
                    <a:pt x="397" y="213"/>
                  </a:lnTo>
                  <a:lnTo>
                    <a:pt x="399" y="212"/>
                  </a:lnTo>
                  <a:lnTo>
                    <a:pt x="401" y="215"/>
                  </a:lnTo>
                  <a:lnTo>
                    <a:pt x="403" y="217"/>
                  </a:lnTo>
                  <a:lnTo>
                    <a:pt x="404" y="218"/>
                  </a:lnTo>
                  <a:lnTo>
                    <a:pt x="405" y="220"/>
                  </a:lnTo>
                  <a:lnTo>
                    <a:pt x="405" y="224"/>
                  </a:lnTo>
                  <a:lnTo>
                    <a:pt x="408" y="225"/>
                  </a:lnTo>
                  <a:lnTo>
                    <a:pt x="408" y="230"/>
                  </a:lnTo>
                  <a:lnTo>
                    <a:pt x="409" y="234"/>
                  </a:lnTo>
                  <a:lnTo>
                    <a:pt x="408" y="237"/>
                  </a:lnTo>
                  <a:lnTo>
                    <a:pt x="409" y="240"/>
                  </a:lnTo>
                  <a:lnTo>
                    <a:pt x="413" y="242"/>
                  </a:lnTo>
                  <a:lnTo>
                    <a:pt x="413" y="245"/>
                  </a:lnTo>
                  <a:lnTo>
                    <a:pt x="416" y="246"/>
                  </a:lnTo>
                  <a:lnTo>
                    <a:pt x="416" y="249"/>
                  </a:lnTo>
                  <a:lnTo>
                    <a:pt x="413" y="250"/>
                  </a:lnTo>
                  <a:lnTo>
                    <a:pt x="415" y="251"/>
                  </a:lnTo>
                  <a:lnTo>
                    <a:pt x="417" y="251"/>
                  </a:lnTo>
                  <a:lnTo>
                    <a:pt x="421" y="253"/>
                  </a:lnTo>
                  <a:lnTo>
                    <a:pt x="425" y="253"/>
                  </a:lnTo>
                  <a:lnTo>
                    <a:pt x="428" y="251"/>
                  </a:lnTo>
                  <a:lnTo>
                    <a:pt x="429" y="254"/>
                  </a:lnTo>
                  <a:lnTo>
                    <a:pt x="430" y="255"/>
                  </a:lnTo>
                  <a:lnTo>
                    <a:pt x="432" y="253"/>
                  </a:lnTo>
                  <a:lnTo>
                    <a:pt x="436" y="253"/>
                  </a:lnTo>
                  <a:lnTo>
                    <a:pt x="437" y="251"/>
                  </a:lnTo>
                  <a:lnTo>
                    <a:pt x="440" y="251"/>
                  </a:lnTo>
                  <a:lnTo>
                    <a:pt x="442" y="255"/>
                  </a:lnTo>
                  <a:lnTo>
                    <a:pt x="445" y="255"/>
                  </a:lnTo>
                  <a:lnTo>
                    <a:pt x="448" y="258"/>
                  </a:lnTo>
                  <a:lnTo>
                    <a:pt x="453" y="257"/>
                  </a:lnTo>
                  <a:lnTo>
                    <a:pt x="454" y="254"/>
                  </a:lnTo>
                  <a:lnTo>
                    <a:pt x="453" y="255"/>
                  </a:lnTo>
                  <a:lnTo>
                    <a:pt x="448" y="255"/>
                  </a:lnTo>
                  <a:lnTo>
                    <a:pt x="448" y="253"/>
                  </a:lnTo>
                  <a:lnTo>
                    <a:pt x="445" y="253"/>
                  </a:lnTo>
                  <a:lnTo>
                    <a:pt x="444" y="249"/>
                  </a:lnTo>
                  <a:lnTo>
                    <a:pt x="440" y="249"/>
                  </a:lnTo>
                  <a:lnTo>
                    <a:pt x="440" y="247"/>
                  </a:lnTo>
                  <a:lnTo>
                    <a:pt x="438" y="247"/>
                  </a:lnTo>
                  <a:lnTo>
                    <a:pt x="437" y="249"/>
                  </a:lnTo>
                  <a:lnTo>
                    <a:pt x="432" y="249"/>
                  </a:lnTo>
                  <a:lnTo>
                    <a:pt x="429" y="246"/>
                  </a:lnTo>
                  <a:lnTo>
                    <a:pt x="425" y="246"/>
                  </a:lnTo>
                  <a:lnTo>
                    <a:pt x="421" y="242"/>
                  </a:lnTo>
                  <a:lnTo>
                    <a:pt x="420" y="240"/>
                  </a:lnTo>
                  <a:lnTo>
                    <a:pt x="419" y="240"/>
                  </a:lnTo>
                  <a:lnTo>
                    <a:pt x="415" y="234"/>
                  </a:lnTo>
                  <a:lnTo>
                    <a:pt x="417" y="233"/>
                  </a:lnTo>
                  <a:lnTo>
                    <a:pt x="419" y="232"/>
                  </a:lnTo>
                  <a:lnTo>
                    <a:pt x="421" y="230"/>
                  </a:lnTo>
                  <a:lnTo>
                    <a:pt x="423" y="230"/>
                  </a:lnTo>
                  <a:lnTo>
                    <a:pt x="426" y="233"/>
                  </a:lnTo>
                  <a:lnTo>
                    <a:pt x="432" y="236"/>
                  </a:lnTo>
                  <a:lnTo>
                    <a:pt x="434" y="236"/>
                  </a:lnTo>
                  <a:lnTo>
                    <a:pt x="437" y="230"/>
                  </a:lnTo>
                  <a:lnTo>
                    <a:pt x="436" y="226"/>
                  </a:lnTo>
                  <a:lnTo>
                    <a:pt x="430" y="225"/>
                  </a:lnTo>
                  <a:lnTo>
                    <a:pt x="426" y="228"/>
                  </a:lnTo>
                  <a:lnTo>
                    <a:pt x="425" y="225"/>
                  </a:lnTo>
                  <a:lnTo>
                    <a:pt x="426" y="224"/>
                  </a:lnTo>
                  <a:lnTo>
                    <a:pt x="428" y="225"/>
                  </a:lnTo>
                  <a:lnTo>
                    <a:pt x="429" y="224"/>
                  </a:lnTo>
                  <a:lnTo>
                    <a:pt x="429" y="221"/>
                  </a:lnTo>
                  <a:lnTo>
                    <a:pt x="432" y="217"/>
                  </a:lnTo>
                  <a:lnTo>
                    <a:pt x="434" y="216"/>
                  </a:lnTo>
                  <a:lnTo>
                    <a:pt x="437" y="216"/>
                  </a:lnTo>
                  <a:lnTo>
                    <a:pt x="445" y="216"/>
                  </a:lnTo>
                  <a:lnTo>
                    <a:pt x="448" y="220"/>
                  </a:lnTo>
                  <a:lnTo>
                    <a:pt x="451" y="221"/>
                  </a:lnTo>
                  <a:lnTo>
                    <a:pt x="458" y="222"/>
                  </a:lnTo>
                  <a:lnTo>
                    <a:pt x="458" y="225"/>
                  </a:lnTo>
                  <a:lnTo>
                    <a:pt x="461" y="226"/>
                  </a:lnTo>
                  <a:lnTo>
                    <a:pt x="466" y="230"/>
                  </a:lnTo>
                  <a:lnTo>
                    <a:pt x="470" y="232"/>
                  </a:lnTo>
                  <a:lnTo>
                    <a:pt x="475" y="230"/>
                  </a:lnTo>
                  <a:lnTo>
                    <a:pt x="480" y="228"/>
                  </a:lnTo>
                  <a:lnTo>
                    <a:pt x="483" y="229"/>
                  </a:lnTo>
                  <a:lnTo>
                    <a:pt x="483" y="229"/>
                  </a:lnTo>
                  <a:lnTo>
                    <a:pt x="486" y="229"/>
                  </a:lnTo>
                  <a:lnTo>
                    <a:pt x="486" y="233"/>
                  </a:lnTo>
                  <a:lnTo>
                    <a:pt x="486" y="236"/>
                  </a:lnTo>
                  <a:lnTo>
                    <a:pt x="486" y="237"/>
                  </a:lnTo>
                  <a:lnTo>
                    <a:pt x="483" y="240"/>
                  </a:lnTo>
                  <a:lnTo>
                    <a:pt x="482" y="242"/>
                  </a:lnTo>
                  <a:lnTo>
                    <a:pt x="484" y="245"/>
                  </a:lnTo>
                  <a:lnTo>
                    <a:pt x="484" y="249"/>
                  </a:lnTo>
                  <a:lnTo>
                    <a:pt x="488" y="253"/>
                  </a:lnTo>
                  <a:lnTo>
                    <a:pt x="488" y="255"/>
                  </a:lnTo>
                  <a:lnTo>
                    <a:pt x="487" y="257"/>
                  </a:lnTo>
                  <a:lnTo>
                    <a:pt x="487" y="265"/>
                  </a:lnTo>
                  <a:lnTo>
                    <a:pt x="490" y="265"/>
                  </a:lnTo>
                  <a:lnTo>
                    <a:pt x="490" y="262"/>
                  </a:lnTo>
                  <a:lnTo>
                    <a:pt x="490" y="261"/>
                  </a:lnTo>
                  <a:lnTo>
                    <a:pt x="491" y="258"/>
                  </a:lnTo>
                  <a:lnTo>
                    <a:pt x="490" y="255"/>
                  </a:lnTo>
                  <a:lnTo>
                    <a:pt x="492" y="254"/>
                  </a:lnTo>
                  <a:lnTo>
                    <a:pt x="494" y="251"/>
                  </a:lnTo>
                  <a:lnTo>
                    <a:pt x="495" y="253"/>
                  </a:lnTo>
                  <a:lnTo>
                    <a:pt x="496" y="257"/>
                  </a:lnTo>
                  <a:lnTo>
                    <a:pt x="498" y="262"/>
                  </a:lnTo>
                  <a:lnTo>
                    <a:pt x="498" y="263"/>
                  </a:lnTo>
                  <a:lnTo>
                    <a:pt x="496" y="265"/>
                  </a:lnTo>
                  <a:lnTo>
                    <a:pt x="496" y="267"/>
                  </a:lnTo>
                  <a:lnTo>
                    <a:pt x="495" y="268"/>
                  </a:lnTo>
                  <a:lnTo>
                    <a:pt x="499" y="271"/>
                  </a:lnTo>
                  <a:lnTo>
                    <a:pt x="503" y="271"/>
                  </a:lnTo>
                  <a:lnTo>
                    <a:pt x="507" y="272"/>
                  </a:lnTo>
                  <a:lnTo>
                    <a:pt x="509" y="275"/>
                  </a:lnTo>
                  <a:lnTo>
                    <a:pt x="508" y="278"/>
                  </a:lnTo>
                  <a:lnTo>
                    <a:pt x="511" y="279"/>
                  </a:lnTo>
                  <a:lnTo>
                    <a:pt x="516" y="279"/>
                  </a:lnTo>
                  <a:lnTo>
                    <a:pt x="521" y="284"/>
                  </a:lnTo>
                  <a:lnTo>
                    <a:pt x="520" y="283"/>
                  </a:lnTo>
                  <a:lnTo>
                    <a:pt x="520" y="279"/>
                  </a:lnTo>
                  <a:lnTo>
                    <a:pt x="524" y="275"/>
                  </a:lnTo>
                  <a:lnTo>
                    <a:pt x="527" y="275"/>
                  </a:lnTo>
                  <a:lnTo>
                    <a:pt x="532" y="279"/>
                  </a:lnTo>
                  <a:lnTo>
                    <a:pt x="536" y="279"/>
                  </a:lnTo>
                  <a:lnTo>
                    <a:pt x="537" y="282"/>
                  </a:lnTo>
                  <a:lnTo>
                    <a:pt x="538" y="287"/>
                  </a:lnTo>
                  <a:lnTo>
                    <a:pt x="538" y="282"/>
                  </a:lnTo>
                  <a:lnTo>
                    <a:pt x="537" y="279"/>
                  </a:lnTo>
                  <a:lnTo>
                    <a:pt x="534" y="279"/>
                  </a:lnTo>
                  <a:lnTo>
                    <a:pt x="530" y="278"/>
                  </a:lnTo>
                  <a:lnTo>
                    <a:pt x="527" y="274"/>
                  </a:lnTo>
                  <a:lnTo>
                    <a:pt x="523" y="275"/>
                  </a:lnTo>
                  <a:lnTo>
                    <a:pt x="519" y="278"/>
                  </a:lnTo>
                  <a:lnTo>
                    <a:pt x="517" y="278"/>
                  </a:lnTo>
                  <a:lnTo>
                    <a:pt x="516" y="278"/>
                  </a:lnTo>
                  <a:lnTo>
                    <a:pt x="512" y="276"/>
                  </a:lnTo>
                  <a:lnTo>
                    <a:pt x="508" y="271"/>
                  </a:lnTo>
                  <a:lnTo>
                    <a:pt x="505" y="270"/>
                  </a:lnTo>
                  <a:lnTo>
                    <a:pt x="502" y="270"/>
                  </a:lnTo>
                  <a:lnTo>
                    <a:pt x="499" y="266"/>
                  </a:lnTo>
                  <a:lnTo>
                    <a:pt x="502" y="267"/>
                  </a:lnTo>
                  <a:lnTo>
                    <a:pt x="503" y="266"/>
                  </a:lnTo>
                  <a:lnTo>
                    <a:pt x="505" y="261"/>
                  </a:lnTo>
                  <a:lnTo>
                    <a:pt x="504" y="259"/>
                  </a:lnTo>
                  <a:lnTo>
                    <a:pt x="502" y="255"/>
                  </a:lnTo>
                  <a:lnTo>
                    <a:pt x="500" y="250"/>
                  </a:lnTo>
                  <a:lnTo>
                    <a:pt x="496" y="245"/>
                  </a:lnTo>
                  <a:lnTo>
                    <a:pt x="494" y="243"/>
                  </a:lnTo>
                  <a:lnTo>
                    <a:pt x="491" y="241"/>
                  </a:lnTo>
                  <a:lnTo>
                    <a:pt x="492" y="238"/>
                  </a:lnTo>
                  <a:lnTo>
                    <a:pt x="491" y="236"/>
                  </a:lnTo>
                  <a:lnTo>
                    <a:pt x="491" y="229"/>
                  </a:lnTo>
                  <a:lnTo>
                    <a:pt x="488" y="226"/>
                  </a:lnTo>
                  <a:lnTo>
                    <a:pt x="487" y="226"/>
                  </a:lnTo>
                  <a:lnTo>
                    <a:pt x="482" y="224"/>
                  </a:lnTo>
                  <a:lnTo>
                    <a:pt x="477" y="224"/>
                  </a:lnTo>
                  <a:lnTo>
                    <a:pt x="474" y="220"/>
                  </a:lnTo>
                  <a:lnTo>
                    <a:pt x="471" y="218"/>
                  </a:lnTo>
                  <a:lnTo>
                    <a:pt x="471" y="215"/>
                  </a:lnTo>
                  <a:lnTo>
                    <a:pt x="470" y="213"/>
                  </a:lnTo>
                  <a:lnTo>
                    <a:pt x="470" y="212"/>
                  </a:lnTo>
                  <a:lnTo>
                    <a:pt x="467" y="213"/>
                  </a:lnTo>
                  <a:lnTo>
                    <a:pt x="458" y="213"/>
                  </a:lnTo>
                  <a:lnTo>
                    <a:pt x="455" y="213"/>
                  </a:lnTo>
                  <a:lnTo>
                    <a:pt x="453" y="211"/>
                  </a:lnTo>
                  <a:lnTo>
                    <a:pt x="451" y="208"/>
                  </a:lnTo>
                  <a:lnTo>
                    <a:pt x="451" y="208"/>
                  </a:lnTo>
                  <a:lnTo>
                    <a:pt x="450" y="205"/>
                  </a:lnTo>
                  <a:lnTo>
                    <a:pt x="450" y="201"/>
                  </a:lnTo>
                  <a:lnTo>
                    <a:pt x="448" y="196"/>
                  </a:lnTo>
                  <a:lnTo>
                    <a:pt x="444" y="193"/>
                  </a:lnTo>
                  <a:lnTo>
                    <a:pt x="444" y="192"/>
                  </a:lnTo>
                  <a:lnTo>
                    <a:pt x="444" y="191"/>
                  </a:lnTo>
                  <a:lnTo>
                    <a:pt x="441" y="190"/>
                  </a:lnTo>
                  <a:lnTo>
                    <a:pt x="440" y="188"/>
                  </a:lnTo>
                  <a:lnTo>
                    <a:pt x="441" y="186"/>
                  </a:lnTo>
                  <a:lnTo>
                    <a:pt x="441" y="183"/>
                  </a:lnTo>
                  <a:lnTo>
                    <a:pt x="438" y="182"/>
                  </a:lnTo>
                  <a:lnTo>
                    <a:pt x="440" y="180"/>
                  </a:lnTo>
                  <a:lnTo>
                    <a:pt x="444" y="180"/>
                  </a:lnTo>
                  <a:lnTo>
                    <a:pt x="446" y="176"/>
                  </a:lnTo>
                  <a:lnTo>
                    <a:pt x="449" y="176"/>
                  </a:lnTo>
                  <a:lnTo>
                    <a:pt x="455" y="175"/>
                  </a:lnTo>
                  <a:lnTo>
                    <a:pt x="465" y="172"/>
                  </a:lnTo>
                  <a:lnTo>
                    <a:pt x="467" y="170"/>
                  </a:lnTo>
                  <a:lnTo>
                    <a:pt x="471" y="168"/>
                  </a:lnTo>
                  <a:lnTo>
                    <a:pt x="473" y="170"/>
                  </a:lnTo>
                  <a:lnTo>
                    <a:pt x="477" y="168"/>
                  </a:lnTo>
                  <a:lnTo>
                    <a:pt x="478" y="166"/>
                  </a:lnTo>
                  <a:lnTo>
                    <a:pt x="482" y="165"/>
                  </a:lnTo>
                  <a:lnTo>
                    <a:pt x="490" y="161"/>
                  </a:lnTo>
                  <a:lnTo>
                    <a:pt x="491" y="162"/>
                  </a:lnTo>
                  <a:lnTo>
                    <a:pt x="490" y="165"/>
                  </a:lnTo>
                  <a:lnTo>
                    <a:pt x="490" y="166"/>
                  </a:lnTo>
                  <a:lnTo>
                    <a:pt x="488" y="167"/>
                  </a:lnTo>
                  <a:lnTo>
                    <a:pt x="486" y="172"/>
                  </a:lnTo>
                  <a:lnTo>
                    <a:pt x="486" y="174"/>
                  </a:lnTo>
                  <a:lnTo>
                    <a:pt x="491" y="178"/>
                  </a:lnTo>
                  <a:lnTo>
                    <a:pt x="495" y="178"/>
                  </a:lnTo>
                  <a:lnTo>
                    <a:pt x="492" y="178"/>
                  </a:lnTo>
                  <a:lnTo>
                    <a:pt x="488" y="172"/>
                  </a:lnTo>
                  <a:lnTo>
                    <a:pt x="488" y="171"/>
                  </a:lnTo>
                  <a:lnTo>
                    <a:pt x="490" y="168"/>
                  </a:lnTo>
                  <a:lnTo>
                    <a:pt x="495" y="166"/>
                  </a:lnTo>
                  <a:lnTo>
                    <a:pt x="496" y="162"/>
                  </a:lnTo>
                  <a:lnTo>
                    <a:pt x="495" y="158"/>
                  </a:lnTo>
                  <a:lnTo>
                    <a:pt x="492" y="158"/>
                  </a:lnTo>
                  <a:lnTo>
                    <a:pt x="488" y="155"/>
                  </a:lnTo>
                  <a:lnTo>
                    <a:pt x="490" y="154"/>
                  </a:lnTo>
                  <a:lnTo>
                    <a:pt x="486" y="154"/>
                  </a:lnTo>
                  <a:lnTo>
                    <a:pt x="484" y="155"/>
                  </a:lnTo>
                  <a:lnTo>
                    <a:pt x="483" y="154"/>
                  </a:lnTo>
                  <a:lnTo>
                    <a:pt x="482" y="150"/>
                  </a:lnTo>
                  <a:lnTo>
                    <a:pt x="478" y="151"/>
                  </a:lnTo>
                  <a:lnTo>
                    <a:pt x="477" y="151"/>
                  </a:lnTo>
                  <a:lnTo>
                    <a:pt x="473" y="149"/>
                  </a:lnTo>
                  <a:lnTo>
                    <a:pt x="474" y="147"/>
                  </a:lnTo>
                  <a:lnTo>
                    <a:pt x="475" y="146"/>
                  </a:lnTo>
                  <a:lnTo>
                    <a:pt x="477" y="145"/>
                  </a:lnTo>
                  <a:lnTo>
                    <a:pt x="478" y="147"/>
                  </a:lnTo>
                  <a:lnTo>
                    <a:pt x="480" y="147"/>
                  </a:lnTo>
                  <a:lnTo>
                    <a:pt x="483" y="146"/>
                  </a:lnTo>
                  <a:lnTo>
                    <a:pt x="483" y="145"/>
                  </a:lnTo>
                  <a:lnTo>
                    <a:pt x="482" y="145"/>
                  </a:lnTo>
                  <a:lnTo>
                    <a:pt x="479" y="146"/>
                  </a:lnTo>
                  <a:lnTo>
                    <a:pt x="477" y="143"/>
                  </a:lnTo>
                  <a:lnTo>
                    <a:pt x="477" y="141"/>
                  </a:lnTo>
                  <a:lnTo>
                    <a:pt x="474" y="141"/>
                  </a:lnTo>
                  <a:lnTo>
                    <a:pt x="470" y="140"/>
                  </a:lnTo>
                  <a:lnTo>
                    <a:pt x="467" y="141"/>
                  </a:lnTo>
                  <a:lnTo>
                    <a:pt x="466" y="138"/>
                  </a:lnTo>
                  <a:lnTo>
                    <a:pt x="467" y="137"/>
                  </a:lnTo>
                  <a:lnTo>
                    <a:pt x="467" y="134"/>
                  </a:lnTo>
                  <a:lnTo>
                    <a:pt x="466" y="133"/>
                  </a:lnTo>
                  <a:lnTo>
                    <a:pt x="466" y="133"/>
                  </a:lnTo>
                  <a:lnTo>
                    <a:pt x="467" y="133"/>
                  </a:lnTo>
                  <a:lnTo>
                    <a:pt x="470" y="137"/>
                  </a:lnTo>
                  <a:lnTo>
                    <a:pt x="473" y="136"/>
                  </a:lnTo>
                  <a:lnTo>
                    <a:pt x="475" y="140"/>
                  </a:lnTo>
                  <a:lnTo>
                    <a:pt x="475" y="137"/>
                  </a:lnTo>
                  <a:lnTo>
                    <a:pt x="475" y="136"/>
                  </a:lnTo>
                  <a:lnTo>
                    <a:pt x="478" y="134"/>
                  </a:lnTo>
                  <a:lnTo>
                    <a:pt x="478" y="129"/>
                  </a:lnTo>
                  <a:lnTo>
                    <a:pt x="477" y="128"/>
                  </a:lnTo>
                  <a:lnTo>
                    <a:pt x="477" y="126"/>
                  </a:lnTo>
                  <a:lnTo>
                    <a:pt x="479" y="128"/>
                  </a:lnTo>
                  <a:lnTo>
                    <a:pt x="480" y="125"/>
                  </a:lnTo>
                  <a:lnTo>
                    <a:pt x="475" y="124"/>
                  </a:lnTo>
                  <a:lnTo>
                    <a:pt x="474" y="126"/>
                  </a:lnTo>
                  <a:lnTo>
                    <a:pt x="471" y="126"/>
                  </a:lnTo>
                  <a:lnTo>
                    <a:pt x="471" y="124"/>
                  </a:lnTo>
                  <a:lnTo>
                    <a:pt x="474" y="121"/>
                  </a:lnTo>
                  <a:lnTo>
                    <a:pt x="478" y="121"/>
                  </a:lnTo>
                  <a:lnTo>
                    <a:pt x="480" y="120"/>
                  </a:lnTo>
                  <a:lnTo>
                    <a:pt x="480" y="118"/>
                  </a:lnTo>
                  <a:lnTo>
                    <a:pt x="483" y="116"/>
                  </a:lnTo>
                  <a:lnTo>
                    <a:pt x="483" y="113"/>
                  </a:lnTo>
                  <a:lnTo>
                    <a:pt x="483" y="112"/>
                  </a:lnTo>
                  <a:lnTo>
                    <a:pt x="483" y="112"/>
                  </a:lnTo>
                  <a:lnTo>
                    <a:pt x="486" y="108"/>
                  </a:lnTo>
                  <a:lnTo>
                    <a:pt x="487" y="108"/>
                  </a:lnTo>
                  <a:lnTo>
                    <a:pt x="487" y="109"/>
                  </a:lnTo>
                  <a:lnTo>
                    <a:pt x="488" y="109"/>
                  </a:lnTo>
                  <a:lnTo>
                    <a:pt x="490" y="107"/>
                  </a:lnTo>
                  <a:lnTo>
                    <a:pt x="491" y="107"/>
                  </a:lnTo>
                  <a:lnTo>
                    <a:pt x="490" y="105"/>
                  </a:lnTo>
                  <a:lnTo>
                    <a:pt x="490" y="104"/>
                  </a:lnTo>
                  <a:lnTo>
                    <a:pt x="494" y="103"/>
                  </a:lnTo>
                  <a:lnTo>
                    <a:pt x="495" y="101"/>
                  </a:lnTo>
                  <a:lnTo>
                    <a:pt x="495" y="100"/>
                  </a:lnTo>
                  <a:lnTo>
                    <a:pt x="496" y="100"/>
                  </a:lnTo>
                  <a:lnTo>
                    <a:pt x="499" y="100"/>
                  </a:lnTo>
                  <a:lnTo>
                    <a:pt x="503" y="100"/>
                  </a:lnTo>
                  <a:lnTo>
                    <a:pt x="502" y="97"/>
                  </a:lnTo>
                  <a:lnTo>
                    <a:pt x="502" y="96"/>
                  </a:lnTo>
                  <a:lnTo>
                    <a:pt x="507" y="95"/>
                  </a:lnTo>
                  <a:lnTo>
                    <a:pt x="509" y="93"/>
                  </a:lnTo>
                  <a:lnTo>
                    <a:pt x="511" y="91"/>
                  </a:lnTo>
                  <a:lnTo>
                    <a:pt x="517" y="88"/>
                  </a:lnTo>
                  <a:lnTo>
                    <a:pt x="519" y="86"/>
                  </a:lnTo>
                  <a:lnTo>
                    <a:pt x="517" y="86"/>
                  </a:lnTo>
                  <a:lnTo>
                    <a:pt x="513" y="88"/>
                  </a:lnTo>
                  <a:lnTo>
                    <a:pt x="512" y="87"/>
                  </a:lnTo>
                  <a:lnTo>
                    <a:pt x="509" y="90"/>
                  </a:lnTo>
                  <a:lnTo>
                    <a:pt x="507" y="88"/>
                  </a:lnTo>
                  <a:lnTo>
                    <a:pt x="507" y="83"/>
                  </a:lnTo>
                  <a:lnTo>
                    <a:pt x="509" y="82"/>
                  </a:lnTo>
                  <a:lnTo>
                    <a:pt x="509" y="80"/>
                  </a:lnTo>
                  <a:lnTo>
                    <a:pt x="511" y="80"/>
                  </a:lnTo>
                  <a:lnTo>
                    <a:pt x="511" y="82"/>
                  </a:lnTo>
                  <a:lnTo>
                    <a:pt x="512" y="82"/>
                  </a:lnTo>
                  <a:lnTo>
                    <a:pt x="513" y="80"/>
                  </a:lnTo>
                  <a:lnTo>
                    <a:pt x="511" y="78"/>
                  </a:lnTo>
                  <a:lnTo>
                    <a:pt x="513" y="78"/>
                  </a:lnTo>
                  <a:lnTo>
                    <a:pt x="516" y="79"/>
                  </a:lnTo>
                  <a:lnTo>
                    <a:pt x="519" y="79"/>
                  </a:lnTo>
                  <a:lnTo>
                    <a:pt x="521" y="76"/>
                  </a:lnTo>
                  <a:lnTo>
                    <a:pt x="524" y="78"/>
                  </a:lnTo>
                  <a:lnTo>
                    <a:pt x="530" y="75"/>
                  </a:lnTo>
                  <a:lnTo>
                    <a:pt x="533" y="75"/>
                  </a:lnTo>
                  <a:lnTo>
                    <a:pt x="533" y="78"/>
                  </a:lnTo>
                  <a:lnTo>
                    <a:pt x="532" y="83"/>
                  </a:lnTo>
                  <a:lnTo>
                    <a:pt x="532" y="84"/>
                  </a:lnTo>
                  <a:lnTo>
                    <a:pt x="533" y="86"/>
                  </a:lnTo>
                  <a:lnTo>
                    <a:pt x="534" y="83"/>
                  </a:lnTo>
                  <a:lnTo>
                    <a:pt x="537" y="79"/>
                  </a:lnTo>
                  <a:lnTo>
                    <a:pt x="536" y="76"/>
                  </a:lnTo>
                  <a:lnTo>
                    <a:pt x="537" y="76"/>
                  </a:lnTo>
                  <a:lnTo>
                    <a:pt x="538" y="78"/>
                  </a:lnTo>
                  <a:lnTo>
                    <a:pt x="540" y="82"/>
                  </a:lnTo>
                  <a:lnTo>
                    <a:pt x="541" y="82"/>
                  </a:lnTo>
                  <a:lnTo>
                    <a:pt x="542" y="79"/>
                  </a:lnTo>
                  <a:lnTo>
                    <a:pt x="541" y="76"/>
                  </a:lnTo>
                  <a:lnTo>
                    <a:pt x="542" y="75"/>
                  </a:lnTo>
                  <a:lnTo>
                    <a:pt x="544" y="75"/>
                  </a:lnTo>
                  <a:lnTo>
                    <a:pt x="544" y="78"/>
                  </a:lnTo>
                  <a:lnTo>
                    <a:pt x="548" y="75"/>
                  </a:lnTo>
                  <a:lnTo>
                    <a:pt x="548" y="74"/>
                  </a:lnTo>
                  <a:lnTo>
                    <a:pt x="546" y="72"/>
                  </a:lnTo>
                  <a:lnTo>
                    <a:pt x="549" y="72"/>
                  </a:lnTo>
                  <a:lnTo>
                    <a:pt x="550" y="71"/>
                  </a:lnTo>
                  <a:lnTo>
                    <a:pt x="548" y="70"/>
                  </a:lnTo>
                  <a:lnTo>
                    <a:pt x="550" y="67"/>
                  </a:lnTo>
                  <a:lnTo>
                    <a:pt x="554" y="67"/>
                  </a:lnTo>
                  <a:lnTo>
                    <a:pt x="556" y="66"/>
                  </a:lnTo>
                  <a:lnTo>
                    <a:pt x="557" y="66"/>
                  </a:lnTo>
                  <a:lnTo>
                    <a:pt x="557" y="67"/>
                  </a:lnTo>
                  <a:lnTo>
                    <a:pt x="558" y="68"/>
                  </a:lnTo>
                  <a:lnTo>
                    <a:pt x="562" y="68"/>
                  </a:lnTo>
                  <a:lnTo>
                    <a:pt x="562" y="72"/>
                  </a:lnTo>
                  <a:lnTo>
                    <a:pt x="563" y="74"/>
                  </a:lnTo>
                  <a:lnTo>
                    <a:pt x="561" y="79"/>
                  </a:lnTo>
                  <a:lnTo>
                    <a:pt x="565" y="78"/>
                  </a:lnTo>
                  <a:lnTo>
                    <a:pt x="567" y="72"/>
                  </a:lnTo>
                  <a:lnTo>
                    <a:pt x="565" y="67"/>
                  </a:lnTo>
                  <a:lnTo>
                    <a:pt x="561" y="66"/>
                  </a:lnTo>
                  <a:lnTo>
                    <a:pt x="559" y="63"/>
                  </a:lnTo>
                  <a:lnTo>
                    <a:pt x="557" y="65"/>
                  </a:lnTo>
                  <a:lnTo>
                    <a:pt x="556" y="63"/>
                  </a:lnTo>
                  <a:lnTo>
                    <a:pt x="553" y="63"/>
                  </a:lnTo>
                  <a:lnTo>
                    <a:pt x="552" y="62"/>
                  </a:lnTo>
                  <a:lnTo>
                    <a:pt x="549" y="61"/>
                  </a:lnTo>
                  <a:lnTo>
                    <a:pt x="549" y="61"/>
                  </a:lnTo>
                  <a:lnTo>
                    <a:pt x="550" y="58"/>
                  </a:lnTo>
                  <a:lnTo>
                    <a:pt x="556" y="58"/>
                  </a:lnTo>
                  <a:lnTo>
                    <a:pt x="557" y="57"/>
                  </a:lnTo>
                  <a:lnTo>
                    <a:pt x="559" y="57"/>
                  </a:lnTo>
                  <a:lnTo>
                    <a:pt x="562" y="57"/>
                  </a:lnTo>
                  <a:lnTo>
                    <a:pt x="563" y="55"/>
                  </a:lnTo>
                  <a:lnTo>
                    <a:pt x="566" y="57"/>
                  </a:lnTo>
                  <a:lnTo>
                    <a:pt x="571" y="55"/>
                  </a:lnTo>
                  <a:lnTo>
                    <a:pt x="574" y="57"/>
                  </a:lnTo>
                  <a:lnTo>
                    <a:pt x="575" y="55"/>
                  </a:lnTo>
                  <a:lnTo>
                    <a:pt x="578" y="57"/>
                  </a:lnTo>
                  <a:lnTo>
                    <a:pt x="579" y="55"/>
                  </a:lnTo>
                  <a:lnTo>
                    <a:pt x="579" y="54"/>
                  </a:lnTo>
                  <a:lnTo>
                    <a:pt x="575" y="53"/>
                  </a:lnTo>
                  <a:lnTo>
                    <a:pt x="571" y="51"/>
                  </a:lnTo>
                  <a:lnTo>
                    <a:pt x="569" y="53"/>
                  </a:lnTo>
                  <a:lnTo>
                    <a:pt x="563" y="53"/>
                  </a:lnTo>
                  <a:lnTo>
                    <a:pt x="563" y="51"/>
                  </a:lnTo>
                  <a:lnTo>
                    <a:pt x="563" y="47"/>
                  </a:lnTo>
                  <a:lnTo>
                    <a:pt x="566" y="46"/>
                  </a:lnTo>
                  <a:lnTo>
                    <a:pt x="563" y="45"/>
                  </a:lnTo>
                  <a:lnTo>
                    <a:pt x="561" y="41"/>
                  </a:lnTo>
                  <a:lnTo>
                    <a:pt x="558" y="42"/>
                  </a:lnTo>
                  <a:lnTo>
                    <a:pt x="556" y="38"/>
                  </a:lnTo>
                  <a:lnTo>
                    <a:pt x="556" y="36"/>
                  </a:lnTo>
                  <a:lnTo>
                    <a:pt x="558" y="36"/>
                  </a:lnTo>
                  <a:lnTo>
                    <a:pt x="558" y="33"/>
                  </a:lnTo>
                  <a:lnTo>
                    <a:pt x="554" y="30"/>
                  </a:lnTo>
                  <a:lnTo>
                    <a:pt x="556" y="20"/>
                  </a:lnTo>
                  <a:lnTo>
                    <a:pt x="558" y="17"/>
                  </a:lnTo>
                  <a:lnTo>
                    <a:pt x="557" y="13"/>
                  </a:lnTo>
                  <a:lnTo>
                    <a:pt x="557" y="9"/>
                  </a:lnTo>
                  <a:lnTo>
                    <a:pt x="559" y="8"/>
                  </a:lnTo>
                  <a:lnTo>
                    <a:pt x="558" y="5"/>
                  </a:lnTo>
                  <a:lnTo>
                    <a:pt x="559" y="4"/>
                  </a:lnTo>
                  <a:lnTo>
                    <a:pt x="561" y="3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1" name="Freeform 342">
              <a:extLst>
                <a:ext uri="{FF2B5EF4-FFF2-40B4-BE49-F238E27FC236}">
                  <a16:creationId xmlns:a16="http://schemas.microsoft.com/office/drawing/2014/main" id="{C502DFE5-8C09-4B5E-A14C-4CE3725C14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90627" y="729163"/>
              <a:ext cx="6999893" cy="5168313"/>
            </a:xfrm>
            <a:custGeom>
              <a:avLst/>
              <a:gdLst>
                <a:gd name="T0" fmla="*/ 578 w 772"/>
                <a:gd name="T1" fmla="*/ 566 h 570"/>
                <a:gd name="T2" fmla="*/ 573 w 772"/>
                <a:gd name="T3" fmla="*/ 547 h 570"/>
                <a:gd name="T4" fmla="*/ 658 w 772"/>
                <a:gd name="T5" fmla="*/ 497 h 570"/>
                <a:gd name="T6" fmla="*/ 708 w 772"/>
                <a:gd name="T7" fmla="*/ 488 h 570"/>
                <a:gd name="T8" fmla="*/ 702 w 772"/>
                <a:gd name="T9" fmla="*/ 514 h 570"/>
                <a:gd name="T10" fmla="*/ 697 w 772"/>
                <a:gd name="T11" fmla="*/ 483 h 570"/>
                <a:gd name="T12" fmla="*/ 701 w 772"/>
                <a:gd name="T13" fmla="*/ 400 h 570"/>
                <a:gd name="T14" fmla="*/ 687 w 772"/>
                <a:gd name="T15" fmla="*/ 378 h 570"/>
                <a:gd name="T16" fmla="*/ 627 w 772"/>
                <a:gd name="T17" fmla="*/ 2 h 570"/>
                <a:gd name="T18" fmla="*/ 639 w 772"/>
                <a:gd name="T19" fmla="*/ 10 h 570"/>
                <a:gd name="T20" fmla="*/ 649 w 772"/>
                <a:gd name="T21" fmla="*/ 25 h 570"/>
                <a:gd name="T22" fmla="*/ 668 w 772"/>
                <a:gd name="T23" fmla="*/ 47 h 570"/>
                <a:gd name="T24" fmla="*/ 683 w 772"/>
                <a:gd name="T25" fmla="*/ 67 h 570"/>
                <a:gd name="T26" fmla="*/ 699 w 772"/>
                <a:gd name="T27" fmla="*/ 68 h 570"/>
                <a:gd name="T28" fmla="*/ 715 w 772"/>
                <a:gd name="T29" fmla="*/ 80 h 570"/>
                <a:gd name="T30" fmla="*/ 722 w 772"/>
                <a:gd name="T31" fmla="*/ 93 h 570"/>
                <a:gd name="T32" fmla="*/ 744 w 772"/>
                <a:gd name="T33" fmla="*/ 99 h 570"/>
                <a:gd name="T34" fmla="*/ 760 w 772"/>
                <a:gd name="T35" fmla="*/ 81 h 570"/>
                <a:gd name="T36" fmla="*/ 769 w 772"/>
                <a:gd name="T37" fmla="*/ 101 h 570"/>
                <a:gd name="T38" fmla="*/ 770 w 772"/>
                <a:gd name="T39" fmla="*/ 121 h 570"/>
                <a:gd name="T40" fmla="*/ 768 w 772"/>
                <a:gd name="T41" fmla="*/ 139 h 570"/>
                <a:gd name="T42" fmla="*/ 749 w 772"/>
                <a:gd name="T43" fmla="*/ 150 h 570"/>
                <a:gd name="T44" fmla="*/ 755 w 772"/>
                <a:gd name="T45" fmla="*/ 181 h 570"/>
                <a:gd name="T46" fmla="*/ 697 w 772"/>
                <a:gd name="T47" fmla="*/ 246 h 570"/>
                <a:gd name="T48" fmla="*/ 669 w 772"/>
                <a:gd name="T49" fmla="*/ 262 h 570"/>
                <a:gd name="T50" fmla="*/ 669 w 772"/>
                <a:gd name="T51" fmla="*/ 256 h 570"/>
                <a:gd name="T52" fmla="*/ 669 w 772"/>
                <a:gd name="T53" fmla="*/ 237 h 570"/>
                <a:gd name="T54" fmla="*/ 643 w 772"/>
                <a:gd name="T55" fmla="*/ 246 h 570"/>
                <a:gd name="T56" fmla="*/ 622 w 772"/>
                <a:gd name="T57" fmla="*/ 267 h 570"/>
                <a:gd name="T58" fmla="*/ 639 w 772"/>
                <a:gd name="T59" fmla="*/ 283 h 570"/>
                <a:gd name="T60" fmla="*/ 657 w 772"/>
                <a:gd name="T61" fmla="*/ 283 h 570"/>
                <a:gd name="T62" fmla="*/ 685 w 772"/>
                <a:gd name="T63" fmla="*/ 288 h 570"/>
                <a:gd name="T64" fmla="*/ 669 w 772"/>
                <a:gd name="T65" fmla="*/ 300 h 570"/>
                <a:gd name="T66" fmla="*/ 655 w 772"/>
                <a:gd name="T67" fmla="*/ 317 h 570"/>
                <a:gd name="T68" fmla="*/ 674 w 772"/>
                <a:gd name="T69" fmla="*/ 354 h 570"/>
                <a:gd name="T70" fmla="*/ 681 w 772"/>
                <a:gd name="T71" fmla="*/ 374 h 570"/>
                <a:gd name="T72" fmla="*/ 660 w 772"/>
                <a:gd name="T73" fmla="*/ 371 h 570"/>
                <a:gd name="T74" fmla="*/ 690 w 772"/>
                <a:gd name="T75" fmla="*/ 393 h 570"/>
                <a:gd name="T76" fmla="*/ 689 w 772"/>
                <a:gd name="T77" fmla="*/ 399 h 570"/>
                <a:gd name="T78" fmla="*/ 699 w 772"/>
                <a:gd name="T79" fmla="*/ 408 h 570"/>
                <a:gd name="T80" fmla="*/ 697 w 772"/>
                <a:gd name="T81" fmla="*/ 420 h 570"/>
                <a:gd name="T82" fmla="*/ 691 w 772"/>
                <a:gd name="T83" fmla="*/ 433 h 570"/>
                <a:gd name="T84" fmla="*/ 689 w 772"/>
                <a:gd name="T85" fmla="*/ 447 h 570"/>
                <a:gd name="T86" fmla="*/ 681 w 772"/>
                <a:gd name="T87" fmla="*/ 458 h 570"/>
                <a:gd name="T88" fmla="*/ 681 w 772"/>
                <a:gd name="T89" fmla="*/ 471 h 570"/>
                <a:gd name="T90" fmla="*/ 673 w 772"/>
                <a:gd name="T91" fmla="*/ 475 h 570"/>
                <a:gd name="T92" fmla="*/ 665 w 772"/>
                <a:gd name="T93" fmla="*/ 487 h 570"/>
                <a:gd name="T94" fmla="*/ 656 w 772"/>
                <a:gd name="T95" fmla="*/ 495 h 570"/>
                <a:gd name="T96" fmla="*/ 641 w 772"/>
                <a:gd name="T97" fmla="*/ 508 h 570"/>
                <a:gd name="T98" fmla="*/ 624 w 772"/>
                <a:gd name="T99" fmla="*/ 513 h 570"/>
                <a:gd name="T100" fmla="*/ 612 w 772"/>
                <a:gd name="T101" fmla="*/ 517 h 570"/>
                <a:gd name="T102" fmla="*/ 590 w 772"/>
                <a:gd name="T103" fmla="*/ 526 h 570"/>
                <a:gd name="T104" fmla="*/ 581 w 772"/>
                <a:gd name="T105" fmla="*/ 530 h 570"/>
                <a:gd name="T106" fmla="*/ 577 w 772"/>
                <a:gd name="T107" fmla="*/ 539 h 570"/>
                <a:gd name="T108" fmla="*/ 564 w 772"/>
                <a:gd name="T109" fmla="*/ 525 h 570"/>
                <a:gd name="T110" fmla="*/ 474 w 772"/>
                <a:gd name="T111" fmla="*/ 537 h 570"/>
                <a:gd name="T112" fmla="*/ 554 w 772"/>
                <a:gd name="T113" fmla="*/ 80 h 570"/>
                <a:gd name="T114" fmla="*/ 582 w 772"/>
                <a:gd name="T115" fmla="*/ 67 h 570"/>
                <a:gd name="T116" fmla="*/ 581 w 772"/>
                <a:gd name="T117" fmla="*/ 39 h 570"/>
                <a:gd name="T118" fmla="*/ 574 w 772"/>
                <a:gd name="T119" fmla="*/ 21 h 570"/>
                <a:gd name="T120" fmla="*/ 590 w 772"/>
                <a:gd name="T121" fmla="*/ 4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72" h="570">
                  <a:moveTo>
                    <a:pt x="586" y="545"/>
                  </a:moveTo>
                  <a:lnTo>
                    <a:pt x="589" y="545"/>
                  </a:lnTo>
                  <a:lnTo>
                    <a:pt x="590" y="547"/>
                  </a:lnTo>
                  <a:lnTo>
                    <a:pt x="591" y="550"/>
                  </a:lnTo>
                  <a:lnTo>
                    <a:pt x="590" y="553"/>
                  </a:lnTo>
                  <a:lnTo>
                    <a:pt x="589" y="554"/>
                  </a:lnTo>
                  <a:lnTo>
                    <a:pt x="589" y="555"/>
                  </a:lnTo>
                  <a:lnTo>
                    <a:pt x="587" y="559"/>
                  </a:lnTo>
                  <a:lnTo>
                    <a:pt x="587" y="560"/>
                  </a:lnTo>
                  <a:lnTo>
                    <a:pt x="586" y="563"/>
                  </a:lnTo>
                  <a:lnTo>
                    <a:pt x="583" y="563"/>
                  </a:lnTo>
                  <a:lnTo>
                    <a:pt x="583" y="564"/>
                  </a:lnTo>
                  <a:lnTo>
                    <a:pt x="582" y="567"/>
                  </a:lnTo>
                  <a:lnTo>
                    <a:pt x="579" y="566"/>
                  </a:lnTo>
                  <a:lnTo>
                    <a:pt x="578" y="566"/>
                  </a:lnTo>
                  <a:lnTo>
                    <a:pt x="577" y="568"/>
                  </a:lnTo>
                  <a:lnTo>
                    <a:pt x="575" y="570"/>
                  </a:lnTo>
                  <a:lnTo>
                    <a:pt x="574" y="568"/>
                  </a:lnTo>
                  <a:lnTo>
                    <a:pt x="572" y="568"/>
                  </a:lnTo>
                  <a:lnTo>
                    <a:pt x="570" y="567"/>
                  </a:lnTo>
                  <a:lnTo>
                    <a:pt x="568" y="567"/>
                  </a:lnTo>
                  <a:lnTo>
                    <a:pt x="566" y="564"/>
                  </a:lnTo>
                  <a:lnTo>
                    <a:pt x="566" y="563"/>
                  </a:lnTo>
                  <a:lnTo>
                    <a:pt x="565" y="560"/>
                  </a:lnTo>
                  <a:lnTo>
                    <a:pt x="565" y="556"/>
                  </a:lnTo>
                  <a:lnTo>
                    <a:pt x="564" y="555"/>
                  </a:lnTo>
                  <a:lnTo>
                    <a:pt x="566" y="551"/>
                  </a:lnTo>
                  <a:lnTo>
                    <a:pt x="570" y="550"/>
                  </a:lnTo>
                  <a:lnTo>
                    <a:pt x="570" y="547"/>
                  </a:lnTo>
                  <a:lnTo>
                    <a:pt x="573" y="547"/>
                  </a:lnTo>
                  <a:lnTo>
                    <a:pt x="575" y="546"/>
                  </a:lnTo>
                  <a:lnTo>
                    <a:pt x="577" y="546"/>
                  </a:lnTo>
                  <a:lnTo>
                    <a:pt x="579" y="545"/>
                  </a:lnTo>
                  <a:lnTo>
                    <a:pt x="579" y="545"/>
                  </a:lnTo>
                  <a:lnTo>
                    <a:pt x="582" y="545"/>
                  </a:lnTo>
                  <a:lnTo>
                    <a:pt x="583" y="546"/>
                  </a:lnTo>
                  <a:lnTo>
                    <a:pt x="586" y="545"/>
                  </a:lnTo>
                  <a:close/>
                  <a:moveTo>
                    <a:pt x="585" y="531"/>
                  </a:moveTo>
                  <a:lnTo>
                    <a:pt x="587" y="533"/>
                  </a:lnTo>
                  <a:lnTo>
                    <a:pt x="587" y="534"/>
                  </a:lnTo>
                  <a:lnTo>
                    <a:pt x="585" y="533"/>
                  </a:lnTo>
                  <a:lnTo>
                    <a:pt x="583" y="534"/>
                  </a:lnTo>
                  <a:lnTo>
                    <a:pt x="582" y="533"/>
                  </a:lnTo>
                  <a:lnTo>
                    <a:pt x="585" y="531"/>
                  </a:lnTo>
                  <a:close/>
                  <a:moveTo>
                    <a:pt x="658" y="497"/>
                  </a:moveTo>
                  <a:lnTo>
                    <a:pt x="660" y="499"/>
                  </a:lnTo>
                  <a:lnTo>
                    <a:pt x="658" y="500"/>
                  </a:lnTo>
                  <a:lnTo>
                    <a:pt x="657" y="500"/>
                  </a:lnTo>
                  <a:lnTo>
                    <a:pt x="656" y="499"/>
                  </a:lnTo>
                  <a:lnTo>
                    <a:pt x="658" y="497"/>
                  </a:lnTo>
                  <a:close/>
                  <a:moveTo>
                    <a:pt x="706" y="470"/>
                  </a:moveTo>
                  <a:lnTo>
                    <a:pt x="708" y="470"/>
                  </a:lnTo>
                  <a:lnTo>
                    <a:pt x="710" y="472"/>
                  </a:lnTo>
                  <a:lnTo>
                    <a:pt x="710" y="472"/>
                  </a:lnTo>
                  <a:lnTo>
                    <a:pt x="712" y="475"/>
                  </a:lnTo>
                  <a:lnTo>
                    <a:pt x="712" y="476"/>
                  </a:lnTo>
                  <a:lnTo>
                    <a:pt x="711" y="476"/>
                  </a:lnTo>
                  <a:lnTo>
                    <a:pt x="711" y="480"/>
                  </a:lnTo>
                  <a:lnTo>
                    <a:pt x="710" y="485"/>
                  </a:lnTo>
                  <a:lnTo>
                    <a:pt x="708" y="488"/>
                  </a:lnTo>
                  <a:lnTo>
                    <a:pt x="710" y="492"/>
                  </a:lnTo>
                  <a:lnTo>
                    <a:pt x="710" y="495"/>
                  </a:lnTo>
                  <a:lnTo>
                    <a:pt x="708" y="500"/>
                  </a:lnTo>
                  <a:lnTo>
                    <a:pt x="710" y="500"/>
                  </a:lnTo>
                  <a:lnTo>
                    <a:pt x="708" y="501"/>
                  </a:lnTo>
                  <a:lnTo>
                    <a:pt x="708" y="504"/>
                  </a:lnTo>
                  <a:lnTo>
                    <a:pt x="706" y="508"/>
                  </a:lnTo>
                  <a:lnTo>
                    <a:pt x="703" y="510"/>
                  </a:lnTo>
                  <a:lnTo>
                    <a:pt x="705" y="514"/>
                  </a:lnTo>
                  <a:lnTo>
                    <a:pt x="705" y="517"/>
                  </a:lnTo>
                  <a:lnTo>
                    <a:pt x="705" y="520"/>
                  </a:lnTo>
                  <a:lnTo>
                    <a:pt x="703" y="518"/>
                  </a:lnTo>
                  <a:lnTo>
                    <a:pt x="702" y="520"/>
                  </a:lnTo>
                  <a:lnTo>
                    <a:pt x="702" y="517"/>
                  </a:lnTo>
                  <a:lnTo>
                    <a:pt x="702" y="514"/>
                  </a:lnTo>
                  <a:lnTo>
                    <a:pt x="699" y="512"/>
                  </a:lnTo>
                  <a:lnTo>
                    <a:pt x="697" y="510"/>
                  </a:lnTo>
                  <a:lnTo>
                    <a:pt x="697" y="509"/>
                  </a:lnTo>
                  <a:lnTo>
                    <a:pt x="695" y="509"/>
                  </a:lnTo>
                  <a:lnTo>
                    <a:pt x="694" y="508"/>
                  </a:lnTo>
                  <a:lnTo>
                    <a:pt x="694" y="505"/>
                  </a:lnTo>
                  <a:lnTo>
                    <a:pt x="694" y="505"/>
                  </a:lnTo>
                  <a:lnTo>
                    <a:pt x="694" y="504"/>
                  </a:lnTo>
                  <a:lnTo>
                    <a:pt x="693" y="504"/>
                  </a:lnTo>
                  <a:lnTo>
                    <a:pt x="693" y="499"/>
                  </a:lnTo>
                  <a:lnTo>
                    <a:pt x="693" y="495"/>
                  </a:lnTo>
                  <a:lnTo>
                    <a:pt x="691" y="493"/>
                  </a:lnTo>
                  <a:lnTo>
                    <a:pt x="693" y="492"/>
                  </a:lnTo>
                  <a:lnTo>
                    <a:pt x="694" y="488"/>
                  </a:lnTo>
                  <a:lnTo>
                    <a:pt x="697" y="483"/>
                  </a:lnTo>
                  <a:lnTo>
                    <a:pt x="697" y="483"/>
                  </a:lnTo>
                  <a:lnTo>
                    <a:pt x="698" y="480"/>
                  </a:lnTo>
                  <a:lnTo>
                    <a:pt x="697" y="479"/>
                  </a:lnTo>
                  <a:lnTo>
                    <a:pt x="699" y="475"/>
                  </a:lnTo>
                  <a:lnTo>
                    <a:pt x="702" y="472"/>
                  </a:lnTo>
                  <a:lnTo>
                    <a:pt x="705" y="472"/>
                  </a:lnTo>
                  <a:lnTo>
                    <a:pt x="703" y="470"/>
                  </a:lnTo>
                  <a:lnTo>
                    <a:pt x="706" y="470"/>
                  </a:lnTo>
                  <a:close/>
                  <a:moveTo>
                    <a:pt x="682" y="467"/>
                  </a:moveTo>
                  <a:lnTo>
                    <a:pt x="683" y="468"/>
                  </a:lnTo>
                  <a:lnTo>
                    <a:pt x="683" y="470"/>
                  </a:lnTo>
                  <a:lnTo>
                    <a:pt x="682" y="471"/>
                  </a:lnTo>
                  <a:lnTo>
                    <a:pt x="682" y="468"/>
                  </a:lnTo>
                  <a:lnTo>
                    <a:pt x="682" y="467"/>
                  </a:lnTo>
                  <a:close/>
                  <a:moveTo>
                    <a:pt x="701" y="400"/>
                  </a:moveTo>
                  <a:lnTo>
                    <a:pt x="701" y="400"/>
                  </a:lnTo>
                  <a:lnTo>
                    <a:pt x="702" y="400"/>
                  </a:lnTo>
                  <a:lnTo>
                    <a:pt x="705" y="401"/>
                  </a:lnTo>
                  <a:lnTo>
                    <a:pt x="705" y="403"/>
                  </a:lnTo>
                  <a:lnTo>
                    <a:pt x="703" y="403"/>
                  </a:lnTo>
                  <a:lnTo>
                    <a:pt x="701" y="401"/>
                  </a:lnTo>
                  <a:lnTo>
                    <a:pt x="701" y="400"/>
                  </a:lnTo>
                  <a:close/>
                  <a:moveTo>
                    <a:pt x="687" y="376"/>
                  </a:moveTo>
                  <a:lnTo>
                    <a:pt x="690" y="376"/>
                  </a:lnTo>
                  <a:lnTo>
                    <a:pt x="691" y="378"/>
                  </a:lnTo>
                  <a:lnTo>
                    <a:pt x="693" y="378"/>
                  </a:lnTo>
                  <a:lnTo>
                    <a:pt x="693" y="380"/>
                  </a:lnTo>
                  <a:lnTo>
                    <a:pt x="690" y="379"/>
                  </a:lnTo>
                  <a:lnTo>
                    <a:pt x="689" y="379"/>
                  </a:lnTo>
                  <a:lnTo>
                    <a:pt x="687" y="378"/>
                  </a:lnTo>
                  <a:lnTo>
                    <a:pt x="687" y="376"/>
                  </a:lnTo>
                  <a:close/>
                  <a:moveTo>
                    <a:pt x="607" y="0"/>
                  </a:moveTo>
                  <a:lnTo>
                    <a:pt x="608" y="0"/>
                  </a:lnTo>
                  <a:lnTo>
                    <a:pt x="610" y="0"/>
                  </a:lnTo>
                  <a:lnTo>
                    <a:pt x="611" y="1"/>
                  </a:lnTo>
                  <a:lnTo>
                    <a:pt x="615" y="1"/>
                  </a:lnTo>
                  <a:lnTo>
                    <a:pt x="616" y="2"/>
                  </a:lnTo>
                  <a:lnTo>
                    <a:pt x="618" y="4"/>
                  </a:lnTo>
                  <a:lnTo>
                    <a:pt x="620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4" y="5"/>
                  </a:lnTo>
                  <a:lnTo>
                    <a:pt x="626" y="5"/>
                  </a:lnTo>
                  <a:lnTo>
                    <a:pt x="626" y="2"/>
                  </a:lnTo>
                  <a:lnTo>
                    <a:pt x="627" y="2"/>
                  </a:lnTo>
                  <a:lnTo>
                    <a:pt x="627" y="2"/>
                  </a:lnTo>
                  <a:lnTo>
                    <a:pt x="629" y="2"/>
                  </a:lnTo>
                  <a:lnTo>
                    <a:pt x="629" y="2"/>
                  </a:lnTo>
                  <a:lnTo>
                    <a:pt x="631" y="4"/>
                  </a:lnTo>
                  <a:lnTo>
                    <a:pt x="632" y="4"/>
                  </a:lnTo>
                  <a:lnTo>
                    <a:pt x="633" y="4"/>
                  </a:lnTo>
                  <a:lnTo>
                    <a:pt x="635" y="5"/>
                  </a:lnTo>
                  <a:lnTo>
                    <a:pt x="635" y="6"/>
                  </a:lnTo>
                  <a:lnTo>
                    <a:pt x="635" y="8"/>
                  </a:lnTo>
                  <a:lnTo>
                    <a:pt x="636" y="8"/>
                  </a:lnTo>
                  <a:lnTo>
                    <a:pt x="636" y="9"/>
                  </a:lnTo>
                  <a:lnTo>
                    <a:pt x="637" y="8"/>
                  </a:lnTo>
                  <a:lnTo>
                    <a:pt x="639" y="8"/>
                  </a:lnTo>
                  <a:lnTo>
                    <a:pt x="640" y="9"/>
                  </a:lnTo>
                  <a:lnTo>
                    <a:pt x="639" y="10"/>
                  </a:lnTo>
                  <a:lnTo>
                    <a:pt x="640" y="12"/>
                  </a:lnTo>
                  <a:lnTo>
                    <a:pt x="641" y="12"/>
                  </a:lnTo>
                  <a:lnTo>
                    <a:pt x="643" y="12"/>
                  </a:lnTo>
                  <a:lnTo>
                    <a:pt x="644" y="13"/>
                  </a:lnTo>
                  <a:lnTo>
                    <a:pt x="644" y="13"/>
                  </a:lnTo>
                  <a:lnTo>
                    <a:pt x="645" y="14"/>
                  </a:lnTo>
                  <a:lnTo>
                    <a:pt x="645" y="16"/>
                  </a:lnTo>
                  <a:lnTo>
                    <a:pt x="645" y="17"/>
                  </a:lnTo>
                  <a:lnTo>
                    <a:pt x="647" y="18"/>
                  </a:lnTo>
                  <a:lnTo>
                    <a:pt x="647" y="20"/>
                  </a:lnTo>
                  <a:lnTo>
                    <a:pt x="647" y="21"/>
                  </a:lnTo>
                  <a:lnTo>
                    <a:pt x="649" y="21"/>
                  </a:lnTo>
                  <a:lnTo>
                    <a:pt x="651" y="22"/>
                  </a:lnTo>
                  <a:lnTo>
                    <a:pt x="649" y="24"/>
                  </a:lnTo>
                  <a:lnTo>
                    <a:pt x="649" y="25"/>
                  </a:lnTo>
                  <a:lnTo>
                    <a:pt x="652" y="26"/>
                  </a:lnTo>
                  <a:lnTo>
                    <a:pt x="653" y="29"/>
                  </a:lnTo>
                  <a:lnTo>
                    <a:pt x="655" y="30"/>
                  </a:lnTo>
                  <a:lnTo>
                    <a:pt x="656" y="33"/>
                  </a:lnTo>
                  <a:lnTo>
                    <a:pt x="656" y="33"/>
                  </a:lnTo>
                  <a:lnTo>
                    <a:pt x="657" y="34"/>
                  </a:lnTo>
                  <a:lnTo>
                    <a:pt x="658" y="35"/>
                  </a:lnTo>
                  <a:lnTo>
                    <a:pt x="658" y="37"/>
                  </a:lnTo>
                  <a:lnTo>
                    <a:pt x="658" y="38"/>
                  </a:lnTo>
                  <a:lnTo>
                    <a:pt x="658" y="38"/>
                  </a:lnTo>
                  <a:lnTo>
                    <a:pt x="660" y="38"/>
                  </a:lnTo>
                  <a:lnTo>
                    <a:pt x="661" y="39"/>
                  </a:lnTo>
                  <a:lnTo>
                    <a:pt x="661" y="41"/>
                  </a:lnTo>
                  <a:lnTo>
                    <a:pt x="664" y="45"/>
                  </a:lnTo>
                  <a:lnTo>
                    <a:pt x="668" y="47"/>
                  </a:lnTo>
                  <a:lnTo>
                    <a:pt x="669" y="50"/>
                  </a:lnTo>
                  <a:lnTo>
                    <a:pt x="669" y="51"/>
                  </a:lnTo>
                  <a:lnTo>
                    <a:pt x="670" y="52"/>
                  </a:lnTo>
                  <a:lnTo>
                    <a:pt x="670" y="55"/>
                  </a:lnTo>
                  <a:lnTo>
                    <a:pt x="672" y="55"/>
                  </a:lnTo>
                  <a:lnTo>
                    <a:pt x="673" y="56"/>
                  </a:lnTo>
                  <a:lnTo>
                    <a:pt x="673" y="58"/>
                  </a:lnTo>
                  <a:lnTo>
                    <a:pt x="673" y="59"/>
                  </a:lnTo>
                  <a:lnTo>
                    <a:pt x="674" y="62"/>
                  </a:lnTo>
                  <a:lnTo>
                    <a:pt x="677" y="64"/>
                  </a:lnTo>
                  <a:lnTo>
                    <a:pt x="680" y="66"/>
                  </a:lnTo>
                  <a:lnTo>
                    <a:pt x="680" y="67"/>
                  </a:lnTo>
                  <a:lnTo>
                    <a:pt x="681" y="67"/>
                  </a:lnTo>
                  <a:lnTo>
                    <a:pt x="682" y="67"/>
                  </a:lnTo>
                  <a:lnTo>
                    <a:pt x="683" y="67"/>
                  </a:lnTo>
                  <a:lnTo>
                    <a:pt x="685" y="67"/>
                  </a:lnTo>
                  <a:lnTo>
                    <a:pt x="687" y="67"/>
                  </a:lnTo>
                  <a:lnTo>
                    <a:pt x="689" y="66"/>
                  </a:lnTo>
                  <a:lnTo>
                    <a:pt x="690" y="66"/>
                  </a:lnTo>
                  <a:lnTo>
                    <a:pt x="690" y="67"/>
                  </a:lnTo>
                  <a:lnTo>
                    <a:pt x="689" y="68"/>
                  </a:lnTo>
                  <a:lnTo>
                    <a:pt x="690" y="68"/>
                  </a:lnTo>
                  <a:lnTo>
                    <a:pt x="693" y="68"/>
                  </a:lnTo>
                  <a:lnTo>
                    <a:pt x="694" y="70"/>
                  </a:lnTo>
                  <a:lnTo>
                    <a:pt x="694" y="70"/>
                  </a:lnTo>
                  <a:lnTo>
                    <a:pt x="697" y="71"/>
                  </a:lnTo>
                  <a:lnTo>
                    <a:pt x="697" y="70"/>
                  </a:lnTo>
                  <a:lnTo>
                    <a:pt x="698" y="70"/>
                  </a:lnTo>
                  <a:lnTo>
                    <a:pt x="699" y="70"/>
                  </a:lnTo>
                  <a:lnTo>
                    <a:pt x="699" y="68"/>
                  </a:lnTo>
                  <a:lnTo>
                    <a:pt x="701" y="68"/>
                  </a:lnTo>
                  <a:lnTo>
                    <a:pt x="702" y="70"/>
                  </a:lnTo>
                  <a:lnTo>
                    <a:pt x="702" y="71"/>
                  </a:lnTo>
                  <a:lnTo>
                    <a:pt x="703" y="72"/>
                  </a:lnTo>
                  <a:lnTo>
                    <a:pt x="705" y="72"/>
                  </a:lnTo>
                  <a:lnTo>
                    <a:pt x="705" y="74"/>
                  </a:lnTo>
                  <a:lnTo>
                    <a:pt x="706" y="75"/>
                  </a:lnTo>
                  <a:lnTo>
                    <a:pt x="707" y="75"/>
                  </a:lnTo>
                  <a:lnTo>
                    <a:pt x="707" y="75"/>
                  </a:lnTo>
                  <a:lnTo>
                    <a:pt x="708" y="76"/>
                  </a:lnTo>
                  <a:lnTo>
                    <a:pt x="711" y="77"/>
                  </a:lnTo>
                  <a:lnTo>
                    <a:pt x="711" y="79"/>
                  </a:lnTo>
                  <a:lnTo>
                    <a:pt x="712" y="79"/>
                  </a:lnTo>
                  <a:lnTo>
                    <a:pt x="714" y="79"/>
                  </a:lnTo>
                  <a:lnTo>
                    <a:pt x="715" y="80"/>
                  </a:lnTo>
                  <a:lnTo>
                    <a:pt x="716" y="79"/>
                  </a:lnTo>
                  <a:lnTo>
                    <a:pt x="718" y="79"/>
                  </a:lnTo>
                  <a:lnTo>
                    <a:pt x="719" y="79"/>
                  </a:lnTo>
                  <a:lnTo>
                    <a:pt x="720" y="77"/>
                  </a:lnTo>
                  <a:lnTo>
                    <a:pt x="720" y="79"/>
                  </a:lnTo>
                  <a:lnTo>
                    <a:pt x="720" y="80"/>
                  </a:lnTo>
                  <a:lnTo>
                    <a:pt x="719" y="81"/>
                  </a:lnTo>
                  <a:lnTo>
                    <a:pt x="719" y="83"/>
                  </a:lnTo>
                  <a:lnTo>
                    <a:pt x="720" y="84"/>
                  </a:lnTo>
                  <a:lnTo>
                    <a:pt x="722" y="84"/>
                  </a:lnTo>
                  <a:lnTo>
                    <a:pt x="722" y="87"/>
                  </a:lnTo>
                  <a:lnTo>
                    <a:pt x="723" y="88"/>
                  </a:lnTo>
                  <a:lnTo>
                    <a:pt x="723" y="91"/>
                  </a:lnTo>
                  <a:lnTo>
                    <a:pt x="722" y="91"/>
                  </a:lnTo>
                  <a:lnTo>
                    <a:pt x="722" y="93"/>
                  </a:lnTo>
                  <a:lnTo>
                    <a:pt x="724" y="96"/>
                  </a:lnTo>
                  <a:lnTo>
                    <a:pt x="726" y="96"/>
                  </a:lnTo>
                  <a:lnTo>
                    <a:pt x="727" y="99"/>
                  </a:lnTo>
                  <a:lnTo>
                    <a:pt x="728" y="100"/>
                  </a:lnTo>
                  <a:lnTo>
                    <a:pt x="730" y="100"/>
                  </a:lnTo>
                  <a:lnTo>
                    <a:pt x="731" y="99"/>
                  </a:lnTo>
                  <a:lnTo>
                    <a:pt x="734" y="99"/>
                  </a:lnTo>
                  <a:lnTo>
                    <a:pt x="734" y="100"/>
                  </a:lnTo>
                  <a:lnTo>
                    <a:pt x="735" y="101"/>
                  </a:lnTo>
                  <a:lnTo>
                    <a:pt x="736" y="101"/>
                  </a:lnTo>
                  <a:lnTo>
                    <a:pt x="737" y="100"/>
                  </a:lnTo>
                  <a:lnTo>
                    <a:pt x="739" y="100"/>
                  </a:lnTo>
                  <a:lnTo>
                    <a:pt x="740" y="100"/>
                  </a:lnTo>
                  <a:lnTo>
                    <a:pt x="743" y="100"/>
                  </a:lnTo>
                  <a:lnTo>
                    <a:pt x="744" y="99"/>
                  </a:lnTo>
                  <a:lnTo>
                    <a:pt x="745" y="97"/>
                  </a:lnTo>
                  <a:lnTo>
                    <a:pt x="745" y="96"/>
                  </a:lnTo>
                  <a:lnTo>
                    <a:pt x="747" y="95"/>
                  </a:lnTo>
                  <a:lnTo>
                    <a:pt x="748" y="93"/>
                  </a:lnTo>
                  <a:lnTo>
                    <a:pt x="748" y="91"/>
                  </a:lnTo>
                  <a:lnTo>
                    <a:pt x="748" y="89"/>
                  </a:lnTo>
                  <a:lnTo>
                    <a:pt x="751" y="89"/>
                  </a:lnTo>
                  <a:lnTo>
                    <a:pt x="752" y="89"/>
                  </a:lnTo>
                  <a:lnTo>
                    <a:pt x="753" y="87"/>
                  </a:lnTo>
                  <a:lnTo>
                    <a:pt x="755" y="87"/>
                  </a:lnTo>
                  <a:lnTo>
                    <a:pt x="756" y="87"/>
                  </a:lnTo>
                  <a:lnTo>
                    <a:pt x="756" y="84"/>
                  </a:lnTo>
                  <a:lnTo>
                    <a:pt x="757" y="83"/>
                  </a:lnTo>
                  <a:lnTo>
                    <a:pt x="759" y="83"/>
                  </a:lnTo>
                  <a:lnTo>
                    <a:pt x="760" y="81"/>
                  </a:lnTo>
                  <a:lnTo>
                    <a:pt x="762" y="83"/>
                  </a:lnTo>
                  <a:lnTo>
                    <a:pt x="764" y="84"/>
                  </a:lnTo>
                  <a:lnTo>
                    <a:pt x="765" y="84"/>
                  </a:lnTo>
                  <a:lnTo>
                    <a:pt x="766" y="85"/>
                  </a:lnTo>
                  <a:lnTo>
                    <a:pt x="768" y="87"/>
                  </a:lnTo>
                  <a:lnTo>
                    <a:pt x="766" y="88"/>
                  </a:lnTo>
                  <a:lnTo>
                    <a:pt x="766" y="89"/>
                  </a:lnTo>
                  <a:lnTo>
                    <a:pt x="769" y="92"/>
                  </a:lnTo>
                  <a:lnTo>
                    <a:pt x="769" y="93"/>
                  </a:lnTo>
                  <a:lnTo>
                    <a:pt x="770" y="95"/>
                  </a:lnTo>
                  <a:lnTo>
                    <a:pt x="772" y="96"/>
                  </a:lnTo>
                  <a:lnTo>
                    <a:pt x="772" y="99"/>
                  </a:lnTo>
                  <a:lnTo>
                    <a:pt x="772" y="100"/>
                  </a:lnTo>
                  <a:lnTo>
                    <a:pt x="770" y="101"/>
                  </a:lnTo>
                  <a:lnTo>
                    <a:pt x="769" y="101"/>
                  </a:lnTo>
                  <a:lnTo>
                    <a:pt x="768" y="104"/>
                  </a:lnTo>
                  <a:lnTo>
                    <a:pt x="768" y="104"/>
                  </a:lnTo>
                  <a:lnTo>
                    <a:pt x="768" y="105"/>
                  </a:lnTo>
                  <a:lnTo>
                    <a:pt x="769" y="106"/>
                  </a:lnTo>
                  <a:lnTo>
                    <a:pt x="769" y="108"/>
                  </a:lnTo>
                  <a:lnTo>
                    <a:pt x="768" y="110"/>
                  </a:lnTo>
                  <a:lnTo>
                    <a:pt x="769" y="112"/>
                  </a:lnTo>
                  <a:lnTo>
                    <a:pt x="769" y="112"/>
                  </a:lnTo>
                  <a:lnTo>
                    <a:pt x="769" y="113"/>
                  </a:lnTo>
                  <a:lnTo>
                    <a:pt x="770" y="114"/>
                  </a:lnTo>
                  <a:lnTo>
                    <a:pt x="770" y="114"/>
                  </a:lnTo>
                  <a:lnTo>
                    <a:pt x="769" y="116"/>
                  </a:lnTo>
                  <a:lnTo>
                    <a:pt x="769" y="116"/>
                  </a:lnTo>
                  <a:lnTo>
                    <a:pt x="769" y="118"/>
                  </a:lnTo>
                  <a:lnTo>
                    <a:pt x="770" y="121"/>
                  </a:lnTo>
                  <a:lnTo>
                    <a:pt x="770" y="122"/>
                  </a:lnTo>
                  <a:lnTo>
                    <a:pt x="770" y="124"/>
                  </a:lnTo>
                  <a:lnTo>
                    <a:pt x="769" y="124"/>
                  </a:lnTo>
                  <a:lnTo>
                    <a:pt x="769" y="125"/>
                  </a:lnTo>
                  <a:lnTo>
                    <a:pt x="769" y="126"/>
                  </a:lnTo>
                  <a:lnTo>
                    <a:pt x="769" y="127"/>
                  </a:lnTo>
                  <a:lnTo>
                    <a:pt x="770" y="129"/>
                  </a:lnTo>
                  <a:lnTo>
                    <a:pt x="769" y="130"/>
                  </a:lnTo>
                  <a:lnTo>
                    <a:pt x="768" y="130"/>
                  </a:lnTo>
                  <a:lnTo>
                    <a:pt x="769" y="131"/>
                  </a:lnTo>
                  <a:lnTo>
                    <a:pt x="769" y="134"/>
                  </a:lnTo>
                  <a:lnTo>
                    <a:pt x="769" y="134"/>
                  </a:lnTo>
                  <a:lnTo>
                    <a:pt x="768" y="137"/>
                  </a:lnTo>
                  <a:lnTo>
                    <a:pt x="768" y="138"/>
                  </a:lnTo>
                  <a:lnTo>
                    <a:pt x="768" y="139"/>
                  </a:lnTo>
                  <a:lnTo>
                    <a:pt x="768" y="141"/>
                  </a:lnTo>
                  <a:lnTo>
                    <a:pt x="768" y="142"/>
                  </a:lnTo>
                  <a:lnTo>
                    <a:pt x="769" y="143"/>
                  </a:lnTo>
                  <a:lnTo>
                    <a:pt x="769" y="145"/>
                  </a:lnTo>
                  <a:lnTo>
                    <a:pt x="768" y="146"/>
                  </a:lnTo>
                  <a:lnTo>
                    <a:pt x="766" y="146"/>
                  </a:lnTo>
                  <a:lnTo>
                    <a:pt x="765" y="146"/>
                  </a:lnTo>
                  <a:lnTo>
                    <a:pt x="759" y="145"/>
                  </a:lnTo>
                  <a:lnTo>
                    <a:pt x="757" y="143"/>
                  </a:lnTo>
                  <a:lnTo>
                    <a:pt x="755" y="143"/>
                  </a:lnTo>
                  <a:lnTo>
                    <a:pt x="753" y="143"/>
                  </a:lnTo>
                  <a:lnTo>
                    <a:pt x="752" y="147"/>
                  </a:lnTo>
                  <a:lnTo>
                    <a:pt x="751" y="149"/>
                  </a:lnTo>
                  <a:lnTo>
                    <a:pt x="751" y="150"/>
                  </a:lnTo>
                  <a:lnTo>
                    <a:pt x="749" y="150"/>
                  </a:lnTo>
                  <a:lnTo>
                    <a:pt x="747" y="151"/>
                  </a:lnTo>
                  <a:lnTo>
                    <a:pt x="747" y="152"/>
                  </a:lnTo>
                  <a:lnTo>
                    <a:pt x="748" y="154"/>
                  </a:lnTo>
                  <a:lnTo>
                    <a:pt x="751" y="158"/>
                  </a:lnTo>
                  <a:lnTo>
                    <a:pt x="751" y="160"/>
                  </a:lnTo>
                  <a:lnTo>
                    <a:pt x="752" y="162"/>
                  </a:lnTo>
                  <a:lnTo>
                    <a:pt x="753" y="163"/>
                  </a:lnTo>
                  <a:lnTo>
                    <a:pt x="753" y="166"/>
                  </a:lnTo>
                  <a:lnTo>
                    <a:pt x="753" y="168"/>
                  </a:lnTo>
                  <a:lnTo>
                    <a:pt x="753" y="171"/>
                  </a:lnTo>
                  <a:lnTo>
                    <a:pt x="753" y="175"/>
                  </a:lnTo>
                  <a:lnTo>
                    <a:pt x="755" y="175"/>
                  </a:lnTo>
                  <a:lnTo>
                    <a:pt x="755" y="177"/>
                  </a:lnTo>
                  <a:lnTo>
                    <a:pt x="756" y="180"/>
                  </a:lnTo>
                  <a:lnTo>
                    <a:pt x="755" y="181"/>
                  </a:lnTo>
                  <a:lnTo>
                    <a:pt x="755" y="183"/>
                  </a:lnTo>
                  <a:lnTo>
                    <a:pt x="755" y="184"/>
                  </a:lnTo>
                  <a:lnTo>
                    <a:pt x="755" y="185"/>
                  </a:lnTo>
                  <a:lnTo>
                    <a:pt x="755" y="185"/>
                  </a:lnTo>
                  <a:lnTo>
                    <a:pt x="751" y="185"/>
                  </a:lnTo>
                  <a:lnTo>
                    <a:pt x="749" y="187"/>
                  </a:lnTo>
                  <a:lnTo>
                    <a:pt x="749" y="187"/>
                  </a:lnTo>
                  <a:lnTo>
                    <a:pt x="751" y="189"/>
                  </a:lnTo>
                  <a:lnTo>
                    <a:pt x="751" y="189"/>
                  </a:lnTo>
                  <a:lnTo>
                    <a:pt x="751" y="191"/>
                  </a:lnTo>
                  <a:lnTo>
                    <a:pt x="751" y="192"/>
                  </a:lnTo>
                  <a:lnTo>
                    <a:pt x="740" y="201"/>
                  </a:lnTo>
                  <a:lnTo>
                    <a:pt x="737" y="218"/>
                  </a:lnTo>
                  <a:lnTo>
                    <a:pt x="703" y="243"/>
                  </a:lnTo>
                  <a:lnTo>
                    <a:pt x="697" y="246"/>
                  </a:lnTo>
                  <a:lnTo>
                    <a:pt x="697" y="246"/>
                  </a:lnTo>
                  <a:lnTo>
                    <a:pt x="695" y="243"/>
                  </a:lnTo>
                  <a:lnTo>
                    <a:pt x="693" y="247"/>
                  </a:lnTo>
                  <a:lnTo>
                    <a:pt x="690" y="247"/>
                  </a:lnTo>
                  <a:lnTo>
                    <a:pt x="689" y="249"/>
                  </a:lnTo>
                  <a:lnTo>
                    <a:pt x="687" y="247"/>
                  </a:lnTo>
                  <a:lnTo>
                    <a:pt x="683" y="250"/>
                  </a:lnTo>
                  <a:lnTo>
                    <a:pt x="681" y="250"/>
                  </a:lnTo>
                  <a:lnTo>
                    <a:pt x="681" y="251"/>
                  </a:lnTo>
                  <a:lnTo>
                    <a:pt x="680" y="251"/>
                  </a:lnTo>
                  <a:lnTo>
                    <a:pt x="674" y="255"/>
                  </a:lnTo>
                  <a:lnTo>
                    <a:pt x="672" y="258"/>
                  </a:lnTo>
                  <a:lnTo>
                    <a:pt x="672" y="260"/>
                  </a:lnTo>
                  <a:lnTo>
                    <a:pt x="672" y="260"/>
                  </a:lnTo>
                  <a:lnTo>
                    <a:pt x="669" y="262"/>
                  </a:lnTo>
                  <a:lnTo>
                    <a:pt x="666" y="266"/>
                  </a:lnTo>
                  <a:lnTo>
                    <a:pt x="665" y="266"/>
                  </a:lnTo>
                  <a:lnTo>
                    <a:pt x="664" y="267"/>
                  </a:lnTo>
                  <a:lnTo>
                    <a:pt x="662" y="267"/>
                  </a:lnTo>
                  <a:lnTo>
                    <a:pt x="662" y="266"/>
                  </a:lnTo>
                  <a:lnTo>
                    <a:pt x="660" y="264"/>
                  </a:lnTo>
                  <a:lnTo>
                    <a:pt x="661" y="262"/>
                  </a:lnTo>
                  <a:lnTo>
                    <a:pt x="662" y="262"/>
                  </a:lnTo>
                  <a:lnTo>
                    <a:pt x="664" y="260"/>
                  </a:lnTo>
                  <a:lnTo>
                    <a:pt x="666" y="260"/>
                  </a:lnTo>
                  <a:lnTo>
                    <a:pt x="668" y="260"/>
                  </a:lnTo>
                  <a:lnTo>
                    <a:pt x="668" y="259"/>
                  </a:lnTo>
                  <a:lnTo>
                    <a:pt x="666" y="259"/>
                  </a:lnTo>
                  <a:lnTo>
                    <a:pt x="666" y="258"/>
                  </a:lnTo>
                  <a:lnTo>
                    <a:pt x="669" y="256"/>
                  </a:lnTo>
                  <a:lnTo>
                    <a:pt x="670" y="254"/>
                  </a:lnTo>
                  <a:lnTo>
                    <a:pt x="668" y="256"/>
                  </a:lnTo>
                  <a:lnTo>
                    <a:pt x="665" y="256"/>
                  </a:lnTo>
                  <a:lnTo>
                    <a:pt x="664" y="255"/>
                  </a:lnTo>
                  <a:lnTo>
                    <a:pt x="664" y="254"/>
                  </a:lnTo>
                  <a:lnTo>
                    <a:pt x="665" y="254"/>
                  </a:lnTo>
                  <a:lnTo>
                    <a:pt x="665" y="252"/>
                  </a:lnTo>
                  <a:lnTo>
                    <a:pt x="662" y="250"/>
                  </a:lnTo>
                  <a:lnTo>
                    <a:pt x="662" y="246"/>
                  </a:lnTo>
                  <a:lnTo>
                    <a:pt x="662" y="246"/>
                  </a:lnTo>
                  <a:lnTo>
                    <a:pt x="665" y="246"/>
                  </a:lnTo>
                  <a:lnTo>
                    <a:pt x="665" y="242"/>
                  </a:lnTo>
                  <a:lnTo>
                    <a:pt x="668" y="239"/>
                  </a:lnTo>
                  <a:lnTo>
                    <a:pt x="668" y="238"/>
                  </a:lnTo>
                  <a:lnTo>
                    <a:pt x="669" y="237"/>
                  </a:lnTo>
                  <a:lnTo>
                    <a:pt x="669" y="235"/>
                  </a:lnTo>
                  <a:lnTo>
                    <a:pt x="664" y="231"/>
                  </a:lnTo>
                  <a:lnTo>
                    <a:pt x="660" y="227"/>
                  </a:lnTo>
                  <a:lnTo>
                    <a:pt x="660" y="230"/>
                  </a:lnTo>
                  <a:lnTo>
                    <a:pt x="657" y="230"/>
                  </a:lnTo>
                  <a:lnTo>
                    <a:pt x="656" y="229"/>
                  </a:lnTo>
                  <a:lnTo>
                    <a:pt x="653" y="229"/>
                  </a:lnTo>
                  <a:lnTo>
                    <a:pt x="652" y="231"/>
                  </a:lnTo>
                  <a:lnTo>
                    <a:pt x="651" y="233"/>
                  </a:lnTo>
                  <a:lnTo>
                    <a:pt x="651" y="235"/>
                  </a:lnTo>
                  <a:lnTo>
                    <a:pt x="648" y="238"/>
                  </a:lnTo>
                  <a:lnTo>
                    <a:pt x="648" y="242"/>
                  </a:lnTo>
                  <a:lnTo>
                    <a:pt x="647" y="242"/>
                  </a:lnTo>
                  <a:lnTo>
                    <a:pt x="644" y="246"/>
                  </a:lnTo>
                  <a:lnTo>
                    <a:pt x="643" y="246"/>
                  </a:lnTo>
                  <a:lnTo>
                    <a:pt x="637" y="249"/>
                  </a:lnTo>
                  <a:lnTo>
                    <a:pt x="636" y="254"/>
                  </a:lnTo>
                  <a:lnTo>
                    <a:pt x="636" y="255"/>
                  </a:lnTo>
                  <a:lnTo>
                    <a:pt x="636" y="256"/>
                  </a:lnTo>
                  <a:lnTo>
                    <a:pt x="637" y="259"/>
                  </a:lnTo>
                  <a:lnTo>
                    <a:pt x="635" y="259"/>
                  </a:lnTo>
                  <a:lnTo>
                    <a:pt x="636" y="260"/>
                  </a:lnTo>
                  <a:lnTo>
                    <a:pt x="635" y="263"/>
                  </a:lnTo>
                  <a:lnTo>
                    <a:pt x="632" y="263"/>
                  </a:lnTo>
                  <a:lnTo>
                    <a:pt x="628" y="263"/>
                  </a:lnTo>
                  <a:lnTo>
                    <a:pt x="623" y="262"/>
                  </a:lnTo>
                  <a:lnTo>
                    <a:pt x="623" y="263"/>
                  </a:lnTo>
                  <a:lnTo>
                    <a:pt x="622" y="263"/>
                  </a:lnTo>
                  <a:lnTo>
                    <a:pt x="622" y="266"/>
                  </a:lnTo>
                  <a:lnTo>
                    <a:pt x="622" y="267"/>
                  </a:lnTo>
                  <a:lnTo>
                    <a:pt x="622" y="268"/>
                  </a:lnTo>
                  <a:lnTo>
                    <a:pt x="620" y="270"/>
                  </a:lnTo>
                  <a:lnTo>
                    <a:pt x="622" y="272"/>
                  </a:lnTo>
                  <a:lnTo>
                    <a:pt x="622" y="275"/>
                  </a:lnTo>
                  <a:lnTo>
                    <a:pt x="624" y="276"/>
                  </a:lnTo>
                  <a:lnTo>
                    <a:pt x="628" y="279"/>
                  </a:lnTo>
                  <a:lnTo>
                    <a:pt x="628" y="280"/>
                  </a:lnTo>
                  <a:lnTo>
                    <a:pt x="631" y="284"/>
                  </a:lnTo>
                  <a:lnTo>
                    <a:pt x="631" y="283"/>
                  </a:lnTo>
                  <a:lnTo>
                    <a:pt x="631" y="284"/>
                  </a:lnTo>
                  <a:lnTo>
                    <a:pt x="632" y="283"/>
                  </a:lnTo>
                  <a:lnTo>
                    <a:pt x="633" y="283"/>
                  </a:lnTo>
                  <a:lnTo>
                    <a:pt x="633" y="283"/>
                  </a:lnTo>
                  <a:lnTo>
                    <a:pt x="635" y="283"/>
                  </a:lnTo>
                  <a:lnTo>
                    <a:pt x="639" y="283"/>
                  </a:lnTo>
                  <a:lnTo>
                    <a:pt x="639" y="285"/>
                  </a:lnTo>
                  <a:lnTo>
                    <a:pt x="639" y="288"/>
                  </a:lnTo>
                  <a:lnTo>
                    <a:pt x="641" y="295"/>
                  </a:lnTo>
                  <a:lnTo>
                    <a:pt x="645" y="295"/>
                  </a:lnTo>
                  <a:lnTo>
                    <a:pt x="647" y="293"/>
                  </a:lnTo>
                  <a:lnTo>
                    <a:pt x="649" y="293"/>
                  </a:lnTo>
                  <a:lnTo>
                    <a:pt x="651" y="293"/>
                  </a:lnTo>
                  <a:lnTo>
                    <a:pt x="652" y="291"/>
                  </a:lnTo>
                  <a:lnTo>
                    <a:pt x="651" y="289"/>
                  </a:lnTo>
                  <a:lnTo>
                    <a:pt x="651" y="289"/>
                  </a:lnTo>
                  <a:lnTo>
                    <a:pt x="653" y="288"/>
                  </a:lnTo>
                  <a:lnTo>
                    <a:pt x="655" y="287"/>
                  </a:lnTo>
                  <a:lnTo>
                    <a:pt x="655" y="284"/>
                  </a:lnTo>
                  <a:lnTo>
                    <a:pt x="655" y="283"/>
                  </a:lnTo>
                  <a:lnTo>
                    <a:pt x="657" y="283"/>
                  </a:lnTo>
                  <a:lnTo>
                    <a:pt x="662" y="280"/>
                  </a:lnTo>
                  <a:lnTo>
                    <a:pt x="664" y="281"/>
                  </a:lnTo>
                  <a:lnTo>
                    <a:pt x="665" y="283"/>
                  </a:lnTo>
                  <a:lnTo>
                    <a:pt x="666" y="284"/>
                  </a:lnTo>
                  <a:lnTo>
                    <a:pt x="668" y="285"/>
                  </a:lnTo>
                  <a:lnTo>
                    <a:pt x="669" y="287"/>
                  </a:lnTo>
                  <a:lnTo>
                    <a:pt x="677" y="285"/>
                  </a:lnTo>
                  <a:lnTo>
                    <a:pt x="677" y="285"/>
                  </a:lnTo>
                  <a:lnTo>
                    <a:pt x="680" y="285"/>
                  </a:lnTo>
                  <a:lnTo>
                    <a:pt x="680" y="285"/>
                  </a:lnTo>
                  <a:lnTo>
                    <a:pt x="683" y="285"/>
                  </a:lnTo>
                  <a:lnTo>
                    <a:pt x="686" y="285"/>
                  </a:lnTo>
                  <a:lnTo>
                    <a:pt x="687" y="285"/>
                  </a:lnTo>
                  <a:lnTo>
                    <a:pt x="685" y="287"/>
                  </a:lnTo>
                  <a:lnTo>
                    <a:pt x="685" y="288"/>
                  </a:lnTo>
                  <a:lnTo>
                    <a:pt x="686" y="291"/>
                  </a:lnTo>
                  <a:lnTo>
                    <a:pt x="685" y="291"/>
                  </a:lnTo>
                  <a:lnTo>
                    <a:pt x="683" y="292"/>
                  </a:lnTo>
                  <a:lnTo>
                    <a:pt x="683" y="295"/>
                  </a:lnTo>
                  <a:lnTo>
                    <a:pt x="686" y="295"/>
                  </a:lnTo>
                  <a:lnTo>
                    <a:pt x="686" y="296"/>
                  </a:lnTo>
                  <a:lnTo>
                    <a:pt x="683" y="299"/>
                  </a:lnTo>
                  <a:lnTo>
                    <a:pt x="680" y="296"/>
                  </a:lnTo>
                  <a:lnTo>
                    <a:pt x="680" y="295"/>
                  </a:lnTo>
                  <a:lnTo>
                    <a:pt x="678" y="296"/>
                  </a:lnTo>
                  <a:lnTo>
                    <a:pt x="678" y="295"/>
                  </a:lnTo>
                  <a:lnTo>
                    <a:pt x="676" y="299"/>
                  </a:lnTo>
                  <a:lnTo>
                    <a:pt x="674" y="299"/>
                  </a:lnTo>
                  <a:lnTo>
                    <a:pt x="672" y="300"/>
                  </a:lnTo>
                  <a:lnTo>
                    <a:pt x="669" y="300"/>
                  </a:lnTo>
                  <a:lnTo>
                    <a:pt x="669" y="301"/>
                  </a:lnTo>
                  <a:lnTo>
                    <a:pt x="666" y="300"/>
                  </a:lnTo>
                  <a:lnTo>
                    <a:pt x="664" y="300"/>
                  </a:lnTo>
                  <a:lnTo>
                    <a:pt x="666" y="301"/>
                  </a:lnTo>
                  <a:lnTo>
                    <a:pt x="668" y="304"/>
                  </a:lnTo>
                  <a:lnTo>
                    <a:pt x="664" y="304"/>
                  </a:lnTo>
                  <a:lnTo>
                    <a:pt x="664" y="306"/>
                  </a:lnTo>
                  <a:lnTo>
                    <a:pt x="661" y="306"/>
                  </a:lnTo>
                  <a:lnTo>
                    <a:pt x="658" y="309"/>
                  </a:lnTo>
                  <a:lnTo>
                    <a:pt x="660" y="310"/>
                  </a:lnTo>
                  <a:lnTo>
                    <a:pt x="662" y="312"/>
                  </a:lnTo>
                  <a:lnTo>
                    <a:pt x="660" y="314"/>
                  </a:lnTo>
                  <a:lnTo>
                    <a:pt x="658" y="313"/>
                  </a:lnTo>
                  <a:lnTo>
                    <a:pt x="657" y="317"/>
                  </a:lnTo>
                  <a:lnTo>
                    <a:pt x="655" y="317"/>
                  </a:lnTo>
                  <a:lnTo>
                    <a:pt x="655" y="317"/>
                  </a:lnTo>
                  <a:lnTo>
                    <a:pt x="653" y="320"/>
                  </a:lnTo>
                  <a:lnTo>
                    <a:pt x="655" y="322"/>
                  </a:lnTo>
                  <a:lnTo>
                    <a:pt x="653" y="326"/>
                  </a:lnTo>
                  <a:lnTo>
                    <a:pt x="653" y="333"/>
                  </a:lnTo>
                  <a:lnTo>
                    <a:pt x="655" y="333"/>
                  </a:lnTo>
                  <a:lnTo>
                    <a:pt x="661" y="335"/>
                  </a:lnTo>
                  <a:lnTo>
                    <a:pt x="661" y="337"/>
                  </a:lnTo>
                  <a:lnTo>
                    <a:pt x="662" y="337"/>
                  </a:lnTo>
                  <a:lnTo>
                    <a:pt x="669" y="339"/>
                  </a:lnTo>
                  <a:lnTo>
                    <a:pt x="673" y="347"/>
                  </a:lnTo>
                  <a:lnTo>
                    <a:pt x="673" y="347"/>
                  </a:lnTo>
                  <a:lnTo>
                    <a:pt x="672" y="350"/>
                  </a:lnTo>
                  <a:lnTo>
                    <a:pt x="674" y="351"/>
                  </a:lnTo>
                  <a:lnTo>
                    <a:pt x="674" y="354"/>
                  </a:lnTo>
                  <a:lnTo>
                    <a:pt x="680" y="358"/>
                  </a:lnTo>
                  <a:lnTo>
                    <a:pt x="680" y="360"/>
                  </a:lnTo>
                  <a:lnTo>
                    <a:pt x="682" y="366"/>
                  </a:lnTo>
                  <a:lnTo>
                    <a:pt x="685" y="366"/>
                  </a:lnTo>
                  <a:lnTo>
                    <a:pt x="687" y="366"/>
                  </a:lnTo>
                  <a:lnTo>
                    <a:pt x="689" y="367"/>
                  </a:lnTo>
                  <a:lnTo>
                    <a:pt x="689" y="368"/>
                  </a:lnTo>
                  <a:lnTo>
                    <a:pt x="691" y="371"/>
                  </a:lnTo>
                  <a:lnTo>
                    <a:pt x="693" y="372"/>
                  </a:lnTo>
                  <a:lnTo>
                    <a:pt x="694" y="375"/>
                  </a:lnTo>
                  <a:lnTo>
                    <a:pt x="693" y="376"/>
                  </a:lnTo>
                  <a:lnTo>
                    <a:pt x="687" y="375"/>
                  </a:lnTo>
                  <a:lnTo>
                    <a:pt x="685" y="376"/>
                  </a:lnTo>
                  <a:lnTo>
                    <a:pt x="682" y="374"/>
                  </a:lnTo>
                  <a:lnTo>
                    <a:pt x="681" y="374"/>
                  </a:lnTo>
                  <a:lnTo>
                    <a:pt x="678" y="372"/>
                  </a:lnTo>
                  <a:lnTo>
                    <a:pt x="674" y="372"/>
                  </a:lnTo>
                  <a:lnTo>
                    <a:pt x="673" y="374"/>
                  </a:lnTo>
                  <a:lnTo>
                    <a:pt x="670" y="374"/>
                  </a:lnTo>
                  <a:lnTo>
                    <a:pt x="669" y="372"/>
                  </a:lnTo>
                  <a:lnTo>
                    <a:pt x="668" y="368"/>
                  </a:lnTo>
                  <a:lnTo>
                    <a:pt x="664" y="370"/>
                  </a:lnTo>
                  <a:lnTo>
                    <a:pt x="662" y="370"/>
                  </a:lnTo>
                  <a:lnTo>
                    <a:pt x="661" y="370"/>
                  </a:lnTo>
                  <a:lnTo>
                    <a:pt x="660" y="370"/>
                  </a:lnTo>
                  <a:lnTo>
                    <a:pt x="658" y="370"/>
                  </a:lnTo>
                  <a:lnTo>
                    <a:pt x="657" y="371"/>
                  </a:lnTo>
                  <a:lnTo>
                    <a:pt x="655" y="376"/>
                  </a:lnTo>
                  <a:lnTo>
                    <a:pt x="657" y="372"/>
                  </a:lnTo>
                  <a:lnTo>
                    <a:pt x="660" y="371"/>
                  </a:lnTo>
                  <a:lnTo>
                    <a:pt x="662" y="371"/>
                  </a:lnTo>
                  <a:lnTo>
                    <a:pt x="665" y="371"/>
                  </a:lnTo>
                  <a:lnTo>
                    <a:pt x="666" y="371"/>
                  </a:lnTo>
                  <a:lnTo>
                    <a:pt x="666" y="372"/>
                  </a:lnTo>
                  <a:lnTo>
                    <a:pt x="670" y="375"/>
                  </a:lnTo>
                  <a:lnTo>
                    <a:pt x="672" y="375"/>
                  </a:lnTo>
                  <a:lnTo>
                    <a:pt x="676" y="372"/>
                  </a:lnTo>
                  <a:lnTo>
                    <a:pt x="678" y="372"/>
                  </a:lnTo>
                  <a:lnTo>
                    <a:pt x="682" y="378"/>
                  </a:lnTo>
                  <a:lnTo>
                    <a:pt x="686" y="380"/>
                  </a:lnTo>
                  <a:lnTo>
                    <a:pt x="693" y="384"/>
                  </a:lnTo>
                  <a:lnTo>
                    <a:pt x="695" y="388"/>
                  </a:lnTo>
                  <a:lnTo>
                    <a:pt x="695" y="389"/>
                  </a:lnTo>
                  <a:lnTo>
                    <a:pt x="693" y="391"/>
                  </a:lnTo>
                  <a:lnTo>
                    <a:pt x="690" y="393"/>
                  </a:lnTo>
                  <a:lnTo>
                    <a:pt x="687" y="393"/>
                  </a:lnTo>
                  <a:lnTo>
                    <a:pt x="687" y="395"/>
                  </a:lnTo>
                  <a:lnTo>
                    <a:pt x="686" y="396"/>
                  </a:lnTo>
                  <a:lnTo>
                    <a:pt x="685" y="397"/>
                  </a:lnTo>
                  <a:lnTo>
                    <a:pt x="682" y="396"/>
                  </a:lnTo>
                  <a:lnTo>
                    <a:pt x="681" y="397"/>
                  </a:lnTo>
                  <a:lnTo>
                    <a:pt x="678" y="397"/>
                  </a:lnTo>
                  <a:lnTo>
                    <a:pt x="676" y="400"/>
                  </a:lnTo>
                  <a:lnTo>
                    <a:pt x="676" y="403"/>
                  </a:lnTo>
                  <a:lnTo>
                    <a:pt x="677" y="400"/>
                  </a:lnTo>
                  <a:lnTo>
                    <a:pt x="678" y="399"/>
                  </a:lnTo>
                  <a:lnTo>
                    <a:pt x="681" y="397"/>
                  </a:lnTo>
                  <a:lnTo>
                    <a:pt x="683" y="401"/>
                  </a:lnTo>
                  <a:lnTo>
                    <a:pt x="686" y="401"/>
                  </a:lnTo>
                  <a:lnTo>
                    <a:pt x="689" y="399"/>
                  </a:lnTo>
                  <a:lnTo>
                    <a:pt x="691" y="399"/>
                  </a:lnTo>
                  <a:lnTo>
                    <a:pt x="695" y="404"/>
                  </a:lnTo>
                  <a:lnTo>
                    <a:pt x="697" y="403"/>
                  </a:lnTo>
                  <a:lnTo>
                    <a:pt x="698" y="404"/>
                  </a:lnTo>
                  <a:lnTo>
                    <a:pt x="699" y="404"/>
                  </a:lnTo>
                  <a:lnTo>
                    <a:pt x="701" y="405"/>
                  </a:lnTo>
                  <a:lnTo>
                    <a:pt x="695" y="409"/>
                  </a:lnTo>
                  <a:lnTo>
                    <a:pt x="691" y="410"/>
                  </a:lnTo>
                  <a:lnTo>
                    <a:pt x="691" y="413"/>
                  </a:lnTo>
                  <a:lnTo>
                    <a:pt x="693" y="413"/>
                  </a:lnTo>
                  <a:lnTo>
                    <a:pt x="697" y="410"/>
                  </a:lnTo>
                  <a:lnTo>
                    <a:pt x="699" y="410"/>
                  </a:lnTo>
                  <a:lnTo>
                    <a:pt x="699" y="409"/>
                  </a:lnTo>
                  <a:lnTo>
                    <a:pt x="698" y="409"/>
                  </a:lnTo>
                  <a:lnTo>
                    <a:pt x="699" y="408"/>
                  </a:lnTo>
                  <a:lnTo>
                    <a:pt x="701" y="408"/>
                  </a:lnTo>
                  <a:lnTo>
                    <a:pt x="702" y="412"/>
                  </a:lnTo>
                  <a:lnTo>
                    <a:pt x="702" y="413"/>
                  </a:lnTo>
                  <a:lnTo>
                    <a:pt x="701" y="414"/>
                  </a:lnTo>
                  <a:lnTo>
                    <a:pt x="701" y="413"/>
                  </a:lnTo>
                  <a:lnTo>
                    <a:pt x="699" y="413"/>
                  </a:lnTo>
                  <a:lnTo>
                    <a:pt x="699" y="414"/>
                  </a:lnTo>
                  <a:lnTo>
                    <a:pt x="698" y="414"/>
                  </a:lnTo>
                  <a:lnTo>
                    <a:pt x="695" y="414"/>
                  </a:lnTo>
                  <a:lnTo>
                    <a:pt x="693" y="416"/>
                  </a:lnTo>
                  <a:lnTo>
                    <a:pt x="693" y="417"/>
                  </a:lnTo>
                  <a:lnTo>
                    <a:pt x="697" y="417"/>
                  </a:lnTo>
                  <a:lnTo>
                    <a:pt x="698" y="418"/>
                  </a:lnTo>
                  <a:lnTo>
                    <a:pt x="698" y="420"/>
                  </a:lnTo>
                  <a:lnTo>
                    <a:pt x="697" y="420"/>
                  </a:lnTo>
                  <a:lnTo>
                    <a:pt x="695" y="421"/>
                  </a:lnTo>
                  <a:lnTo>
                    <a:pt x="697" y="421"/>
                  </a:lnTo>
                  <a:lnTo>
                    <a:pt x="698" y="422"/>
                  </a:lnTo>
                  <a:lnTo>
                    <a:pt x="697" y="424"/>
                  </a:lnTo>
                  <a:lnTo>
                    <a:pt x="695" y="424"/>
                  </a:lnTo>
                  <a:lnTo>
                    <a:pt x="694" y="424"/>
                  </a:lnTo>
                  <a:lnTo>
                    <a:pt x="695" y="425"/>
                  </a:lnTo>
                  <a:lnTo>
                    <a:pt x="698" y="425"/>
                  </a:lnTo>
                  <a:lnTo>
                    <a:pt x="699" y="428"/>
                  </a:lnTo>
                  <a:lnTo>
                    <a:pt x="697" y="429"/>
                  </a:lnTo>
                  <a:lnTo>
                    <a:pt x="697" y="431"/>
                  </a:lnTo>
                  <a:lnTo>
                    <a:pt x="695" y="430"/>
                  </a:lnTo>
                  <a:lnTo>
                    <a:pt x="695" y="429"/>
                  </a:lnTo>
                  <a:lnTo>
                    <a:pt x="694" y="429"/>
                  </a:lnTo>
                  <a:lnTo>
                    <a:pt x="691" y="433"/>
                  </a:lnTo>
                  <a:lnTo>
                    <a:pt x="690" y="434"/>
                  </a:lnTo>
                  <a:lnTo>
                    <a:pt x="687" y="433"/>
                  </a:lnTo>
                  <a:lnTo>
                    <a:pt x="690" y="434"/>
                  </a:lnTo>
                  <a:lnTo>
                    <a:pt x="690" y="435"/>
                  </a:lnTo>
                  <a:lnTo>
                    <a:pt x="690" y="437"/>
                  </a:lnTo>
                  <a:lnTo>
                    <a:pt x="689" y="438"/>
                  </a:lnTo>
                  <a:lnTo>
                    <a:pt x="689" y="439"/>
                  </a:lnTo>
                  <a:lnTo>
                    <a:pt x="690" y="441"/>
                  </a:lnTo>
                  <a:lnTo>
                    <a:pt x="689" y="442"/>
                  </a:lnTo>
                  <a:lnTo>
                    <a:pt x="689" y="443"/>
                  </a:lnTo>
                  <a:lnTo>
                    <a:pt x="687" y="445"/>
                  </a:lnTo>
                  <a:lnTo>
                    <a:pt x="686" y="443"/>
                  </a:lnTo>
                  <a:lnTo>
                    <a:pt x="685" y="445"/>
                  </a:lnTo>
                  <a:lnTo>
                    <a:pt x="687" y="445"/>
                  </a:lnTo>
                  <a:lnTo>
                    <a:pt x="689" y="447"/>
                  </a:lnTo>
                  <a:lnTo>
                    <a:pt x="686" y="447"/>
                  </a:lnTo>
                  <a:lnTo>
                    <a:pt x="686" y="449"/>
                  </a:lnTo>
                  <a:lnTo>
                    <a:pt x="682" y="451"/>
                  </a:lnTo>
                  <a:lnTo>
                    <a:pt x="681" y="451"/>
                  </a:lnTo>
                  <a:lnTo>
                    <a:pt x="681" y="449"/>
                  </a:lnTo>
                  <a:lnTo>
                    <a:pt x="680" y="449"/>
                  </a:lnTo>
                  <a:lnTo>
                    <a:pt x="680" y="449"/>
                  </a:lnTo>
                  <a:lnTo>
                    <a:pt x="678" y="451"/>
                  </a:lnTo>
                  <a:lnTo>
                    <a:pt x="677" y="451"/>
                  </a:lnTo>
                  <a:lnTo>
                    <a:pt x="678" y="453"/>
                  </a:lnTo>
                  <a:lnTo>
                    <a:pt x="677" y="453"/>
                  </a:lnTo>
                  <a:lnTo>
                    <a:pt x="680" y="453"/>
                  </a:lnTo>
                  <a:lnTo>
                    <a:pt x="681" y="455"/>
                  </a:lnTo>
                  <a:lnTo>
                    <a:pt x="678" y="455"/>
                  </a:lnTo>
                  <a:lnTo>
                    <a:pt x="681" y="458"/>
                  </a:lnTo>
                  <a:lnTo>
                    <a:pt x="682" y="456"/>
                  </a:lnTo>
                  <a:lnTo>
                    <a:pt x="683" y="458"/>
                  </a:lnTo>
                  <a:lnTo>
                    <a:pt x="680" y="459"/>
                  </a:lnTo>
                  <a:lnTo>
                    <a:pt x="677" y="462"/>
                  </a:lnTo>
                  <a:lnTo>
                    <a:pt x="677" y="463"/>
                  </a:lnTo>
                  <a:lnTo>
                    <a:pt x="678" y="462"/>
                  </a:lnTo>
                  <a:lnTo>
                    <a:pt x="680" y="462"/>
                  </a:lnTo>
                  <a:lnTo>
                    <a:pt x="681" y="463"/>
                  </a:lnTo>
                  <a:lnTo>
                    <a:pt x="678" y="466"/>
                  </a:lnTo>
                  <a:lnTo>
                    <a:pt x="680" y="466"/>
                  </a:lnTo>
                  <a:lnTo>
                    <a:pt x="680" y="468"/>
                  </a:lnTo>
                  <a:lnTo>
                    <a:pt x="678" y="468"/>
                  </a:lnTo>
                  <a:lnTo>
                    <a:pt x="678" y="470"/>
                  </a:lnTo>
                  <a:lnTo>
                    <a:pt x="680" y="470"/>
                  </a:lnTo>
                  <a:lnTo>
                    <a:pt x="681" y="471"/>
                  </a:lnTo>
                  <a:lnTo>
                    <a:pt x="681" y="474"/>
                  </a:lnTo>
                  <a:lnTo>
                    <a:pt x="680" y="472"/>
                  </a:lnTo>
                  <a:lnTo>
                    <a:pt x="678" y="472"/>
                  </a:lnTo>
                  <a:lnTo>
                    <a:pt x="678" y="471"/>
                  </a:lnTo>
                  <a:lnTo>
                    <a:pt x="677" y="470"/>
                  </a:lnTo>
                  <a:lnTo>
                    <a:pt x="676" y="471"/>
                  </a:lnTo>
                  <a:lnTo>
                    <a:pt x="674" y="471"/>
                  </a:lnTo>
                  <a:lnTo>
                    <a:pt x="674" y="472"/>
                  </a:lnTo>
                  <a:lnTo>
                    <a:pt x="676" y="474"/>
                  </a:lnTo>
                  <a:lnTo>
                    <a:pt x="676" y="476"/>
                  </a:lnTo>
                  <a:lnTo>
                    <a:pt x="676" y="475"/>
                  </a:lnTo>
                  <a:lnTo>
                    <a:pt x="674" y="475"/>
                  </a:lnTo>
                  <a:lnTo>
                    <a:pt x="673" y="474"/>
                  </a:lnTo>
                  <a:lnTo>
                    <a:pt x="672" y="474"/>
                  </a:lnTo>
                  <a:lnTo>
                    <a:pt x="673" y="475"/>
                  </a:lnTo>
                  <a:lnTo>
                    <a:pt x="673" y="478"/>
                  </a:lnTo>
                  <a:lnTo>
                    <a:pt x="674" y="478"/>
                  </a:lnTo>
                  <a:lnTo>
                    <a:pt x="674" y="478"/>
                  </a:lnTo>
                  <a:lnTo>
                    <a:pt x="673" y="479"/>
                  </a:lnTo>
                  <a:lnTo>
                    <a:pt x="672" y="478"/>
                  </a:lnTo>
                  <a:lnTo>
                    <a:pt x="670" y="479"/>
                  </a:lnTo>
                  <a:lnTo>
                    <a:pt x="672" y="480"/>
                  </a:lnTo>
                  <a:lnTo>
                    <a:pt x="673" y="481"/>
                  </a:lnTo>
                  <a:lnTo>
                    <a:pt x="673" y="483"/>
                  </a:lnTo>
                  <a:lnTo>
                    <a:pt x="669" y="481"/>
                  </a:lnTo>
                  <a:lnTo>
                    <a:pt x="668" y="483"/>
                  </a:lnTo>
                  <a:lnTo>
                    <a:pt x="668" y="481"/>
                  </a:lnTo>
                  <a:lnTo>
                    <a:pt x="665" y="484"/>
                  </a:lnTo>
                  <a:lnTo>
                    <a:pt x="661" y="484"/>
                  </a:lnTo>
                  <a:lnTo>
                    <a:pt x="665" y="487"/>
                  </a:lnTo>
                  <a:lnTo>
                    <a:pt x="666" y="485"/>
                  </a:lnTo>
                  <a:lnTo>
                    <a:pt x="668" y="487"/>
                  </a:lnTo>
                  <a:lnTo>
                    <a:pt x="668" y="488"/>
                  </a:lnTo>
                  <a:lnTo>
                    <a:pt x="666" y="488"/>
                  </a:lnTo>
                  <a:lnTo>
                    <a:pt x="665" y="491"/>
                  </a:lnTo>
                  <a:lnTo>
                    <a:pt x="664" y="489"/>
                  </a:lnTo>
                  <a:lnTo>
                    <a:pt x="662" y="492"/>
                  </a:lnTo>
                  <a:lnTo>
                    <a:pt x="662" y="492"/>
                  </a:lnTo>
                  <a:lnTo>
                    <a:pt x="662" y="491"/>
                  </a:lnTo>
                  <a:lnTo>
                    <a:pt x="661" y="491"/>
                  </a:lnTo>
                  <a:lnTo>
                    <a:pt x="661" y="493"/>
                  </a:lnTo>
                  <a:lnTo>
                    <a:pt x="660" y="493"/>
                  </a:lnTo>
                  <a:lnTo>
                    <a:pt x="658" y="496"/>
                  </a:lnTo>
                  <a:lnTo>
                    <a:pt x="657" y="496"/>
                  </a:lnTo>
                  <a:lnTo>
                    <a:pt x="656" y="495"/>
                  </a:lnTo>
                  <a:lnTo>
                    <a:pt x="653" y="495"/>
                  </a:lnTo>
                  <a:lnTo>
                    <a:pt x="653" y="496"/>
                  </a:lnTo>
                  <a:lnTo>
                    <a:pt x="652" y="496"/>
                  </a:lnTo>
                  <a:lnTo>
                    <a:pt x="652" y="499"/>
                  </a:lnTo>
                  <a:lnTo>
                    <a:pt x="652" y="501"/>
                  </a:lnTo>
                  <a:lnTo>
                    <a:pt x="651" y="503"/>
                  </a:lnTo>
                  <a:lnTo>
                    <a:pt x="652" y="504"/>
                  </a:lnTo>
                  <a:lnTo>
                    <a:pt x="649" y="505"/>
                  </a:lnTo>
                  <a:lnTo>
                    <a:pt x="648" y="504"/>
                  </a:lnTo>
                  <a:lnTo>
                    <a:pt x="648" y="505"/>
                  </a:lnTo>
                  <a:lnTo>
                    <a:pt x="648" y="504"/>
                  </a:lnTo>
                  <a:lnTo>
                    <a:pt x="647" y="505"/>
                  </a:lnTo>
                  <a:lnTo>
                    <a:pt x="645" y="506"/>
                  </a:lnTo>
                  <a:lnTo>
                    <a:pt x="643" y="506"/>
                  </a:lnTo>
                  <a:lnTo>
                    <a:pt x="641" y="508"/>
                  </a:lnTo>
                  <a:lnTo>
                    <a:pt x="640" y="508"/>
                  </a:lnTo>
                  <a:lnTo>
                    <a:pt x="640" y="508"/>
                  </a:lnTo>
                  <a:lnTo>
                    <a:pt x="639" y="508"/>
                  </a:lnTo>
                  <a:lnTo>
                    <a:pt x="639" y="509"/>
                  </a:lnTo>
                  <a:lnTo>
                    <a:pt x="637" y="510"/>
                  </a:lnTo>
                  <a:lnTo>
                    <a:pt x="635" y="508"/>
                  </a:lnTo>
                  <a:lnTo>
                    <a:pt x="635" y="506"/>
                  </a:lnTo>
                  <a:lnTo>
                    <a:pt x="633" y="508"/>
                  </a:lnTo>
                  <a:lnTo>
                    <a:pt x="632" y="509"/>
                  </a:lnTo>
                  <a:lnTo>
                    <a:pt x="632" y="510"/>
                  </a:lnTo>
                  <a:lnTo>
                    <a:pt x="629" y="510"/>
                  </a:lnTo>
                  <a:lnTo>
                    <a:pt x="628" y="509"/>
                  </a:lnTo>
                  <a:lnTo>
                    <a:pt x="627" y="510"/>
                  </a:lnTo>
                  <a:lnTo>
                    <a:pt x="624" y="512"/>
                  </a:lnTo>
                  <a:lnTo>
                    <a:pt x="624" y="513"/>
                  </a:lnTo>
                  <a:lnTo>
                    <a:pt x="620" y="516"/>
                  </a:lnTo>
                  <a:lnTo>
                    <a:pt x="620" y="514"/>
                  </a:lnTo>
                  <a:lnTo>
                    <a:pt x="622" y="514"/>
                  </a:lnTo>
                  <a:lnTo>
                    <a:pt x="623" y="512"/>
                  </a:lnTo>
                  <a:lnTo>
                    <a:pt x="622" y="513"/>
                  </a:lnTo>
                  <a:lnTo>
                    <a:pt x="619" y="510"/>
                  </a:lnTo>
                  <a:lnTo>
                    <a:pt x="618" y="509"/>
                  </a:lnTo>
                  <a:lnTo>
                    <a:pt x="615" y="508"/>
                  </a:lnTo>
                  <a:lnTo>
                    <a:pt x="614" y="506"/>
                  </a:lnTo>
                  <a:lnTo>
                    <a:pt x="615" y="508"/>
                  </a:lnTo>
                  <a:lnTo>
                    <a:pt x="615" y="509"/>
                  </a:lnTo>
                  <a:lnTo>
                    <a:pt x="615" y="512"/>
                  </a:lnTo>
                  <a:lnTo>
                    <a:pt x="615" y="514"/>
                  </a:lnTo>
                  <a:lnTo>
                    <a:pt x="614" y="516"/>
                  </a:lnTo>
                  <a:lnTo>
                    <a:pt x="612" y="517"/>
                  </a:lnTo>
                  <a:lnTo>
                    <a:pt x="611" y="518"/>
                  </a:lnTo>
                  <a:lnTo>
                    <a:pt x="611" y="517"/>
                  </a:lnTo>
                  <a:lnTo>
                    <a:pt x="610" y="517"/>
                  </a:lnTo>
                  <a:lnTo>
                    <a:pt x="610" y="517"/>
                  </a:lnTo>
                  <a:lnTo>
                    <a:pt x="608" y="520"/>
                  </a:lnTo>
                  <a:lnTo>
                    <a:pt x="606" y="522"/>
                  </a:lnTo>
                  <a:lnTo>
                    <a:pt x="603" y="524"/>
                  </a:lnTo>
                  <a:lnTo>
                    <a:pt x="602" y="524"/>
                  </a:lnTo>
                  <a:lnTo>
                    <a:pt x="599" y="522"/>
                  </a:lnTo>
                  <a:lnTo>
                    <a:pt x="597" y="524"/>
                  </a:lnTo>
                  <a:lnTo>
                    <a:pt x="595" y="524"/>
                  </a:lnTo>
                  <a:lnTo>
                    <a:pt x="597" y="525"/>
                  </a:lnTo>
                  <a:lnTo>
                    <a:pt x="594" y="526"/>
                  </a:lnTo>
                  <a:lnTo>
                    <a:pt x="591" y="526"/>
                  </a:lnTo>
                  <a:lnTo>
                    <a:pt x="590" y="526"/>
                  </a:lnTo>
                  <a:lnTo>
                    <a:pt x="589" y="528"/>
                  </a:lnTo>
                  <a:lnTo>
                    <a:pt x="586" y="529"/>
                  </a:lnTo>
                  <a:lnTo>
                    <a:pt x="585" y="530"/>
                  </a:lnTo>
                  <a:lnTo>
                    <a:pt x="585" y="529"/>
                  </a:lnTo>
                  <a:lnTo>
                    <a:pt x="585" y="529"/>
                  </a:lnTo>
                  <a:lnTo>
                    <a:pt x="583" y="529"/>
                  </a:lnTo>
                  <a:lnTo>
                    <a:pt x="583" y="528"/>
                  </a:lnTo>
                  <a:lnTo>
                    <a:pt x="585" y="528"/>
                  </a:lnTo>
                  <a:lnTo>
                    <a:pt x="583" y="528"/>
                  </a:lnTo>
                  <a:lnTo>
                    <a:pt x="583" y="526"/>
                  </a:lnTo>
                  <a:lnTo>
                    <a:pt x="582" y="526"/>
                  </a:lnTo>
                  <a:lnTo>
                    <a:pt x="582" y="528"/>
                  </a:lnTo>
                  <a:lnTo>
                    <a:pt x="581" y="528"/>
                  </a:lnTo>
                  <a:lnTo>
                    <a:pt x="582" y="529"/>
                  </a:lnTo>
                  <a:lnTo>
                    <a:pt x="581" y="530"/>
                  </a:lnTo>
                  <a:lnTo>
                    <a:pt x="579" y="531"/>
                  </a:lnTo>
                  <a:lnTo>
                    <a:pt x="579" y="533"/>
                  </a:lnTo>
                  <a:lnTo>
                    <a:pt x="579" y="534"/>
                  </a:lnTo>
                  <a:lnTo>
                    <a:pt x="581" y="534"/>
                  </a:lnTo>
                  <a:lnTo>
                    <a:pt x="582" y="537"/>
                  </a:lnTo>
                  <a:lnTo>
                    <a:pt x="582" y="538"/>
                  </a:lnTo>
                  <a:lnTo>
                    <a:pt x="583" y="538"/>
                  </a:lnTo>
                  <a:lnTo>
                    <a:pt x="585" y="539"/>
                  </a:lnTo>
                  <a:lnTo>
                    <a:pt x="582" y="541"/>
                  </a:lnTo>
                  <a:lnTo>
                    <a:pt x="581" y="541"/>
                  </a:lnTo>
                  <a:lnTo>
                    <a:pt x="581" y="541"/>
                  </a:lnTo>
                  <a:lnTo>
                    <a:pt x="578" y="541"/>
                  </a:lnTo>
                  <a:lnTo>
                    <a:pt x="577" y="542"/>
                  </a:lnTo>
                  <a:lnTo>
                    <a:pt x="577" y="542"/>
                  </a:lnTo>
                  <a:lnTo>
                    <a:pt x="577" y="539"/>
                  </a:lnTo>
                  <a:lnTo>
                    <a:pt x="577" y="538"/>
                  </a:lnTo>
                  <a:lnTo>
                    <a:pt x="574" y="538"/>
                  </a:lnTo>
                  <a:lnTo>
                    <a:pt x="572" y="534"/>
                  </a:lnTo>
                  <a:lnTo>
                    <a:pt x="572" y="533"/>
                  </a:lnTo>
                  <a:lnTo>
                    <a:pt x="574" y="530"/>
                  </a:lnTo>
                  <a:lnTo>
                    <a:pt x="574" y="528"/>
                  </a:lnTo>
                  <a:lnTo>
                    <a:pt x="575" y="528"/>
                  </a:lnTo>
                  <a:lnTo>
                    <a:pt x="575" y="528"/>
                  </a:lnTo>
                  <a:lnTo>
                    <a:pt x="574" y="526"/>
                  </a:lnTo>
                  <a:lnTo>
                    <a:pt x="573" y="528"/>
                  </a:lnTo>
                  <a:lnTo>
                    <a:pt x="572" y="525"/>
                  </a:lnTo>
                  <a:lnTo>
                    <a:pt x="570" y="528"/>
                  </a:lnTo>
                  <a:lnTo>
                    <a:pt x="568" y="528"/>
                  </a:lnTo>
                  <a:lnTo>
                    <a:pt x="566" y="528"/>
                  </a:lnTo>
                  <a:lnTo>
                    <a:pt x="564" y="525"/>
                  </a:lnTo>
                  <a:lnTo>
                    <a:pt x="562" y="526"/>
                  </a:lnTo>
                  <a:lnTo>
                    <a:pt x="561" y="524"/>
                  </a:lnTo>
                  <a:lnTo>
                    <a:pt x="560" y="521"/>
                  </a:lnTo>
                  <a:lnTo>
                    <a:pt x="558" y="524"/>
                  </a:lnTo>
                  <a:lnTo>
                    <a:pt x="558" y="525"/>
                  </a:lnTo>
                  <a:lnTo>
                    <a:pt x="557" y="526"/>
                  </a:lnTo>
                  <a:lnTo>
                    <a:pt x="556" y="525"/>
                  </a:lnTo>
                  <a:lnTo>
                    <a:pt x="554" y="526"/>
                  </a:lnTo>
                  <a:lnTo>
                    <a:pt x="554" y="525"/>
                  </a:lnTo>
                  <a:lnTo>
                    <a:pt x="554" y="526"/>
                  </a:lnTo>
                  <a:lnTo>
                    <a:pt x="553" y="525"/>
                  </a:lnTo>
                  <a:lnTo>
                    <a:pt x="552" y="525"/>
                  </a:lnTo>
                  <a:lnTo>
                    <a:pt x="540" y="526"/>
                  </a:lnTo>
                  <a:lnTo>
                    <a:pt x="515" y="517"/>
                  </a:lnTo>
                  <a:lnTo>
                    <a:pt x="474" y="537"/>
                  </a:lnTo>
                  <a:lnTo>
                    <a:pt x="444" y="528"/>
                  </a:lnTo>
                  <a:lnTo>
                    <a:pt x="375" y="476"/>
                  </a:lnTo>
                  <a:lnTo>
                    <a:pt x="228" y="463"/>
                  </a:lnTo>
                  <a:lnTo>
                    <a:pt x="150" y="389"/>
                  </a:lnTo>
                  <a:lnTo>
                    <a:pt x="0" y="325"/>
                  </a:lnTo>
                  <a:lnTo>
                    <a:pt x="12" y="199"/>
                  </a:lnTo>
                  <a:lnTo>
                    <a:pt x="111" y="146"/>
                  </a:lnTo>
                  <a:lnTo>
                    <a:pt x="224" y="122"/>
                  </a:lnTo>
                  <a:lnTo>
                    <a:pt x="233" y="120"/>
                  </a:lnTo>
                  <a:lnTo>
                    <a:pt x="237" y="120"/>
                  </a:lnTo>
                  <a:lnTo>
                    <a:pt x="240" y="121"/>
                  </a:lnTo>
                  <a:lnTo>
                    <a:pt x="241" y="121"/>
                  </a:lnTo>
                  <a:lnTo>
                    <a:pt x="346" y="124"/>
                  </a:lnTo>
                  <a:lnTo>
                    <a:pt x="532" y="104"/>
                  </a:lnTo>
                  <a:lnTo>
                    <a:pt x="554" y="80"/>
                  </a:lnTo>
                  <a:lnTo>
                    <a:pt x="560" y="79"/>
                  </a:lnTo>
                  <a:lnTo>
                    <a:pt x="561" y="79"/>
                  </a:lnTo>
                  <a:lnTo>
                    <a:pt x="561" y="80"/>
                  </a:lnTo>
                  <a:lnTo>
                    <a:pt x="564" y="79"/>
                  </a:lnTo>
                  <a:lnTo>
                    <a:pt x="566" y="80"/>
                  </a:lnTo>
                  <a:lnTo>
                    <a:pt x="569" y="81"/>
                  </a:lnTo>
                  <a:lnTo>
                    <a:pt x="570" y="81"/>
                  </a:lnTo>
                  <a:lnTo>
                    <a:pt x="575" y="76"/>
                  </a:lnTo>
                  <a:lnTo>
                    <a:pt x="578" y="74"/>
                  </a:lnTo>
                  <a:lnTo>
                    <a:pt x="582" y="74"/>
                  </a:lnTo>
                  <a:lnTo>
                    <a:pt x="585" y="71"/>
                  </a:lnTo>
                  <a:lnTo>
                    <a:pt x="585" y="68"/>
                  </a:lnTo>
                  <a:lnTo>
                    <a:pt x="585" y="67"/>
                  </a:lnTo>
                  <a:lnTo>
                    <a:pt x="583" y="66"/>
                  </a:lnTo>
                  <a:lnTo>
                    <a:pt x="582" y="67"/>
                  </a:lnTo>
                  <a:lnTo>
                    <a:pt x="582" y="66"/>
                  </a:lnTo>
                  <a:lnTo>
                    <a:pt x="581" y="66"/>
                  </a:lnTo>
                  <a:lnTo>
                    <a:pt x="581" y="63"/>
                  </a:lnTo>
                  <a:lnTo>
                    <a:pt x="581" y="62"/>
                  </a:lnTo>
                  <a:lnTo>
                    <a:pt x="581" y="58"/>
                  </a:lnTo>
                  <a:lnTo>
                    <a:pt x="579" y="56"/>
                  </a:lnTo>
                  <a:lnTo>
                    <a:pt x="581" y="55"/>
                  </a:lnTo>
                  <a:lnTo>
                    <a:pt x="582" y="54"/>
                  </a:lnTo>
                  <a:lnTo>
                    <a:pt x="582" y="51"/>
                  </a:lnTo>
                  <a:lnTo>
                    <a:pt x="581" y="50"/>
                  </a:lnTo>
                  <a:lnTo>
                    <a:pt x="581" y="47"/>
                  </a:lnTo>
                  <a:lnTo>
                    <a:pt x="581" y="46"/>
                  </a:lnTo>
                  <a:lnTo>
                    <a:pt x="579" y="45"/>
                  </a:lnTo>
                  <a:lnTo>
                    <a:pt x="579" y="42"/>
                  </a:lnTo>
                  <a:lnTo>
                    <a:pt x="581" y="39"/>
                  </a:lnTo>
                  <a:lnTo>
                    <a:pt x="582" y="38"/>
                  </a:lnTo>
                  <a:lnTo>
                    <a:pt x="583" y="35"/>
                  </a:lnTo>
                  <a:lnTo>
                    <a:pt x="585" y="34"/>
                  </a:lnTo>
                  <a:lnTo>
                    <a:pt x="586" y="33"/>
                  </a:lnTo>
                  <a:lnTo>
                    <a:pt x="586" y="30"/>
                  </a:lnTo>
                  <a:lnTo>
                    <a:pt x="586" y="29"/>
                  </a:lnTo>
                  <a:lnTo>
                    <a:pt x="586" y="26"/>
                  </a:lnTo>
                  <a:lnTo>
                    <a:pt x="585" y="25"/>
                  </a:lnTo>
                  <a:lnTo>
                    <a:pt x="583" y="24"/>
                  </a:lnTo>
                  <a:lnTo>
                    <a:pt x="582" y="20"/>
                  </a:lnTo>
                  <a:lnTo>
                    <a:pt x="579" y="20"/>
                  </a:lnTo>
                  <a:lnTo>
                    <a:pt x="578" y="21"/>
                  </a:lnTo>
                  <a:lnTo>
                    <a:pt x="575" y="22"/>
                  </a:lnTo>
                  <a:lnTo>
                    <a:pt x="574" y="22"/>
                  </a:lnTo>
                  <a:lnTo>
                    <a:pt x="574" y="21"/>
                  </a:lnTo>
                  <a:lnTo>
                    <a:pt x="574" y="18"/>
                  </a:lnTo>
                  <a:lnTo>
                    <a:pt x="574" y="17"/>
                  </a:lnTo>
                  <a:lnTo>
                    <a:pt x="574" y="16"/>
                  </a:lnTo>
                  <a:lnTo>
                    <a:pt x="575" y="14"/>
                  </a:lnTo>
                  <a:lnTo>
                    <a:pt x="575" y="13"/>
                  </a:lnTo>
                  <a:lnTo>
                    <a:pt x="578" y="10"/>
                  </a:lnTo>
                  <a:lnTo>
                    <a:pt x="578" y="9"/>
                  </a:lnTo>
                  <a:lnTo>
                    <a:pt x="579" y="8"/>
                  </a:lnTo>
                  <a:lnTo>
                    <a:pt x="582" y="8"/>
                  </a:lnTo>
                  <a:lnTo>
                    <a:pt x="583" y="6"/>
                  </a:lnTo>
                  <a:lnTo>
                    <a:pt x="585" y="6"/>
                  </a:lnTo>
                  <a:lnTo>
                    <a:pt x="586" y="6"/>
                  </a:lnTo>
                  <a:lnTo>
                    <a:pt x="587" y="6"/>
                  </a:lnTo>
                  <a:lnTo>
                    <a:pt x="589" y="6"/>
                  </a:lnTo>
                  <a:lnTo>
                    <a:pt x="590" y="4"/>
                  </a:lnTo>
                  <a:lnTo>
                    <a:pt x="593" y="4"/>
                  </a:lnTo>
                  <a:lnTo>
                    <a:pt x="594" y="2"/>
                  </a:lnTo>
                  <a:lnTo>
                    <a:pt x="597" y="2"/>
                  </a:lnTo>
                  <a:lnTo>
                    <a:pt x="598" y="2"/>
                  </a:lnTo>
                  <a:lnTo>
                    <a:pt x="601" y="2"/>
                  </a:lnTo>
                  <a:lnTo>
                    <a:pt x="601" y="2"/>
                  </a:lnTo>
                  <a:lnTo>
                    <a:pt x="602" y="2"/>
                  </a:lnTo>
                  <a:lnTo>
                    <a:pt x="603" y="0"/>
                  </a:lnTo>
                  <a:lnTo>
                    <a:pt x="606" y="0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" name="Freeform 344">
              <a:extLst>
                <a:ext uri="{FF2B5EF4-FFF2-40B4-BE49-F238E27FC236}">
                  <a16:creationId xmlns:a16="http://schemas.microsoft.com/office/drawing/2014/main" id="{AE7B844A-0068-401A-B65C-899F0E33DA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73782" y="1880699"/>
              <a:ext cx="1695573" cy="3264198"/>
            </a:xfrm>
            <a:custGeom>
              <a:avLst/>
              <a:gdLst>
                <a:gd name="T0" fmla="*/ 4 w 187"/>
                <a:gd name="T1" fmla="*/ 357 h 360"/>
                <a:gd name="T2" fmla="*/ 46 w 187"/>
                <a:gd name="T3" fmla="*/ 324 h 360"/>
                <a:gd name="T4" fmla="*/ 54 w 187"/>
                <a:gd name="T5" fmla="*/ 306 h 360"/>
                <a:gd name="T6" fmla="*/ 55 w 187"/>
                <a:gd name="T7" fmla="*/ 299 h 360"/>
                <a:gd name="T8" fmla="*/ 67 w 187"/>
                <a:gd name="T9" fmla="*/ 266 h 360"/>
                <a:gd name="T10" fmla="*/ 70 w 187"/>
                <a:gd name="T11" fmla="*/ 264 h 360"/>
                <a:gd name="T12" fmla="*/ 54 w 187"/>
                <a:gd name="T13" fmla="*/ 233 h 360"/>
                <a:gd name="T14" fmla="*/ 51 w 187"/>
                <a:gd name="T15" fmla="*/ 232 h 360"/>
                <a:gd name="T16" fmla="*/ 39 w 187"/>
                <a:gd name="T17" fmla="*/ 227 h 360"/>
                <a:gd name="T18" fmla="*/ 42 w 187"/>
                <a:gd name="T19" fmla="*/ 222 h 360"/>
                <a:gd name="T20" fmla="*/ 103 w 187"/>
                <a:gd name="T21" fmla="*/ 207 h 360"/>
                <a:gd name="T22" fmla="*/ 85 w 187"/>
                <a:gd name="T23" fmla="*/ 220 h 360"/>
                <a:gd name="T24" fmla="*/ 79 w 187"/>
                <a:gd name="T25" fmla="*/ 220 h 360"/>
                <a:gd name="T26" fmla="*/ 87 w 187"/>
                <a:gd name="T27" fmla="*/ 208 h 360"/>
                <a:gd name="T28" fmla="*/ 103 w 187"/>
                <a:gd name="T29" fmla="*/ 198 h 360"/>
                <a:gd name="T30" fmla="*/ 76 w 187"/>
                <a:gd name="T31" fmla="*/ 174 h 360"/>
                <a:gd name="T32" fmla="*/ 129 w 187"/>
                <a:gd name="T33" fmla="*/ 133 h 360"/>
                <a:gd name="T34" fmla="*/ 128 w 187"/>
                <a:gd name="T35" fmla="*/ 139 h 360"/>
                <a:gd name="T36" fmla="*/ 147 w 187"/>
                <a:gd name="T37" fmla="*/ 79 h 360"/>
                <a:gd name="T38" fmla="*/ 163 w 187"/>
                <a:gd name="T39" fmla="*/ 111 h 360"/>
                <a:gd name="T40" fmla="*/ 164 w 187"/>
                <a:gd name="T41" fmla="*/ 129 h 360"/>
                <a:gd name="T42" fmla="*/ 162 w 187"/>
                <a:gd name="T43" fmla="*/ 166 h 360"/>
                <a:gd name="T44" fmla="*/ 158 w 187"/>
                <a:gd name="T45" fmla="*/ 189 h 360"/>
                <a:gd name="T46" fmla="*/ 153 w 187"/>
                <a:gd name="T47" fmla="*/ 181 h 360"/>
                <a:gd name="T48" fmla="*/ 141 w 187"/>
                <a:gd name="T49" fmla="*/ 190 h 360"/>
                <a:gd name="T50" fmla="*/ 129 w 187"/>
                <a:gd name="T51" fmla="*/ 193 h 360"/>
                <a:gd name="T52" fmla="*/ 120 w 187"/>
                <a:gd name="T53" fmla="*/ 194 h 360"/>
                <a:gd name="T54" fmla="*/ 118 w 187"/>
                <a:gd name="T55" fmla="*/ 207 h 360"/>
                <a:gd name="T56" fmla="*/ 105 w 187"/>
                <a:gd name="T57" fmla="*/ 202 h 360"/>
                <a:gd name="T58" fmla="*/ 92 w 187"/>
                <a:gd name="T59" fmla="*/ 200 h 360"/>
                <a:gd name="T60" fmla="*/ 74 w 187"/>
                <a:gd name="T61" fmla="*/ 206 h 360"/>
                <a:gd name="T62" fmla="*/ 66 w 187"/>
                <a:gd name="T63" fmla="*/ 214 h 360"/>
                <a:gd name="T64" fmla="*/ 74 w 187"/>
                <a:gd name="T65" fmla="*/ 224 h 360"/>
                <a:gd name="T66" fmla="*/ 68 w 187"/>
                <a:gd name="T67" fmla="*/ 248 h 360"/>
                <a:gd name="T68" fmla="*/ 64 w 187"/>
                <a:gd name="T69" fmla="*/ 245 h 360"/>
                <a:gd name="T70" fmla="*/ 59 w 187"/>
                <a:gd name="T71" fmla="*/ 249 h 360"/>
                <a:gd name="T72" fmla="*/ 52 w 187"/>
                <a:gd name="T73" fmla="*/ 222 h 360"/>
                <a:gd name="T74" fmla="*/ 51 w 187"/>
                <a:gd name="T75" fmla="*/ 228 h 360"/>
                <a:gd name="T76" fmla="*/ 49 w 187"/>
                <a:gd name="T77" fmla="*/ 227 h 360"/>
                <a:gd name="T78" fmla="*/ 56 w 187"/>
                <a:gd name="T79" fmla="*/ 211 h 360"/>
                <a:gd name="T80" fmla="*/ 67 w 187"/>
                <a:gd name="T81" fmla="*/ 195 h 360"/>
                <a:gd name="T82" fmla="*/ 92 w 187"/>
                <a:gd name="T83" fmla="*/ 181 h 360"/>
                <a:gd name="T84" fmla="*/ 108 w 187"/>
                <a:gd name="T85" fmla="*/ 179 h 360"/>
                <a:gd name="T86" fmla="*/ 113 w 187"/>
                <a:gd name="T87" fmla="*/ 161 h 360"/>
                <a:gd name="T88" fmla="*/ 114 w 187"/>
                <a:gd name="T89" fmla="*/ 153 h 360"/>
                <a:gd name="T90" fmla="*/ 135 w 187"/>
                <a:gd name="T91" fmla="*/ 139 h 360"/>
                <a:gd name="T92" fmla="*/ 133 w 187"/>
                <a:gd name="T93" fmla="*/ 102 h 360"/>
                <a:gd name="T94" fmla="*/ 135 w 187"/>
                <a:gd name="T95" fmla="*/ 82 h 360"/>
                <a:gd name="T96" fmla="*/ 145 w 187"/>
                <a:gd name="T97" fmla="*/ 83 h 360"/>
                <a:gd name="T98" fmla="*/ 120 w 187"/>
                <a:gd name="T99" fmla="*/ 62 h 360"/>
                <a:gd name="T100" fmla="*/ 139 w 187"/>
                <a:gd name="T101" fmla="*/ 6 h 360"/>
                <a:gd name="T102" fmla="*/ 167 w 187"/>
                <a:gd name="T103" fmla="*/ 25 h 360"/>
                <a:gd name="T104" fmla="*/ 179 w 187"/>
                <a:gd name="T105" fmla="*/ 31 h 360"/>
                <a:gd name="T106" fmla="*/ 184 w 187"/>
                <a:gd name="T107" fmla="*/ 37 h 360"/>
                <a:gd name="T108" fmla="*/ 166 w 187"/>
                <a:gd name="T109" fmla="*/ 48 h 360"/>
                <a:gd name="T110" fmla="*/ 149 w 187"/>
                <a:gd name="T111" fmla="*/ 53 h 360"/>
                <a:gd name="T112" fmla="*/ 129 w 187"/>
                <a:gd name="T113" fmla="*/ 58 h 360"/>
                <a:gd name="T114" fmla="*/ 137 w 187"/>
                <a:gd name="T115" fmla="*/ 69 h 360"/>
                <a:gd name="T116" fmla="*/ 124 w 187"/>
                <a:gd name="T117" fmla="*/ 62 h 360"/>
                <a:gd name="T118" fmla="*/ 128 w 187"/>
                <a:gd name="T119" fmla="*/ 47 h 360"/>
                <a:gd name="T120" fmla="*/ 135 w 187"/>
                <a:gd name="T121" fmla="*/ 39 h 360"/>
                <a:gd name="T122" fmla="*/ 133 w 187"/>
                <a:gd name="T123" fmla="*/ 18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7" h="360">
                  <a:moveTo>
                    <a:pt x="2" y="358"/>
                  </a:moveTo>
                  <a:lnTo>
                    <a:pt x="2" y="360"/>
                  </a:lnTo>
                  <a:lnTo>
                    <a:pt x="2" y="360"/>
                  </a:lnTo>
                  <a:lnTo>
                    <a:pt x="0" y="360"/>
                  </a:lnTo>
                  <a:lnTo>
                    <a:pt x="1" y="358"/>
                  </a:lnTo>
                  <a:lnTo>
                    <a:pt x="2" y="358"/>
                  </a:lnTo>
                  <a:close/>
                  <a:moveTo>
                    <a:pt x="5" y="356"/>
                  </a:moveTo>
                  <a:lnTo>
                    <a:pt x="6" y="357"/>
                  </a:lnTo>
                  <a:lnTo>
                    <a:pt x="6" y="360"/>
                  </a:lnTo>
                  <a:lnTo>
                    <a:pt x="5" y="358"/>
                  </a:lnTo>
                  <a:lnTo>
                    <a:pt x="4" y="357"/>
                  </a:lnTo>
                  <a:lnTo>
                    <a:pt x="5" y="356"/>
                  </a:lnTo>
                  <a:close/>
                  <a:moveTo>
                    <a:pt x="16" y="349"/>
                  </a:moveTo>
                  <a:lnTo>
                    <a:pt x="18" y="351"/>
                  </a:lnTo>
                  <a:lnTo>
                    <a:pt x="18" y="353"/>
                  </a:lnTo>
                  <a:lnTo>
                    <a:pt x="16" y="353"/>
                  </a:lnTo>
                  <a:lnTo>
                    <a:pt x="16" y="352"/>
                  </a:lnTo>
                  <a:lnTo>
                    <a:pt x="16" y="349"/>
                  </a:lnTo>
                  <a:close/>
                  <a:moveTo>
                    <a:pt x="46" y="319"/>
                  </a:moveTo>
                  <a:lnTo>
                    <a:pt x="46" y="320"/>
                  </a:lnTo>
                  <a:lnTo>
                    <a:pt x="46" y="323"/>
                  </a:lnTo>
                  <a:lnTo>
                    <a:pt x="46" y="324"/>
                  </a:lnTo>
                  <a:lnTo>
                    <a:pt x="42" y="326"/>
                  </a:lnTo>
                  <a:lnTo>
                    <a:pt x="42" y="328"/>
                  </a:lnTo>
                  <a:lnTo>
                    <a:pt x="41" y="328"/>
                  </a:lnTo>
                  <a:lnTo>
                    <a:pt x="41" y="326"/>
                  </a:lnTo>
                  <a:lnTo>
                    <a:pt x="42" y="324"/>
                  </a:lnTo>
                  <a:lnTo>
                    <a:pt x="43" y="323"/>
                  </a:lnTo>
                  <a:lnTo>
                    <a:pt x="42" y="322"/>
                  </a:lnTo>
                  <a:lnTo>
                    <a:pt x="45" y="320"/>
                  </a:lnTo>
                  <a:lnTo>
                    <a:pt x="46" y="319"/>
                  </a:lnTo>
                  <a:close/>
                  <a:moveTo>
                    <a:pt x="52" y="304"/>
                  </a:moveTo>
                  <a:lnTo>
                    <a:pt x="54" y="306"/>
                  </a:lnTo>
                  <a:lnTo>
                    <a:pt x="54" y="308"/>
                  </a:lnTo>
                  <a:lnTo>
                    <a:pt x="52" y="308"/>
                  </a:lnTo>
                  <a:lnTo>
                    <a:pt x="51" y="307"/>
                  </a:lnTo>
                  <a:lnTo>
                    <a:pt x="51" y="306"/>
                  </a:lnTo>
                  <a:lnTo>
                    <a:pt x="52" y="304"/>
                  </a:lnTo>
                  <a:close/>
                  <a:moveTo>
                    <a:pt x="60" y="294"/>
                  </a:moveTo>
                  <a:lnTo>
                    <a:pt x="59" y="297"/>
                  </a:lnTo>
                  <a:lnTo>
                    <a:pt x="58" y="298"/>
                  </a:lnTo>
                  <a:lnTo>
                    <a:pt x="58" y="299"/>
                  </a:lnTo>
                  <a:lnTo>
                    <a:pt x="56" y="301"/>
                  </a:lnTo>
                  <a:lnTo>
                    <a:pt x="55" y="299"/>
                  </a:lnTo>
                  <a:lnTo>
                    <a:pt x="54" y="299"/>
                  </a:lnTo>
                  <a:lnTo>
                    <a:pt x="54" y="299"/>
                  </a:lnTo>
                  <a:lnTo>
                    <a:pt x="54" y="298"/>
                  </a:lnTo>
                  <a:lnTo>
                    <a:pt x="56" y="297"/>
                  </a:lnTo>
                  <a:lnTo>
                    <a:pt x="56" y="297"/>
                  </a:lnTo>
                  <a:lnTo>
                    <a:pt x="58" y="295"/>
                  </a:lnTo>
                  <a:lnTo>
                    <a:pt x="59" y="295"/>
                  </a:lnTo>
                  <a:lnTo>
                    <a:pt x="59" y="295"/>
                  </a:lnTo>
                  <a:lnTo>
                    <a:pt x="60" y="294"/>
                  </a:lnTo>
                  <a:close/>
                  <a:moveTo>
                    <a:pt x="66" y="264"/>
                  </a:moveTo>
                  <a:lnTo>
                    <a:pt x="67" y="266"/>
                  </a:lnTo>
                  <a:lnTo>
                    <a:pt x="68" y="268"/>
                  </a:lnTo>
                  <a:lnTo>
                    <a:pt x="67" y="269"/>
                  </a:lnTo>
                  <a:lnTo>
                    <a:pt x="66" y="268"/>
                  </a:lnTo>
                  <a:lnTo>
                    <a:pt x="64" y="266"/>
                  </a:lnTo>
                  <a:lnTo>
                    <a:pt x="64" y="265"/>
                  </a:lnTo>
                  <a:lnTo>
                    <a:pt x="66" y="264"/>
                  </a:lnTo>
                  <a:close/>
                  <a:moveTo>
                    <a:pt x="70" y="258"/>
                  </a:moveTo>
                  <a:lnTo>
                    <a:pt x="71" y="258"/>
                  </a:lnTo>
                  <a:lnTo>
                    <a:pt x="71" y="261"/>
                  </a:lnTo>
                  <a:lnTo>
                    <a:pt x="70" y="262"/>
                  </a:lnTo>
                  <a:lnTo>
                    <a:pt x="70" y="264"/>
                  </a:lnTo>
                  <a:lnTo>
                    <a:pt x="70" y="260"/>
                  </a:lnTo>
                  <a:lnTo>
                    <a:pt x="70" y="258"/>
                  </a:lnTo>
                  <a:close/>
                  <a:moveTo>
                    <a:pt x="52" y="237"/>
                  </a:moveTo>
                  <a:lnTo>
                    <a:pt x="54" y="237"/>
                  </a:lnTo>
                  <a:lnTo>
                    <a:pt x="52" y="239"/>
                  </a:lnTo>
                  <a:lnTo>
                    <a:pt x="52" y="237"/>
                  </a:lnTo>
                  <a:lnTo>
                    <a:pt x="52" y="237"/>
                  </a:lnTo>
                  <a:close/>
                  <a:moveTo>
                    <a:pt x="55" y="232"/>
                  </a:moveTo>
                  <a:lnTo>
                    <a:pt x="55" y="232"/>
                  </a:lnTo>
                  <a:lnTo>
                    <a:pt x="55" y="233"/>
                  </a:lnTo>
                  <a:lnTo>
                    <a:pt x="54" y="233"/>
                  </a:lnTo>
                  <a:lnTo>
                    <a:pt x="54" y="232"/>
                  </a:lnTo>
                  <a:lnTo>
                    <a:pt x="55" y="232"/>
                  </a:lnTo>
                  <a:close/>
                  <a:moveTo>
                    <a:pt x="51" y="232"/>
                  </a:moveTo>
                  <a:lnTo>
                    <a:pt x="51" y="232"/>
                  </a:lnTo>
                  <a:lnTo>
                    <a:pt x="51" y="232"/>
                  </a:lnTo>
                  <a:lnTo>
                    <a:pt x="52" y="235"/>
                  </a:lnTo>
                  <a:lnTo>
                    <a:pt x="52" y="236"/>
                  </a:lnTo>
                  <a:lnTo>
                    <a:pt x="51" y="236"/>
                  </a:lnTo>
                  <a:lnTo>
                    <a:pt x="51" y="235"/>
                  </a:lnTo>
                  <a:lnTo>
                    <a:pt x="50" y="232"/>
                  </a:lnTo>
                  <a:lnTo>
                    <a:pt x="51" y="232"/>
                  </a:lnTo>
                  <a:close/>
                  <a:moveTo>
                    <a:pt x="37" y="228"/>
                  </a:moveTo>
                  <a:lnTo>
                    <a:pt x="37" y="229"/>
                  </a:lnTo>
                  <a:lnTo>
                    <a:pt x="38" y="229"/>
                  </a:lnTo>
                  <a:lnTo>
                    <a:pt x="39" y="232"/>
                  </a:lnTo>
                  <a:lnTo>
                    <a:pt x="38" y="233"/>
                  </a:lnTo>
                  <a:lnTo>
                    <a:pt x="37" y="232"/>
                  </a:lnTo>
                  <a:lnTo>
                    <a:pt x="35" y="229"/>
                  </a:lnTo>
                  <a:lnTo>
                    <a:pt x="35" y="228"/>
                  </a:lnTo>
                  <a:lnTo>
                    <a:pt x="37" y="228"/>
                  </a:lnTo>
                  <a:close/>
                  <a:moveTo>
                    <a:pt x="38" y="227"/>
                  </a:moveTo>
                  <a:lnTo>
                    <a:pt x="39" y="227"/>
                  </a:lnTo>
                  <a:lnTo>
                    <a:pt x="38" y="228"/>
                  </a:lnTo>
                  <a:lnTo>
                    <a:pt x="38" y="227"/>
                  </a:lnTo>
                  <a:close/>
                  <a:moveTo>
                    <a:pt x="41" y="226"/>
                  </a:moveTo>
                  <a:lnTo>
                    <a:pt x="41" y="226"/>
                  </a:lnTo>
                  <a:lnTo>
                    <a:pt x="39" y="226"/>
                  </a:lnTo>
                  <a:lnTo>
                    <a:pt x="41" y="226"/>
                  </a:lnTo>
                  <a:close/>
                  <a:moveTo>
                    <a:pt x="41" y="224"/>
                  </a:moveTo>
                  <a:lnTo>
                    <a:pt x="42" y="224"/>
                  </a:lnTo>
                  <a:lnTo>
                    <a:pt x="41" y="224"/>
                  </a:lnTo>
                  <a:lnTo>
                    <a:pt x="41" y="224"/>
                  </a:lnTo>
                  <a:close/>
                  <a:moveTo>
                    <a:pt x="42" y="222"/>
                  </a:moveTo>
                  <a:lnTo>
                    <a:pt x="43" y="223"/>
                  </a:lnTo>
                  <a:lnTo>
                    <a:pt x="42" y="223"/>
                  </a:lnTo>
                  <a:lnTo>
                    <a:pt x="41" y="223"/>
                  </a:lnTo>
                  <a:lnTo>
                    <a:pt x="41" y="222"/>
                  </a:lnTo>
                  <a:lnTo>
                    <a:pt x="42" y="222"/>
                  </a:lnTo>
                  <a:close/>
                  <a:moveTo>
                    <a:pt x="92" y="203"/>
                  </a:moveTo>
                  <a:lnTo>
                    <a:pt x="96" y="203"/>
                  </a:lnTo>
                  <a:lnTo>
                    <a:pt x="97" y="204"/>
                  </a:lnTo>
                  <a:lnTo>
                    <a:pt x="99" y="204"/>
                  </a:lnTo>
                  <a:lnTo>
                    <a:pt x="101" y="206"/>
                  </a:lnTo>
                  <a:lnTo>
                    <a:pt x="103" y="207"/>
                  </a:lnTo>
                  <a:lnTo>
                    <a:pt x="103" y="208"/>
                  </a:lnTo>
                  <a:lnTo>
                    <a:pt x="103" y="210"/>
                  </a:lnTo>
                  <a:lnTo>
                    <a:pt x="100" y="212"/>
                  </a:lnTo>
                  <a:lnTo>
                    <a:pt x="99" y="216"/>
                  </a:lnTo>
                  <a:lnTo>
                    <a:pt x="97" y="218"/>
                  </a:lnTo>
                  <a:lnTo>
                    <a:pt x="96" y="216"/>
                  </a:lnTo>
                  <a:lnTo>
                    <a:pt x="93" y="214"/>
                  </a:lnTo>
                  <a:lnTo>
                    <a:pt x="91" y="214"/>
                  </a:lnTo>
                  <a:lnTo>
                    <a:pt x="89" y="215"/>
                  </a:lnTo>
                  <a:lnTo>
                    <a:pt x="87" y="216"/>
                  </a:lnTo>
                  <a:lnTo>
                    <a:pt x="85" y="220"/>
                  </a:lnTo>
                  <a:lnTo>
                    <a:pt x="85" y="222"/>
                  </a:lnTo>
                  <a:lnTo>
                    <a:pt x="87" y="224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4" y="226"/>
                  </a:lnTo>
                  <a:lnTo>
                    <a:pt x="84" y="227"/>
                  </a:lnTo>
                  <a:lnTo>
                    <a:pt x="83" y="226"/>
                  </a:lnTo>
                  <a:lnTo>
                    <a:pt x="83" y="224"/>
                  </a:lnTo>
                  <a:lnTo>
                    <a:pt x="80" y="224"/>
                  </a:lnTo>
                  <a:lnTo>
                    <a:pt x="79" y="222"/>
                  </a:lnTo>
                  <a:lnTo>
                    <a:pt x="79" y="220"/>
                  </a:lnTo>
                  <a:lnTo>
                    <a:pt x="79" y="219"/>
                  </a:lnTo>
                  <a:lnTo>
                    <a:pt x="79" y="218"/>
                  </a:lnTo>
                  <a:lnTo>
                    <a:pt x="75" y="216"/>
                  </a:lnTo>
                  <a:lnTo>
                    <a:pt x="76" y="214"/>
                  </a:lnTo>
                  <a:lnTo>
                    <a:pt x="78" y="211"/>
                  </a:lnTo>
                  <a:lnTo>
                    <a:pt x="78" y="210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3" y="210"/>
                  </a:lnTo>
                  <a:lnTo>
                    <a:pt x="84" y="210"/>
                  </a:lnTo>
                  <a:lnTo>
                    <a:pt x="87" y="208"/>
                  </a:lnTo>
                  <a:lnTo>
                    <a:pt x="88" y="208"/>
                  </a:lnTo>
                  <a:lnTo>
                    <a:pt x="89" y="206"/>
                  </a:lnTo>
                  <a:lnTo>
                    <a:pt x="89" y="204"/>
                  </a:lnTo>
                  <a:lnTo>
                    <a:pt x="92" y="203"/>
                  </a:lnTo>
                  <a:close/>
                  <a:moveTo>
                    <a:pt x="96" y="199"/>
                  </a:moveTo>
                  <a:lnTo>
                    <a:pt x="97" y="199"/>
                  </a:lnTo>
                  <a:lnTo>
                    <a:pt x="97" y="200"/>
                  </a:lnTo>
                  <a:lnTo>
                    <a:pt x="96" y="202"/>
                  </a:lnTo>
                  <a:lnTo>
                    <a:pt x="93" y="200"/>
                  </a:lnTo>
                  <a:lnTo>
                    <a:pt x="96" y="199"/>
                  </a:lnTo>
                  <a:close/>
                  <a:moveTo>
                    <a:pt x="103" y="198"/>
                  </a:moveTo>
                  <a:lnTo>
                    <a:pt x="104" y="199"/>
                  </a:lnTo>
                  <a:lnTo>
                    <a:pt x="104" y="200"/>
                  </a:lnTo>
                  <a:lnTo>
                    <a:pt x="104" y="202"/>
                  </a:lnTo>
                  <a:lnTo>
                    <a:pt x="104" y="203"/>
                  </a:lnTo>
                  <a:lnTo>
                    <a:pt x="103" y="203"/>
                  </a:lnTo>
                  <a:lnTo>
                    <a:pt x="101" y="200"/>
                  </a:lnTo>
                  <a:lnTo>
                    <a:pt x="101" y="199"/>
                  </a:lnTo>
                  <a:lnTo>
                    <a:pt x="103" y="198"/>
                  </a:lnTo>
                  <a:lnTo>
                    <a:pt x="103" y="198"/>
                  </a:lnTo>
                  <a:close/>
                  <a:moveTo>
                    <a:pt x="75" y="173"/>
                  </a:moveTo>
                  <a:lnTo>
                    <a:pt x="76" y="174"/>
                  </a:lnTo>
                  <a:lnTo>
                    <a:pt x="75" y="175"/>
                  </a:lnTo>
                  <a:lnTo>
                    <a:pt x="75" y="174"/>
                  </a:lnTo>
                  <a:lnTo>
                    <a:pt x="75" y="173"/>
                  </a:lnTo>
                  <a:close/>
                  <a:moveTo>
                    <a:pt x="79" y="170"/>
                  </a:moveTo>
                  <a:lnTo>
                    <a:pt x="79" y="173"/>
                  </a:lnTo>
                  <a:lnTo>
                    <a:pt x="78" y="173"/>
                  </a:lnTo>
                  <a:lnTo>
                    <a:pt x="78" y="173"/>
                  </a:lnTo>
                  <a:lnTo>
                    <a:pt x="76" y="173"/>
                  </a:lnTo>
                  <a:lnTo>
                    <a:pt x="78" y="172"/>
                  </a:lnTo>
                  <a:lnTo>
                    <a:pt x="79" y="170"/>
                  </a:lnTo>
                  <a:close/>
                  <a:moveTo>
                    <a:pt x="129" y="133"/>
                  </a:moveTo>
                  <a:lnTo>
                    <a:pt x="129" y="135"/>
                  </a:lnTo>
                  <a:lnTo>
                    <a:pt x="129" y="136"/>
                  </a:lnTo>
                  <a:lnTo>
                    <a:pt x="132" y="137"/>
                  </a:lnTo>
                  <a:lnTo>
                    <a:pt x="132" y="139"/>
                  </a:lnTo>
                  <a:lnTo>
                    <a:pt x="130" y="141"/>
                  </a:lnTo>
                  <a:lnTo>
                    <a:pt x="129" y="143"/>
                  </a:lnTo>
                  <a:lnTo>
                    <a:pt x="129" y="143"/>
                  </a:lnTo>
                  <a:lnTo>
                    <a:pt x="129" y="140"/>
                  </a:lnTo>
                  <a:lnTo>
                    <a:pt x="129" y="139"/>
                  </a:lnTo>
                  <a:lnTo>
                    <a:pt x="129" y="139"/>
                  </a:lnTo>
                  <a:lnTo>
                    <a:pt x="128" y="139"/>
                  </a:lnTo>
                  <a:lnTo>
                    <a:pt x="128" y="137"/>
                  </a:lnTo>
                  <a:lnTo>
                    <a:pt x="129" y="133"/>
                  </a:lnTo>
                  <a:lnTo>
                    <a:pt x="129" y="133"/>
                  </a:lnTo>
                  <a:close/>
                  <a:moveTo>
                    <a:pt x="141" y="74"/>
                  </a:moveTo>
                  <a:lnTo>
                    <a:pt x="142" y="74"/>
                  </a:lnTo>
                  <a:lnTo>
                    <a:pt x="145" y="75"/>
                  </a:lnTo>
                  <a:lnTo>
                    <a:pt x="145" y="75"/>
                  </a:lnTo>
                  <a:lnTo>
                    <a:pt x="146" y="75"/>
                  </a:lnTo>
                  <a:lnTo>
                    <a:pt x="147" y="75"/>
                  </a:lnTo>
                  <a:lnTo>
                    <a:pt x="147" y="77"/>
                  </a:lnTo>
                  <a:lnTo>
                    <a:pt x="147" y="79"/>
                  </a:lnTo>
                  <a:lnTo>
                    <a:pt x="149" y="83"/>
                  </a:lnTo>
                  <a:lnTo>
                    <a:pt x="150" y="86"/>
                  </a:lnTo>
                  <a:lnTo>
                    <a:pt x="155" y="91"/>
                  </a:lnTo>
                  <a:lnTo>
                    <a:pt x="157" y="94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99"/>
                  </a:lnTo>
                  <a:lnTo>
                    <a:pt x="162" y="103"/>
                  </a:lnTo>
                  <a:lnTo>
                    <a:pt x="163" y="107"/>
                  </a:lnTo>
                  <a:lnTo>
                    <a:pt x="163" y="110"/>
                  </a:lnTo>
                  <a:lnTo>
                    <a:pt x="163" y="111"/>
                  </a:lnTo>
                  <a:lnTo>
                    <a:pt x="163" y="114"/>
                  </a:lnTo>
                  <a:lnTo>
                    <a:pt x="164" y="115"/>
                  </a:lnTo>
                  <a:lnTo>
                    <a:pt x="163" y="116"/>
                  </a:lnTo>
                  <a:lnTo>
                    <a:pt x="163" y="118"/>
                  </a:lnTo>
                  <a:lnTo>
                    <a:pt x="163" y="119"/>
                  </a:lnTo>
                  <a:lnTo>
                    <a:pt x="163" y="120"/>
                  </a:lnTo>
                  <a:lnTo>
                    <a:pt x="163" y="122"/>
                  </a:lnTo>
                  <a:lnTo>
                    <a:pt x="163" y="124"/>
                  </a:lnTo>
                  <a:lnTo>
                    <a:pt x="164" y="124"/>
                  </a:lnTo>
                  <a:lnTo>
                    <a:pt x="164" y="127"/>
                  </a:lnTo>
                  <a:lnTo>
                    <a:pt x="164" y="129"/>
                  </a:lnTo>
                  <a:lnTo>
                    <a:pt x="164" y="131"/>
                  </a:lnTo>
                  <a:lnTo>
                    <a:pt x="163" y="128"/>
                  </a:lnTo>
                  <a:lnTo>
                    <a:pt x="162" y="128"/>
                  </a:lnTo>
                  <a:lnTo>
                    <a:pt x="158" y="131"/>
                  </a:lnTo>
                  <a:lnTo>
                    <a:pt x="158" y="135"/>
                  </a:lnTo>
                  <a:lnTo>
                    <a:pt x="158" y="137"/>
                  </a:lnTo>
                  <a:lnTo>
                    <a:pt x="160" y="141"/>
                  </a:lnTo>
                  <a:lnTo>
                    <a:pt x="162" y="149"/>
                  </a:lnTo>
                  <a:lnTo>
                    <a:pt x="162" y="154"/>
                  </a:lnTo>
                  <a:lnTo>
                    <a:pt x="162" y="161"/>
                  </a:lnTo>
                  <a:lnTo>
                    <a:pt x="162" y="166"/>
                  </a:lnTo>
                  <a:lnTo>
                    <a:pt x="163" y="169"/>
                  </a:lnTo>
                  <a:lnTo>
                    <a:pt x="166" y="173"/>
                  </a:lnTo>
                  <a:lnTo>
                    <a:pt x="167" y="174"/>
                  </a:lnTo>
                  <a:lnTo>
                    <a:pt x="167" y="175"/>
                  </a:lnTo>
                  <a:lnTo>
                    <a:pt x="164" y="178"/>
                  </a:lnTo>
                  <a:lnTo>
                    <a:pt x="166" y="179"/>
                  </a:lnTo>
                  <a:lnTo>
                    <a:pt x="164" y="183"/>
                  </a:lnTo>
                  <a:lnTo>
                    <a:pt x="162" y="186"/>
                  </a:lnTo>
                  <a:lnTo>
                    <a:pt x="160" y="186"/>
                  </a:lnTo>
                  <a:lnTo>
                    <a:pt x="159" y="187"/>
                  </a:lnTo>
                  <a:lnTo>
                    <a:pt x="158" y="189"/>
                  </a:lnTo>
                  <a:lnTo>
                    <a:pt x="157" y="189"/>
                  </a:lnTo>
                  <a:lnTo>
                    <a:pt x="157" y="182"/>
                  </a:lnTo>
                  <a:lnTo>
                    <a:pt x="157" y="178"/>
                  </a:lnTo>
                  <a:lnTo>
                    <a:pt x="158" y="177"/>
                  </a:lnTo>
                  <a:lnTo>
                    <a:pt x="158" y="175"/>
                  </a:lnTo>
                  <a:lnTo>
                    <a:pt x="155" y="175"/>
                  </a:lnTo>
                  <a:lnTo>
                    <a:pt x="154" y="175"/>
                  </a:lnTo>
                  <a:lnTo>
                    <a:pt x="153" y="178"/>
                  </a:lnTo>
                  <a:lnTo>
                    <a:pt x="154" y="179"/>
                  </a:lnTo>
                  <a:lnTo>
                    <a:pt x="154" y="181"/>
                  </a:lnTo>
                  <a:lnTo>
                    <a:pt x="153" y="181"/>
                  </a:lnTo>
                  <a:lnTo>
                    <a:pt x="149" y="183"/>
                  </a:lnTo>
                  <a:lnTo>
                    <a:pt x="149" y="186"/>
                  </a:lnTo>
                  <a:lnTo>
                    <a:pt x="150" y="190"/>
                  </a:lnTo>
                  <a:lnTo>
                    <a:pt x="147" y="193"/>
                  </a:lnTo>
                  <a:lnTo>
                    <a:pt x="146" y="193"/>
                  </a:lnTo>
                  <a:lnTo>
                    <a:pt x="145" y="191"/>
                  </a:lnTo>
                  <a:lnTo>
                    <a:pt x="146" y="189"/>
                  </a:lnTo>
                  <a:lnTo>
                    <a:pt x="146" y="186"/>
                  </a:lnTo>
                  <a:lnTo>
                    <a:pt x="143" y="186"/>
                  </a:lnTo>
                  <a:lnTo>
                    <a:pt x="141" y="187"/>
                  </a:lnTo>
                  <a:lnTo>
                    <a:pt x="141" y="190"/>
                  </a:lnTo>
                  <a:lnTo>
                    <a:pt x="141" y="193"/>
                  </a:lnTo>
                  <a:lnTo>
                    <a:pt x="142" y="194"/>
                  </a:lnTo>
                  <a:lnTo>
                    <a:pt x="138" y="194"/>
                  </a:lnTo>
                  <a:lnTo>
                    <a:pt x="133" y="193"/>
                  </a:lnTo>
                  <a:lnTo>
                    <a:pt x="130" y="195"/>
                  </a:lnTo>
                  <a:lnTo>
                    <a:pt x="128" y="195"/>
                  </a:lnTo>
                  <a:lnTo>
                    <a:pt x="128" y="195"/>
                  </a:lnTo>
                  <a:lnTo>
                    <a:pt x="128" y="194"/>
                  </a:lnTo>
                  <a:lnTo>
                    <a:pt x="130" y="194"/>
                  </a:lnTo>
                  <a:lnTo>
                    <a:pt x="130" y="193"/>
                  </a:lnTo>
                  <a:lnTo>
                    <a:pt x="129" y="193"/>
                  </a:lnTo>
                  <a:lnTo>
                    <a:pt x="128" y="193"/>
                  </a:lnTo>
                  <a:lnTo>
                    <a:pt x="126" y="193"/>
                  </a:lnTo>
                  <a:lnTo>
                    <a:pt x="125" y="191"/>
                  </a:lnTo>
                  <a:lnTo>
                    <a:pt x="125" y="193"/>
                  </a:lnTo>
                  <a:lnTo>
                    <a:pt x="124" y="193"/>
                  </a:lnTo>
                  <a:lnTo>
                    <a:pt x="122" y="193"/>
                  </a:lnTo>
                  <a:lnTo>
                    <a:pt x="122" y="190"/>
                  </a:lnTo>
                  <a:lnTo>
                    <a:pt x="124" y="189"/>
                  </a:lnTo>
                  <a:lnTo>
                    <a:pt x="122" y="189"/>
                  </a:lnTo>
                  <a:lnTo>
                    <a:pt x="121" y="190"/>
                  </a:lnTo>
                  <a:lnTo>
                    <a:pt x="120" y="194"/>
                  </a:lnTo>
                  <a:lnTo>
                    <a:pt x="121" y="195"/>
                  </a:lnTo>
                  <a:lnTo>
                    <a:pt x="125" y="197"/>
                  </a:lnTo>
                  <a:lnTo>
                    <a:pt x="125" y="199"/>
                  </a:lnTo>
                  <a:lnTo>
                    <a:pt x="126" y="199"/>
                  </a:lnTo>
                  <a:lnTo>
                    <a:pt x="125" y="200"/>
                  </a:lnTo>
                  <a:lnTo>
                    <a:pt x="124" y="200"/>
                  </a:lnTo>
                  <a:lnTo>
                    <a:pt x="121" y="202"/>
                  </a:lnTo>
                  <a:lnTo>
                    <a:pt x="120" y="204"/>
                  </a:lnTo>
                  <a:lnTo>
                    <a:pt x="120" y="206"/>
                  </a:lnTo>
                  <a:lnTo>
                    <a:pt x="120" y="207"/>
                  </a:lnTo>
                  <a:lnTo>
                    <a:pt x="118" y="207"/>
                  </a:lnTo>
                  <a:lnTo>
                    <a:pt x="118" y="210"/>
                  </a:lnTo>
                  <a:lnTo>
                    <a:pt x="116" y="214"/>
                  </a:lnTo>
                  <a:lnTo>
                    <a:pt x="114" y="214"/>
                  </a:lnTo>
                  <a:lnTo>
                    <a:pt x="112" y="214"/>
                  </a:lnTo>
                  <a:lnTo>
                    <a:pt x="109" y="211"/>
                  </a:lnTo>
                  <a:lnTo>
                    <a:pt x="106" y="210"/>
                  </a:lnTo>
                  <a:lnTo>
                    <a:pt x="106" y="207"/>
                  </a:lnTo>
                  <a:lnTo>
                    <a:pt x="106" y="206"/>
                  </a:lnTo>
                  <a:lnTo>
                    <a:pt x="106" y="204"/>
                  </a:lnTo>
                  <a:lnTo>
                    <a:pt x="106" y="202"/>
                  </a:lnTo>
                  <a:lnTo>
                    <a:pt x="105" y="202"/>
                  </a:lnTo>
                  <a:lnTo>
                    <a:pt x="105" y="199"/>
                  </a:lnTo>
                  <a:lnTo>
                    <a:pt x="106" y="197"/>
                  </a:lnTo>
                  <a:lnTo>
                    <a:pt x="106" y="195"/>
                  </a:lnTo>
                  <a:lnTo>
                    <a:pt x="106" y="194"/>
                  </a:lnTo>
                  <a:lnTo>
                    <a:pt x="104" y="194"/>
                  </a:lnTo>
                  <a:lnTo>
                    <a:pt x="101" y="194"/>
                  </a:lnTo>
                  <a:lnTo>
                    <a:pt x="97" y="195"/>
                  </a:lnTo>
                  <a:lnTo>
                    <a:pt x="95" y="197"/>
                  </a:lnTo>
                  <a:lnTo>
                    <a:pt x="95" y="198"/>
                  </a:lnTo>
                  <a:lnTo>
                    <a:pt x="92" y="199"/>
                  </a:lnTo>
                  <a:lnTo>
                    <a:pt x="92" y="200"/>
                  </a:lnTo>
                  <a:lnTo>
                    <a:pt x="91" y="200"/>
                  </a:lnTo>
                  <a:lnTo>
                    <a:pt x="89" y="200"/>
                  </a:lnTo>
                  <a:lnTo>
                    <a:pt x="87" y="200"/>
                  </a:lnTo>
                  <a:lnTo>
                    <a:pt x="84" y="202"/>
                  </a:lnTo>
                  <a:lnTo>
                    <a:pt x="80" y="203"/>
                  </a:lnTo>
                  <a:lnTo>
                    <a:pt x="78" y="203"/>
                  </a:lnTo>
                  <a:lnTo>
                    <a:pt x="76" y="203"/>
                  </a:lnTo>
                  <a:lnTo>
                    <a:pt x="75" y="202"/>
                  </a:lnTo>
                  <a:lnTo>
                    <a:pt x="74" y="202"/>
                  </a:lnTo>
                  <a:lnTo>
                    <a:pt x="72" y="203"/>
                  </a:lnTo>
                  <a:lnTo>
                    <a:pt x="74" y="206"/>
                  </a:lnTo>
                  <a:lnTo>
                    <a:pt x="74" y="207"/>
                  </a:lnTo>
                  <a:lnTo>
                    <a:pt x="74" y="210"/>
                  </a:lnTo>
                  <a:lnTo>
                    <a:pt x="72" y="210"/>
                  </a:lnTo>
                  <a:lnTo>
                    <a:pt x="71" y="210"/>
                  </a:lnTo>
                  <a:lnTo>
                    <a:pt x="67" y="208"/>
                  </a:lnTo>
                  <a:lnTo>
                    <a:pt x="64" y="208"/>
                  </a:lnTo>
                  <a:lnTo>
                    <a:pt x="60" y="211"/>
                  </a:lnTo>
                  <a:lnTo>
                    <a:pt x="60" y="211"/>
                  </a:lnTo>
                  <a:lnTo>
                    <a:pt x="63" y="215"/>
                  </a:lnTo>
                  <a:lnTo>
                    <a:pt x="64" y="215"/>
                  </a:lnTo>
                  <a:lnTo>
                    <a:pt x="66" y="214"/>
                  </a:lnTo>
                  <a:lnTo>
                    <a:pt x="66" y="214"/>
                  </a:lnTo>
                  <a:lnTo>
                    <a:pt x="68" y="214"/>
                  </a:lnTo>
                  <a:lnTo>
                    <a:pt x="70" y="214"/>
                  </a:lnTo>
                  <a:lnTo>
                    <a:pt x="70" y="218"/>
                  </a:lnTo>
                  <a:lnTo>
                    <a:pt x="70" y="219"/>
                  </a:lnTo>
                  <a:lnTo>
                    <a:pt x="67" y="220"/>
                  </a:lnTo>
                  <a:lnTo>
                    <a:pt x="68" y="220"/>
                  </a:lnTo>
                  <a:lnTo>
                    <a:pt x="72" y="220"/>
                  </a:lnTo>
                  <a:lnTo>
                    <a:pt x="72" y="222"/>
                  </a:lnTo>
                  <a:lnTo>
                    <a:pt x="74" y="223"/>
                  </a:lnTo>
                  <a:lnTo>
                    <a:pt x="74" y="224"/>
                  </a:lnTo>
                  <a:lnTo>
                    <a:pt x="74" y="226"/>
                  </a:lnTo>
                  <a:lnTo>
                    <a:pt x="75" y="227"/>
                  </a:lnTo>
                  <a:lnTo>
                    <a:pt x="72" y="229"/>
                  </a:lnTo>
                  <a:lnTo>
                    <a:pt x="71" y="231"/>
                  </a:lnTo>
                  <a:lnTo>
                    <a:pt x="71" y="235"/>
                  </a:lnTo>
                  <a:lnTo>
                    <a:pt x="71" y="241"/>
                  </a:lnTo>
                  <a:lnTo>
                    <a:pt x="72" y="243"/>
                  </a:lnTo>
                  <a:lnTo>
                    <a:pt x="72" y="247"/>
                  </a:lnTo>
                  <a:lnTo>
                    <a:pt x="71" y="249"/>
                  </a:lnTo>
                  <a:lnTo>
                    <a:pt x="71" y="249"/>
                  </a:lnTo>
                  <a:lnTo>
                    <a:pt x="68" y="248"/>
                  </a:lnTo>
                  <a:lnTo>
                    <a:pt x="67" y="249"/>
                  </a:lnTo>
                  <a:lnTo>
                    <a:pt x="68" y="251"/>
                  </a:lnTo>
                  <a:lnTo>
                    <a:pt x="70" y="252"/>
                  </a:lnTo>
                  <a:lnTo>
                    <a:pt x="67" y="256"/>
                  </a:lnTo>
                  <a:lnTo>
                    <a:pt x="66" y="257"/>
                  </a:lnTo>
                  <a:lnTo>
                    <a:pt x="66" y="254"/>
                  </a:lnTo>
                  <a:lnTo>
                    <a:pt x="66" y="253"/>
                  </a:lnTo>
                  <a:lnTo>
                    <a:pt x="64" y="251"/>
                  </a:lnTo>
                  <a:lnTo>
                    <a:pt x="63" y="248"/>
                  </a:lnTo>
                  <a:lnTo>
                    <a:pt x="63" y="247"/>
                  </a:lnTo>
                  <a:lnTo>
                    <a:pt x="64" y="245"/>
                  </a:lnTo>
                  <a:lnTo>
                    <a:pt x="63" y="245"/>
                  </a:lnTo>
                  <a:lnTo>
                    <a:pt x="62" y="247"/>
                  </a:lnTo>
                  <a:lnTo>
                    <a:pt x="62" y="251"/>
                  </a:lnTo>
                  <a:lnTo>
                    <a:pt x="63" y="253"/>
                  </a:lnTo>
                  <a:lnTo>
                    <a:pt x="63" y="254"/>
                  </a:lnTo>
                  <a:lnTo>
                    <a:pt x="63" y="254"/>
                  </a:lnTo>
                  <a:lnTo>
                    <a:pt x="60" y="254"/>
                  </a:lnTo>
                  <a:lnTo>
                    <a:pt x="59" y="254"/>
                  </a:lnTo>
                  <a:lnTo>
                    <a:pt x="58" y="252"/>
                  </a:lnTo>
                  <a:lnTo>
                    <a:pt x="59" y="251"/>
                  </a:lnTo>
                  <a:lnTo>
                    <a:pt x="59" y="249"/>
                  </a:lnTo>
                  <a:lnTo>
                    <a:pt x="56" y="247"/>
                  </a:lnTo>
                  <a:lnTo>
                    <a:pt x="56" y="243"/>
                  </a:lnTo>
                  <a:lnTo>
                    <a:pt x="54" y="240"/>
                  </a:lnTo>
                  <a:lnTo>
                    <a:pt x="54" y="239"/>
                  </a:lnTo>
                  <a:lnTo>
                    <a:pt x="55" y="237"/>
                  </a:lnTo>
                  <a:lnTo>
                    <a:pt x="58" y="235"/>
                  </a:lnTo>
                  <a:lnTo>
                    <a:pt x="58" y="229"/>
                  </a:lnTo>
                  <a:lnTo>
                    <a:pt x="56" y="229"/>
                  </a:lnTo>
                  <a:lnTo>
                    <a:pt x="56" y="227"/>
                  </a:lnTo>
                  <a:lnTo>
                    <a:pt x="54" y="223"/>
                  </a:lnTo>
                  <a:lnTo>
                    <a:pt x="52" y="222"/>
                  </a:lnTo>
                  <a:lnTo>
                    <a:pt x="51" y="223"/>
                  </a:lnTo>
                  <a:lnTo>
                    <a:pt x="51" y="226"/>
                  </a:lnTo>
                  <a:lnTo>
                    <a:pt x="51" y="226"/>
                  </a:lnTo>
                  <a:lnTo>
                    <a:pt x="51" y="227"/>
                  </a:lnTo>
                  <a:lnTo>
                    <a:pt x="52" y="227"/>
                  </a:lnTo>
                  <a:lnTo>
                    <a:pt x="54" y="228"/>
                  </a:lnTo>
                  <a:lnTo>
                    <a:pt x="54" y="229"/>
                  </a:lnTo>
                  <a:lnTo>
                    <a:pt x="52" y="231"/>
                  </a:lnTo>
                  <a:lnTo>
                    <a:pt x="51" y="229"/>
                  </a:lnTo>
                  <a:lnTo>
                    <a:pt x="52" y="229"/>
                  </a:lnTo>
                  <a:lnTo>
                    <a:pt x="51" y="228"/>
                  </a:lnTo>
                  <a:lnTo>
                    <a:pt x="50" y="229"/>
                  </a:lnTo>
                  <a:lnTo>
                    <a:pt x="49" y="231"/>
                  </a:lnTo>
                  <a:lnTo>
                    <a:pt x="47" y="231"/>
                  </a:lnTo>
                  <a:lnTo>
                    <a:pt x="49" y="229"/>
                  </a:lnTo>
                  <a:lnTo>
                    <a:pt x="49" y="228"/>
                  </a:lnTo>
                  <a:lnTo>
                    <a:pt x="47" y="228"/>
                  </a:lnTo>
                  <a:lnTo>
                    <a:pt x="46" y="226"/>
                  </a:lnTo>
                  <a:lnTo>
                    <a:pt x="47" y="224"/>
                  </a:lnTo>
                  <a:lnTo>
                    <a:pt x="47" y="226"/>
                  </a:lnTo>
                  <a:lnTo>
                    <a:pt x="49" y="227"/>
                  </a:lnTo>
                  <a:lnTo>
                    <a:pt x="49" y="227"/>
                  </a:lnTo>
                  <a:lnTo>
                    <a:pt x="47" y="223"/>
                  </a:lnTo>
                  <a:lnTo>
                    <a:pt x="47" y="222"/>
                  </a:lnTo>
                  <a:lnTo>
                    <a:pt x="46" y="222"/>
                  </a:lnTo>
                  <a:lnTo>
                    <a:pt x="45" y="222"/>
                  </a:lnTo>
                  <a:lnTo>
                    <a:pt x="47" y="220"/>
                  </a:lnTo>
                  <a:lnTo>
                    <a:pt x="49" y="220"/>
                  </a:lnTo>
                  <a:lnTo>
                    <a:pt x="50" y="218"/>
                  </a:lnTo>
                  <a:lnTo>
                    <a:pt x="52" y="216"/>
                  </a:lnTo>
                  <a:lnTo>
                    <a:pt x="54" y="215"/>
                  </a:lnTo>
                  <a:lnTo>
                    <a:pt x="54" y="214"/>
                  </a:lnTo>
                  <a:lnTo>
                    <a:pt x="56" y="211"/>
                  </a:lnTo>
                  <a:lnTo>
                    <a:pt x="59" y="211"/>
                  </a:lnTo>
                  <a:lnTo>
                    <a:pt x="59" y="210"/>
                  </a:lnTo>
                  <a:lnTo>
                    <a:pt x="59" y="208"/>
                  </a:lnTo>
                  <a:lnTo>
                    <a:pt x="58" y="208"/>
                  </a:lnTo>
                  <a:lnTo>
                    <a:pt x="56" y="204"/>
                  </a:lnTo>
                  <a:lnTo>
                    <a:pt x="58" y="203"/>
                  </a:lnTo>
                  <a:lnTo>
                    <a:pt x="62" y="202"/>
                  </a:lnTo>
                  <a:lnTo>
                    <a:pt x="63" y="200"/>
                  </a:lnTo>
                  <a:lnTo>
                    <a:pt x="63" y="199"/>
                  </a:lnTo>
                  <a:lnTo>
                    <a:pt x="66" y="197"/>
                  </a:lnTo>
                  <a:lnTo>
                    <a:pt x="67" y="195"/>
                  </a:lnTo>
                  <a:lnTo>
                    <a:pt x="71" y="191"/>
                  </a:lnTo>
                  <a:lnTo>
                    <a:pt x="71" y="190"/>
                  </a:lnTo>
                  <a:lnTo>
                    <a:pt x="72" y="189"/>
                  </a:lnTo>
                  <a:lnTo>
                    <a:pt x="74" y="186"/>
                  </a:lnTo>
                  <a:lnTo>
                    <a:pt x="78" y="183"/>
                  </a:lnTo>
                  <a:lnTo>
                    <a:pt x="80" y="183"/>
                  </a:lnTo>
                  <a:lnTo>
                    <a:pt x="81" y="183"/>
                  </a:lnTo>
                  <a:lnTo>
                    <a:pt x="84" y="182"/>
                  </a:lnTo>
                  <a:lnTo>
                    <a:pt x="87" y="182"/>
                  </a:lnTo>
                  <a:lnTo>
                    <a:pt x="89" y="181"/>
                  </a:lnTo>
                  <a:lnTo>
                    <a:pt x="92" y="181"/>
                  </a:lnTo>
                  <a:lnTo>
                    <a:pt x="97" y="178"/>
                  </a:lnTo>
                  <a:lnTo>
                    <a:pt x="99" y="179"/>
                  </a:lnTo>
                  <a:lnTo>
                    <a:pt x="100" y="179"/>
                  </a:lnTo>
                  <a:lnTo>
                    <a:pt x="101" y="178"/>
                  </a:lnTo>
                  <a:lnTo>
                    <a:pt x="103" y="178"/>
                  </a:lnTo>
                  <a:lnTo>
                    <a:pt x="103" y="181"/>
                  </a:lnTo>
                  <a:lnTo>
                    <a:pt x="104" y="181"/>
                  </a:lnTo>
                  <a:lnTo>
                    <a:pt x="105" y="179"/>
                  </a:lnTo>
                  <a:lnTo>
                    <a:pt x="106" y="181"/>
                  </a:lnTo>
                  <a:lnTo>
                    <a:pt x="108" y="179"/>
                  </a:lnTo>
                  <a:lnTo>
                    <a:pt x="108" y="179"/>
                  </a:lnTo>
                  <a:lnTo>
                    <a:pt x="109" y="179"/>
                  </a:lnTo>
                  <a:lnTo>
                    <a:pt x="109" y="177"/>
                  </a:lnTo>
                  <a:lnTo>
                    <a:pt x="109" y="177"/>
                  </a:lnTo>
                  <a:lnTo>
                    <a:pt x="109" y="175"/>
                  </a:lnTo>
                  <a:lnTo>
                    <a:pt x="109" y="174"/>
                  </a:lnTo>
                  <a:lnTo>
                    <a:pt x="108" y="173"/>
                  </a:lnTo>
                  <a:lnTo>
                    <a:pt x="109" y="169"/>
                  </a:lnTo>
                  <a:lnTo>
                    <a:pt x="109" y="168"/>
                  </a:lnTo>
                  <a:lnTo>
                    <a:pt x="109" y="166"/>
                  </a:lnTo>
                  <a:lnTo>
                    <a:pt x="112" y="164"/>
                  </a:lnTo>
                  <a:lnTo>
                    <a:pt x="113" y="161"/>
                  </a:lnTo>
                  <a:lnTo>
                    <a:pt x="112" y="156"/>
                  </a:lnTo>
                  <a:lnTo>
                    <a:pt x="110" y="153"/>
                  </a:lnTo>
                  <a:lnTo>
                    <a:pt x="112" y="150"/>
                  </a:lnTo>
                  <a:lnTo>
                    <a:pt x="113" y="149"/>
                  </a:lnTo>
                  <a:lnTo>
                    <a:pt x="116" y="148"/>
                  </a:lnTo>
                  <a:lnTo>
                    <a:pt x="118" y="147"/>
                  </a:lnTo>
                  <a:lnTo>
                    <a:pt x="118" y="147"/>
                  </a:lnTo>
                  <a:lnTo>
                    <a:pt x="117" y="149"/>
                  </a:lnTo>
                  <a:lnTo>
                    <a:pt x="117" y="150"/>
                  </a:lnTo>
                  <a:lnTo>
                    <a:pt x="116" y="152"/>
                  </a:lnTo>
                  <a:lnTo>
                    <a:pt x="114" y="153"/>
                  </a:lnTo>
                  <a:lnTo>
                    <a:pt x="114" y="154"/>
                  </a:lnTo>
                  <a:lnTo>
                    <a:pt x="117" y="157"/>
                  </a:lnTo>
                  <a:lnTo>
                    <a:pt x="121" y="160"/>
                  </a:lnTo>
                  <a:lnTo>
                    <a:pt x="121" y="157"/>
                  </a:lnTo>
                  <a:lnTo>
                    <a:pt x="124" y="156"/>
                  </a:lnTo>
                  <a:lnTo>
                    <a:pt x="129" y="153"/>
                  </a:lnTo>
                  <a:lnTo>
                    <a:pt x="133" y="150"/>
                  </a:lnTo>
                  <a:lnTo>
                    <a:pt x="133" y="148"/>
                  </a:lnTo>
                  <a:lnTo>
                    <a:pt x="134" y="145"/>
                  </a:lnTo>
                  <a:lnTo>
                    <a:pt x="134" y="141"/>
                  </a:lnTo>
                  <a:lnTo>
                    <a:pt x="135" y="139"/>
                  </a:lnTo>
                  <a:lnTo>
                    <a:pt x="138" y="136"/>
                  </a:lnTo>
                  <a:lnTo>
                    <a:pt x="139" y="133"/>
                  </a:lnTo>
                  <a:lnTo>
                    <a:pt x="138" y="129"/>
                  </a:lnTo>
                  <a:lnTo>
                    <a:pt x="141" y="122"/>
                  </a:lnTo>
                  <a:lnTo>
                    <a:pt x="141" y="116"/>
                  </a:lnTo>
                  <a:lnTo>
                    <a:pt x="141" y="112"/>
                  </a:lnTo>
                  <a:lnTo>
                    <a:pt x="139" y="107"/>
                  </a:lnTo>
                  <a:lnTo>
                    <a:pt x="138" y="102"/>
                  </a:lnTo>
                  <a:lnTo>
                    <a:pt x="135" y="103"/>
                  </a:lnTo>
                  <a:lnTo>
                    <a:pt x="134" y="104"/>
                  </a:lnTo>
                  <a:lnTo>
                    <a:pt x="133" y="102"/>
                  </a:lnTo>
                  <a:lnTo>
                    <a:pt x="133" y="100"/>
                  </a:lnTo>
                  <a:lnTo>
                    <a:pt x="134" y="100"/>
                  </a:lnTo>
                  <a:lnTo>
                    <a:pt x="137" y="100"/>
                  </a:lnTo>
                  <a:lnTo>
                    <a:pt x="137" y="97"/>
                  </a:lnTo>
                  <a:lnTo>
                    <a:pt x="137" y="95"/>
                  </a:lnTo>
                  <a:lnTo>
                    <a:pt x="133" y="93"/>
                  </a:lnTo>
                  <a:lnTo>
                    <a:pt x="133" y="90"/>
                  </a:lnTo>
                  <a:lnTo>
                    <a:pt x="135" y="89"/>
                  </a:lnTo>
                  <a:lnTo>
                    <a:pt x="137" y="87"/>
                  </a:lnTo>
                  <a:lnTo>
                    <a:pt x="137" y="86"/>
                  </a:lnTo>
                  <a:lnTo>
                    <a:pt x="135" y="82"/>
                  </a:lnTo>
                  <a:lnTo>
                    <a:pt x="135" y="81"/>
                  </a:lnTo>
                  <a:lnTo>
                    <a:pt x="137" y="81"/>
                  </a:lnTo>
                  <a:lnTo>
                    <a:pt x="138" y="81"/>
                  </a:lnTo>
                  <a:lnTo>
                    <a:pt x="139" y="82"/>
                  </a:lnTo>
                  <a:lnTo>
                    <a:pt x="139" y="85"/>
                  </a:lnTo>
                  <a:lnTo>
                    <a:pt x="139" y="86"/>
                  </a:lnTo>
                  <a:lnTo>
                    <a:pt x="142" y="87"/>
                  </a:lnTo>
                  <a:lnTo>
                    <a:pt x="143" y="86"/>
                  </a:lnTo>
                  <a:lnTo>
                    <a:pt x="142" y="83"/>
                  </a:lnTo>
                  <a:lnTo>
                    <a:pt x="142" y="83"/>
                  </a:lnTo>
                  <a:lnTo>
                    <a:pt x="145" y="83"/>
                  </a:lnTo>
                  <a:lnTo>
                    <a:pt x="146" y="83"/>
                  </a:lnTo>
                  <a:lnTo>
                    <a:pt x="146" y="81"/>
                  </a:lnTo>
                  <a:lnTo>
                    <a:pt x="145" y="78"/>
                  </a:lnTo>
                  <a:lnTo>
                    <a:pt x="142" y="81"/>
                  </a:lnTo>
                  <a:lnTo>
                    <a:pt x="142" y="81"/>
                  </a:lnTo>
                  <a:lnTo>
                    <a:pt x="141" y="79"/>
                  </a:lnTo>
                  <a:lnTo>
                    <a:pt x="141" y="78"/>
                  </a:lnTo>
                  <a:lnTo>
                    <a:pt x="142" y="75"/>
                  </a:lnTo>
                  <a:lnTo>
                    <a:pt x="141" y="74"/>
                  </a:lnTo>
                  <a:close/>
                  <a:moveTo>
                    <a:pt x="120" y="60"/>
                  </a:moveTo>
                  <a:lnTo>
                    <a:pt x="120" y="62"/>
                  </a:lnTo>
                  <a:lnTo>
                    <a:pt x="120" y="64"/>
                  </a:lnTo>
                  <a:lnTo>
                    <a:pt x="118" y="65"/>
                  </a:lnTo>
                  <a:lnTo>
                    <a:pt x="117" y="64"/>
                  </a:lnTo>
                  <a:lnTo>
                    <a:pt x="117" y="62"/>
                  </a:lnTo>
                  <a:lnTo>
                    <a:pt x="118" y="61"/>
                  </a:lnTo>
                  <a:lnTo>
                    <a:pt x="120" y="60"/>
                  </a:lnTo>
                  <a:close/>
                  <a:moveTo>
                    <a:pt x="129" y="0"/>
                  </a:moveTo>
                  <a:lnTo>
                    <a:pt x="132" y="0"/>
                  </a:lnTo>
                  <a:lnTo>
                    <a:pt x="133" y="3"/>
                  </a:lnTo>
                  <a:lnTo>
                    <a:pt x="137" y="6"/>
                  </a:lnTo>
                  <a:lnTo>
                    <a:pt x="139" y="6"/>
                  </a:lnTo>
                  <a:lnTo>
                    <a:pt x="142" y="10"/>
                  </a:lnTo>
                  <a:lnTo>
                    <a:pt x="147" y="15"/>
                  </a:lnTo>
                  <a:lnTo>
                    <a:pt x="150" y="16"/>
                  </a:lnTo>
                  <a:lnTo>
                    <a:pt x="151" y="19"/>
                  </a:lnTo>
                  <a:lnTo>
                    <a:pt x="153" y="19"/>
                  </a:lnTo>
                  <a:lnTo>
                    <a:pt x="155" y="22"/>
                  </a:lnTo>
                  <a:lnTo>
                    <a:pt x="159" y="23"/>
                  </a:lnTo>
                  <a:lnTo>
                    <a:pt x="162" y="23"/>
                  </a:lnTo>
                  <a:lnTo>
                    <a:pt x="164" y="25"/>
                  </a:lnTo>
                  <a:lnTo>
                    <a:pt x="166" y="25"/>
                  </a:lnTo>
                  <a:lnTo>
                    <a:pt x="167" y="25"/>
                  </a:lnTo>
                  <a:lnTo>
                    <a:pt x="170" y="25"/>
                  </a:lnTo>
                  <a:lnTo>
                    <a:pt x="174" y="23"/>
                  </a:lnTo>
                  <a:lnTo>
                    <a:pt x="175" y="20"/>
                  </a:lnTo>
                  <a:lnTo>
                    <a:pt x="176" y="18"/>
                  </a:lnTo>
                  <a:lnTo>
                    <a:pt x="176" y="18"/>
                  </a:lnTo>
                  <a:lnTo>
                    <a:pt x="176" y="19"/>
                  </a:lnTo>
                  <a:lnTo>
                    <a:pt x="176" y="20"/>
                  </a:lnTo>
                  <a:lnTo>
                    <a:pt x="176" y="24"/>
                  </a:lnTo>
                  <a:lnTo>
                    <a:pt x="176" y="27"/>
                  </a:lnTo>
                  <a:lnTo>
                    <a:pt x="176" y="28"/>
                  </a:lnTo>
                  <a:lnTo>
                    <a:pt x="179" y="31"/>
                  </a:lnTo>
                  <a:lnTo>
                    <a:pt x="182" y="32"/>
                  </a:lnTo>
                  <a:lnTo>
                    <a:pt x="182" y="35"/>
                  </a:lnTo>
                  <a:lnTo>
                    <a:pt x="182" y="36"/>
                  </a:lnTo>
                  <a:lnTo>
                    <a:pt x="183" y="36"/>
                  </a:lnTo>
                  <a:lnTo>
                    <a:pt x="184" y="33"/>
                  </a:lnTo>
                  <a:lnTo>
                    <a:pt x="185" y="32"/>
                  </a:lnTo>
                  <a:lnTo>
                    <a:pt x="187" y="32"/>
                  </a:lnTo>
                  <a:lnTo>
                    <a:pt x="187" y="33"/>
                  </a:lnTo>
                  <a:lnTo>
                    <a:pt x="185" y="35"/>
                  </a:lnTo>
                  <a:lnTo>
                    <a:pt x="185" y="36"/>
                  </a:lnTo>
                  <a:lnTo>
                    <a:pt x="184" y="37"/>
                  </a:lnTo>
                  <a:lnTo>
                    <a:pt x="182" y="39"/>
                  </a:lnTo>
                  <a:lnTo>
                    <a:pt x="182" y="40"/>
                  </a:lnTo>
                  <a:lnTo>
                    <a:pt x="180" y="41"/>
                  </a:lnTo>
                  <a:lnTo>
                    <a:pt x="179" y="41"/>
                  </a:lnTo>
                  <a:lnTo>
                    <a:pt x="178" y="41"/>
                  </a:lnTo>
                  <a:lnTo>
                    <a:pt x="176" y="43"/>
                  </a:lnTo>
                  <a:lnTo>
                    <a:pt x="176" y="44"/>
                  </a:lnTo>
                  <a:lnTo>
                    <a:pt x="174" y="44"/>
                  </a:lnTo>
                  <a:lnTo>
                    <a:pt x="171" y="43"/>
                  </a:lnTo>
                  <a:lnTo>
                    <a:pt x="170" y="44"/>
                  </a:lnTo>
                  <a:lnTo>
                    <a:pt x="166" y="48"/>
                  </a:lnTo>
                  <a:lnTo>
                    <a:pt x="164" y="53"/>
                  </a:lnTo>
                  <a:lnTo>
                    <a:pt x="164" y="57"/>
                  </a:lnTo>
                  <a:lnTo>
                    <a:pt x="164" y="60"/>
                  </a:lnTo>
                  <a:lnTo>
                    <a:pt x="164" y="61"/>
                  </a:lnTo>
                  <a:lnTo>
                    <a:pt x="164" y="64"/>
                  </a:lnTo>
                  <a:lnTo>
                    <a:pt x="163" y="62"/>
                  </a:lnTo>
                  <a:lnTo>
                    <a:pt x="162" y="61"/>
                  </a:lnTo>
                  <a:lnTo>
                    <a:pt x="158" y="60"/>
                  </a:lnTo>
                  <a:lnTo>
                    <a:pt x="154" y="58"/>
                  </a:lnTo>
                  <a:lnTo>
                    <a:pt x="151" y="54"/>
                  </a:lnTo>
                  <a:lnTo>
                    <a:pt x="149" y="53"/>
                  </a:lnTo>
                  <a:lnTo>
                    <a:pt x="147" y="53"/>
                  </a:lnTo>
                  <a:lnTo>
                    <a:pt x="145" y="53"/>
                  </a:lnTo>
                  <a:lnTo>
                    <a:pt x="145" y="52"/>
                  </a:lnTo>
                  <a:lnTo>
                    <a:pt x="142" y="52"/>
                  </a:lnTo>
                  <a:lnTo>
                    <a:pt x="139" y="53"/>
                  </a:lnTo>
                  <a:lnTo>
                    <a:pt x="137" y="57"/>
                  </a:lnTo>
                  <a:lnTo>
                    <a:pt x="135" y="57"/>
                  </a:lnTo>
                  <a:lnTo>
                    <a:pt x="133" y="54"/>
                  </a:lnTo>
                  <a:lnTo>
                    <a:pt x="130" y="54"/>
                  </a:lnTo>
                  <a:lnTo>
                    <a:pt x="129" y="56"/>
                  </a:lnTo>
                  <a:lnTo>
                    <a:pt x="129" y="58"/>
                  </a:lnTo>
                  <a:lnTo>
                    <a:pt x="130" y="61"/>
                  </a:lnTo>
                  <a:lnTo>
                    <a:pt x="133" y="62"/>
                  </a:lnTo>
                  <a:lnTo>
                    <a:pt x="135" y="61"/>
                  </a:lnTo>
                  <a:lnTo>
                    <a:pt x="138" y="65"/>
                  </a:lnTo>
                  <a:lnTo>
                    <a:pt x="141" y="65"/>
                  </a:lnTo>
                  <a:lnTo>
                    <a:pt x="143" y="65"/>
                  </a:lnTo>
                  <a:lnTo>
                    <a:pt x="145" y="66"/>
                  </a:lnTo>
                  <a:lnTo>
                    <a:pt x="142" y="69"/>
                  </a:lnTo>
                  <a:lnTo>
                    <a:pt x="142" y="70"/>
                  </a:lnTo>
                  <a:lnTo>
                    <a:pt x="141" y="69"/>
                  </a:lnTo>
                  <a:lnTo>
                    <a:pt x="137" y="69"/>
                  </a:lnTo>
                  <a:lnTo>
                    <a:pt x="135" y="70"/>
                  </a:lnTo>
                  <a:lnTo>
                    <a:pt x="135" y="72"/>
                  </a:lnTo>
                  <a:lnTo>
                    <a:pt x="135" y="74"/>
                  </a:lnTo>
                  <a:lnTo>
                    <a:pt x="133" y="77"/>
                  </a:lnTo>
                  <a:lnTo>
                    <a:pt x="130" y="75"/>
                  </a:lnTo>
                  <a:lnTo>
                    <a:pt x="129" y="74"/>
                  </a:lnTo>
                  <a:lnTo>
                    <a:pt x="130" y="73"/>
                  </a:lnTo>
                  <a:lnTo>
                    <a:pt x="129" y="69"/>
                  </a:lnTo>
                  <a:lnTo>
                    <a:pt x="128" y="65"/>
                  </a:lnTo>
                  <a:lnTo>
                    <a:pt x="126" y="64"/>
                  </a:lnTo>
                  <a:lnTo>
                    <a:pt x="124" y="62"/>
                  </a:lnTo>
                  <a:lnTo>
                    <a:pt x="122" y="62"/>
                  </a:lnTo>
                  <a:lnTo>
                    <a:pt x="122" y="60"/>
                  </a:lnTo>
                  <a:lnTo>
                    <a:pt x="122" y="57"/>
                  </a:lnTo>
                  <a:lnTo>
                    <a:pt x="122" y="54"/>
                  </a:lnTo>
                  <a:lnTo>
                    <a:pt x="124" y="53"/>
                  </a:lnTo>
                  <a:lnTo>
                    <a:pt x="125" y="52"/>
                  </a:lnTo>
                  <a:lnTo>
                    <a:pt x="125" y="50"/>
                  </a:lnTo>
                  <a:lnTo>
                    <a:pt x="126" y="50"/>
                  </a:lnTo>
                  <a:lnTo>
                    <a:pt x="128" y="48"/>
                  </a:lnTo>
                  <a:lnTo>
                    <a:pt x="129" y="47"/>
                  </a:lnTo>
                  <a:lnTo>
                    <a:pt x="128" y="47"/>
                  </a:lnTo>
                  <a:lnTo>
                    <a:pt x="126" y="44"/>
                  </a:lnTo>
                  <a:lnTo>
                    <a:pt x="125" y="44"/>
                  </a:lnTo>
                  <a:lnTo>
                    <a:pt x="124" y="44"/>
                  </a:lnTo>
                  <a:lnTo>
                    <a:pt x="125" y="41"/>
                  </a:lnTo>
                  <a:lnTo>
                    <a:pt x="126" y="41"/>
                  </a:lnTo>
                  <a:lnTo>
                    <a:pt x="130" y="43"/>
                  </a:lnTo>
                  <a:lnTo>
                    <a:pt x="134" y="44"/>
                  </a:lnTo>
                  <a:lnTo>
                    <a:pt x="135" y="43"/>
                  </a:lnTo>
                  <a:lnTo>
                    <a:pt x="135" y="41"/>
                  </a:lnTo>
                  <a:lnTo>
                    <a:pt x="137" y="40"/>
                  </a:lnTo>
                  <a:lnTo>
                    <a:pt x="135" y="39"/>
                  </a:lnTo>
                  <a:lnTo>
                    <a:pt x="134" y="37"/>
                  </a:lnTo>
                  <a:lnTo>
                    <a:pt x="134" y="37"/>
                  </a:lnTo>
                  <a:lnTo>
                    <a:pt x="133" y="35"/>
                  </a:lnTo>
                  <a:lnTo>
                    <a:pt x="133" y="32"/>
                  </a:lnTo>
                  <a:lnTo>
                    <a:pt x="134" y="31"/>
                  </a:lnTo>
                  <a:lnTo>
                    <a:pt x="135" y="31"/>
                  </a:lnTo>
                  <a:lnTo>
                    <a:pt x="135" y="29"/>
                  </a:lnTo>
                  <a:lnTo>
                    <a:pt x="134" y="27"/>
                  </a:lnTo>
                  <a:lnTo>
                    <a:pt x="133" y="23"/>
                  </a:lnTo>
                  <a:lnTo>
                    <a:pt x="134" y="22"/>
                  </a:lnTo>
                  <a:lnTo>
                    <a:pt x="133" y="18"/>
                  </a:lnTo>
                  <a:lnTo>
                    <a:pt x="133" y="15"/>
                  </a:lnTo>
                  <a:lnTo>
                    <a:pt x="129" y="8"/>
                  </a:lnTo>
                  <a:lnTo>
                    <a:pt x="128" y="6"/>
                  </a:lnTo>
                  <a:lnTo>
                    <a:pt x="126" y="4"/>
                  </a:lnTo>
                  <a:lnTo>
                    <a:pt x="128" y="3"/>
                  </a:lnTo>
                  <a:lnTo>
                    <a:pt x="129" y="3"/>
                  </a:lnTo>
                  <a:lnTo>
                    <a:pt x="130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3" name="Freeform 345">
              <a:extLst>
                <a:ext uri="{FF2B5EF4-FFF2-40B4-BE49-F238E27FC236}">
                  <a16:creationId xmlns:a16="http://schemas.microsoft.com/office/drawing/2014/main" id="{76EC36CA-0469-435F-A301-00A1271D0D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37771" y="3122906"/>
              <a:ext cx="489631" cy="779781"/>
            </a:xfrm>
            <a:custGeom>
              <a:avLst/>
              <a:gdLst>
                <a:gd name="T0" fmla="*/ 28 w 54"/>
                <a:gd name="T1" fmla="*/ 81 h 86"/>
                <a:gd name="T2" fmla="*/ 27 w 54"/>
                <a:gd name="T3" fmla="*/ 85 h 86"/>
                <a:gd name="T4" fmla="*/ 20 w 54"/>
                <a:gd name="T5" fmla="*/ 86 h 86"/>
                <a:gd name="T6" fmla="*/ 20 w 54"/>
                <a:gd name="T7" fmla="*/ 82 h 86"/>
                <a:gd name="T8" fmla="*/ 52 w 54"/>
                <a:gd name="T9" fmla="*/ 70 h 86"/>
                <a:gd name="T10" fmla="*/ 53 w 54"/>
                <a:gd name="T11" fmla="*/ 71 h 86"/>
                <a:gd name="T12" fmla="*/ 52 w 54"/>
                <a:gd name="T13" fmla="*/ 73 h 86"/>
                <a:gd name="T14" fmla="*/ 52 w 54"/>
                <a:gd name="T15" fmla="*/ 70 h 86"/>
                <a:gd name="T16" fmla="*/ 19 w 54"/>
                <a:gd name="T17" fmla="*/ 67 h 86"/>
                <a:gd name="T18" fmla="*/ 17 w 54"/>
                <a:gd name="T19" fmla="*/ 69 h 86"/>
                <a:gd name="T20" fmla="*/ 16 w 54"/>
                <a:gd name="T21" fmla="*/ 69 h 86"/>
                <a:gd name="T22" fmla="*/ 17 w 54"/>
                <a:gd name="T23" fmla="*/ 67 h 86"/>
                <a:gd name="T24" fmla="*/ 54 w 54"/>
                <a:gd name="T25" fmla="*/ 63 h 86"/>
                <a:gd name="T26" fmla="*/ 54 w 54"/>
                <a:gd name="T27" fmla="*/ 66 h 86"/>
                <a:gd name="T28" fmla="*/ 53 w 54"/>
                <a:gd name="T29" fmla="*/ 69 h 86"/>
                <a:gd name="T30" fmla="*/ 52 w 54"/>
                <a:gd name="T31" fmla="*/ 65 h 86"/>
                <a:gd name="T32" fmla="*/ 54 w 54"/>
                <a:gd name="T33" fmla="*/ 63 h 86"/>
                <a:gd name="T34" fmla="*/ 36 w 54"/>
                <a:gd name="T35" fmla="*/ 62 h 86"/>
                <a:gd name="T36" fmla="*/ 33 w 54"/>
                <a:gd name="T37" fmla="*/ 61 h 86"/>
                <a:gd name="T38" fmla="*/ 44 w 54"/>
                <a:gd name="T39" fmla="*/ 57 h 86"/>
                <a:gd name="T40" fmla="*/ 45 w 54"/>
                <a:gd name="T41" fmla="*/ 60 h 86"/>
                <a:gd name="T42" fmla="*/ 42 w 54"/>
                <a:gd name="T43" fmla="*/ 62 h 86"/>
                <a:gd name="T44" fmla="*/ 42 w 54"/>
                <a:gd name="T45" fmla="*/ 58 h 86"/>
                <a:gd name="T46" fmla="*/ 27 w 54"/>
                <a:gd name="T47" fmla="*/ 0 h 86"/>
                <a:gd name="T48" fmla="*/ 37 w 54"/>
                <a:gd name="T49" fmla="*/ 15 h 86"/>
                <a:gd name="T50" fmla="*/ 44 w 54"/>
                <a:gd name="T51" fmla="*/ 28 h 86"/>
                <a:gd name="T52" fmla="*/ 48 w 54"/>
                <a:gd name="T53" fmla="*/ 38 h 86"/>
                <a:gd name="T54" fmla="*/ 49 w 54"/>
                <a:gd name="T55" fmla="*/ 41 h 86"/>
                <a:gd name="T56" fmla="*/ 50 w 54"/>
                <a:gd name="T57" fmla="*/ 49 h 86"/>
                <a:gd name="T58" fmla="*/ 49 w 54"/>
                <a:gd name="T59" fmla="*/ 52 h 86"/>
                <a:gd name="T60" fmla="*/ 44 w 54"/>
                <a:gd name="T61" fmla="*/ 56 h 86"/>
                <a:gd name="T62" fmla="*/ 41 w 54"/>
                <a:gd name="T63" fmla="*/ 60 h 86"/>
                <a:gd name="T64" fmla="*/ 39 w 54"/>
                <a:gd name="T65" fmla="*/ 60 h 86"/>
                <a:gd name="T66" fmla="*/ 36 w 54"/>
                <a:gd name="T67" fmla="*/ 58 h 86"/>
                <a:gd name="T68" fmla="*/ 33 w 54"/>
                <a:gd name="T69" fmla="*/ 60 h 86"/>
                <a:gd name="T70" fmla="*/ 31 w 54"/>
                <a:gd name="T71" fmla="*/ 60 h 86"/>
                <a:gd name="T72" fmla="*/ 23 w 54"/>
                <a:gd name="T73" fmla="*/ 66 h 86"/>
                <a:gd name="T74" fmla="*/ 23 w 54"/>
                <a:gd name="T75" fmla="*/ 67 h 86"/>
                <a:gd name="T76" fmla="*/ 20 w 54"/>
                <a:gd name="T77" fmla="*/ 67 h 86"/>
                <a:gd name="T78" fmla="*/ 19 w 54"/>
                <a:gd name="T79" fmla="*/ 63 h 86"/>
                <a:gd name="T80" fmla="*/ 15 w 54"/>
                <a:gd name="T81" fmla="*/ 58 h 86"/>
                <a:gd name="T82" fmla="*/ 15 w 54"/>
                <a:gd name="T83" fmla="*/ 56 h 86"/>
                <a:gd name="T84" fmla="*/ 16 w 54"/>
                <a:gd name="T85" fmla="*/ 53 h 86"/>
                <a:gd name="T86" fmla="*/ 15 w 54"/>
                <a:gd name="T87" fmla="*/ 49 h 86"/>
                <a:gd name="T88" fmla="*/ 19 w 54"/>
                <a:gd name="T89" fmla="*/ 45 h 86"/>
                <a:gd name="T90" fmla="*/ 16 w 54"/>
                <a:gd name="T91" fmla="*/ 42 h 86"/>
                <a:gd name="T92" fmla="*/ 14 w 54"/>
                <a:gd name="T93" fmla="*/ 36 h 86"/>
                <a:gd name="T94" fmla="*/ 12 w 54"/>
                <a:gd name="T95" fmla="*/ 33 h 86"/>
                <a:gd name="T96" fmla="*/ 8 w 54"/>
                <a:gd name="T97" fmla="*/ 28 h 86"/>
                <a:gd name="T98" fmla="*/ 11 w 54"/>
                <a:gd name="T99" fmla="*/ 27 h 86"/>
                <a:gd name="T100" fmla="*/ 16 w 54"/>
                <a:gd name="T101" fmla="*/ 29 h 86"/>
                <a:gd name="T102" fmla="*/ 14 w 54"/>
                <a:gd name="T103" fmla="*/ 24 h 86"/>
                <a:gd name="T104" fmla="*/ 12 w 54"/>
                <a:gd name="T105" fmla="*/ 23 h 86"/>
                <a:gd name="T106" fmla="*/ 4 w 54"/>
                <a:gd name="T107" fmla="*/ 15 h 86"/>
                <a:gd name="T108" fmla="*/ 3 w 54"/>
                <a:gd name="T109" fmla="*/ 13 h 86"/>
                <a:gd name="T110" fmla="*/ 0 w 54"/>
                <a:gd name="T111" fmla="*/ 15 h 86"/>
                <a:gd name="T112" fmla="*/ 6 w 54"/>
                <a:gd name="T113" fmla="*/ 8 h 86"/>
                <a:gd name="T114" fmla="*/ 14 w 54"/>
                <a:gd name="T115" fmla="*/ 3 h 86"/>
                <a:gd name="T116" fmla="*/ 27 w 54"/>
                <a:gd name="T117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4" h="86">
                  <a:moveTo>
                    <a:pt x="25" y="81"/>
                  </a:moveTo>
                  <a:lnTo>
                    <a:pt x="28" y="81"/>
                  </a:lnTo>
                  <a:lnTo>
                    <a:pt x="28" y="82"/>
                  </a:lnTo>
                  <a:lnTo>
                    <a:pt x="27" y="85"/>
                  </a:lnTo>
                  <a:lnTo>
                    <a:pt x="21" y="86"/>
                  </a:lnTo>
                  <a:lnTo>
                    <a:pt x="20" y="86"/>
                  </a:lnTo>
                  <a:lnTo>
                    <a:pt x="19" y="83"/>
                  </a:lnTo>
                  <a:lnTo>
                    <a:pt x="20" y="82"/>
                  </a:lnTo>
                  <a:lnTo>
                    <a:pt x="25" y="81"/>
                  </a:lnTo>
                  <a:close/>
                  <a:moveTo>
                    <a:pt x="52" y="70"/>
                  </a:moveTo>
                  <a:lnTo>
                    <a:pt x="54" y="70"/>
                  </a:lnTo>
                  <a:lnTo>
                    <a:pt x="53" y="71"/>
                  </a:lnTo>
                  <a:lnTo>
                    <a:pt x="53" y="73"/>
                  </a:lnTo>
                  <a:lnTo>
                    <a:pt x="52" y="73"/>
                  </a:lnTo>
                  <a:lnTo>
                    <a:pt x="52" y="71"/>
                  </a:lnTo>
                  <a:lnTo>
                    <a:pt x="52" y="70"/>
                  </a:lnTo>
                  <a:close/>
                  <a:moveTo>
                    <a:pt x="17" y="66"/>
                  </a:moveTo>
                  <a:lnTo>
                    <a:pt x="19" y="67"/>
                  </a:lnTo>
                  <a:lnTo>
                    <a:pt x="19" y="69"/>
                  </a:lnTo>
                  <a:lnTo>
                    <a:pt x="17" y="69"/>
                  </a:lnTo>
                  <a:lnTo>
                    <a:pt x="16" y="70"/>
                  </a:lnTo>
                  <a:lnTo>
                    <a:pt x="16" y="69"/>
                  </a:lnTo>
                  <a:lnTo>
                    <a:pt x="16" y="67"/>
                  </a:lnTo>
                  <a:lnTo>
                    <a:pt x="17" y="67"/>
                  </a:lnTo>
                  <a:lnTo>
                    <a:pt x="17" y="66"/>
                  </a:lnTo>
                  <a:close/>
                  <a:moveTo>
                    <a:pt x="54" y="63"/>
                  </a:moveTo>
                  <a:lnTo>
                    <a:pt x="54" y="63"/>
                  </a:lnTo>
                  <a:lnTo>
                    <a:pt x="54" y="66"/>
                  </a:lnTo>
                  <a:lnTo>
                    <a:pt x="53" y="67"/>
                  </a:lnTo>
                  <a:lnTo>
                    <a:pt x="53" y="69"/>
                  </a:lnTo>
                  <a:lnTo>
                    <a:pt x="52" y="67"/>
                  </a:lnTo>
                  <a:lnTo>
                    <a:pt x="52" y="65"/>
                  </a:lnTo>
                  <a:lnTo>
                    <a:pt x="53" y="63"/>
                  </a:lnTo>
                  <a:lnTo>
                    <a:pt x="54" y="63"/>
                  </a:lnTo>
                  <a:close/>
                  <a:moveTo>
                    <a:pt x="35" y="61"/>
                  </a:moveTo>
                  <a:lnTo>
                    <a:pt x="36" y="62"/>
                  </a:lnTo>
                  <a:lnTo>
                    <a:pt x="35" y="62"/>
                  </a:lnTo>
                  <a:lnTo>
                    <a:pt x="33" y="61"/>
                  </a:lnTo>
                  <a:lnTo>
                    <a:pt x="35" y="61"/>
                  </a:lnTo>
                  <a:close/>
                  <a:moveTo>
                    <a:pt x="44" y="57"/>
                  </a:moveTo>
                  <a:lnTo>
                    <a:pt x="45" y="58"/>
                  </a:lnTo>
                  <a:lnTo>
                    <a:pt x="45" y="60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2" y="60"/>
                  </a:lnTo>
                  <a:lnTo>
                    <a:pt x="42" y="58"/>
                  </a:lnTo>
                  <a:lnTo>
                    <a:pt x="44" y="57"/>
                  </a:lnTo>
                  <a:close/>
                  <a:moveTo>
                    <a:pt x="27" y="0"/>
                  </a:moveTo>
                  <a:lnTo>
                    <a:pt x="31" y="8"/>
                  </a:lnTo>
                  <a:lnTo>
                    <a:pt x="37" y="15"/>
                  </a:lnTo>
                  <a:lnTo>
                    <a:pt x="44" y="23"/>
                  </a:lnTo>
                  <a:lnTo>
                    <a:pt x="44" y="28"/>
                  </a:lnTo>
                  <a:lnTo>
                    <a:pt x="46" y="31"/>
                  </a:lnTo>
                  <a:lnTo>
                    <a:pt x="48" y="38"/>
                  </a:lnTo>
                  <a:lnTo>
                    <a:pt x="48" y="41"/>
                  </a:lnTo>
                  <a:lnTo>
                    <a:pt x="49" y="41"/>
                  </a:lnTo>
                  <a:lnTo>
                    <a:pt x="49" y="41"/>
                  </a:lnTo>
                  <a:lnTo>
                    <a:pt x="50" y="49"/>
                  </a:lnTo>
                  <a:lnTo>
                    <a:pt x="48" y="50"/>
                  </a:lnTo>
                  <a:lnTo>
                    <a:pt x="49" y="52"/>
                  </a:lnTo>
                  <a:lnTo>
                    <a:pt x="46" y="56"/>
                  </a:lnTo>
                  <a:lnTo>
                    <a:pt x="44" y="56"/>
                  </a:lnTo>
                  <a:lnTo>
                    <a:pt x="40" y="58"/>
                  </a:lnTo>
                  <a:lnTo>
                    <a:pt x="41" y="60"/>
                  </a:lnTo>
                  <a:lnTo>
                    <a:pt x="40" y="61"/>
                  </a:lnTo>
                  <a:lnTo>
                    <a:pt x="39" y="60"/>
                  </a:lnTo>
                  <a:lnTo>
                    <a:pt x="37" y="61"/>
                  </a:lnTo>
                  <a:lnTo>
                    <a:pt x="36" y="58"/>
                  </a:lnTo>
                  <a:lnTo>
                    <a:pt x="35" y="58"/>
                  </a:lnTo>
                  <a:lnTo>
                    <a:pt x="33" y="60"/>
                  </a:lnTo>
                  <a:lnTo>
                    <a:pt x="32" y="58"/>
                  </a:lnTo>
                  <a:lnTo>
                    <a:pt x="31" y="60"/>
                  </a:lnTo>
                  <a:lnTo>
                    <a:pt x="25" y="63"/>
                  </a:lnTo>
                  <a:lnTo>
                    <a:pt x="23" y="66"/>
                  </a:lnTo>
                  <a:lnTo>
                    <a:pt x="23" y="65"/>
                  </a:lnTo>
                  <a:lnTo>
                    <a:pt x="23" y="67"/>
                  </a:lnTo>
                  <a:lnTo>
                    <a:pt x="20" y="69"/>
                  </a:lnTo>
                  <a:lnTo>
                    <a:pt x="20" y="67"/>
                  </a:lnTo>
                  <a:lnTo>
                    <a:pt x="20" y="66"/>
                  </a:lnTo>
                  <a:lnTo>
                    <a:pt x="19" y="63"/>
                  </a:lnTo>
                  <a:lnTo>
                    <a:pt x="17" y="63"/>
                  </a:lnTo>
                  <a:lnTo>
                    <a:pt x="15" y="58"/>
                  </a:lnTo>
                  <a:lnTo>
                    <a:pt x="16" y="58"/>
                  </a:lnTo>
                  <a:lnTo>
                    <a:pt x="15" y="56"/>
                  </a:lnTo>
                  <a:lnTo>
                    <a:pt x="15" y="53"/>
                  </a:lnTo>
                  <a:lnTo>
                    <a:pt x="16" y="53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8"/>
                  </a:lnTo>
                  <a:lnTo>
                    <a:pt x="19" y="45"/>
                  </a:lnTo>
                  <a:lnTo>
                    <a:pt x="16" y="41"/>
                  </a:lnTo>
                  <a:lnTo>
                    <a:pt x="16" y="42"/>
                  </a:lnTo>
                  <a:lnTo>
                    <a:pt x="14" y="41"/>
                  </a:lnTo>
                  <a:lnTo>
                    <a:pt x="14" y="36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7" y="32"/>
                  </a:lnTo>
                  <a:lnTo>
                    <a:pt x="8" y="28"/>
                  </a:lnTo>
                  <a:lnTo>
                    <a:pt x="11" y="28"/>
                  </a:lnTo>
                  <a:lnTo>
                    <a:pt x="11" y="27"/>
                  </a:lnTo>
                  <a:lnTo>
                    <a:pt x="12" y="28"/>
                  </a:lnTo>
                  <a:lnTo>
                    <a:pt x="16" y="29"/>
                  </a:lnTo>
                  <a:lnTo>
                    <a:pt x="15" y="27"/>
                  </a:lnTo>
                  <a:lnTo>
                    <a:pt x="14" y="24"/>
                  </a:lnTo>
                  <a:lnTo>
                    <a:pt x="14" y="23"/>
                  </a:lnTo>
                  <a:lnTo>
                    <a:pt x="12" y="23"/>
                  </a:lnTo>
                  <a:lnTo>
                    <a:pt x="10" y="19"/>
                  </a:lnTo>
                  <a:lnTo>
                    <a:pt x="4" y="15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2"/>
                  </a:lnTo>
                  <a:lnTo>
                    <a:pt x="6" y="8"/>
                  </a:lnTo>
                  <a:lnTo>
                    <a:pt x="10" y="7"/>
                  </a:lnTo>
                  <a:lnTo>
                    <a:pt x="14" y="3"/>
                  </a:lnTo>
                  <a:lnTo>
                    <a:pt x="21" y="3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4" name="Freeform 346">
              <a:extLst>
                <a:ext uri="{FF2B5EF4-FFF2-40B4-BE49-F238E27FC236}">
                  <a16:creationId xmlns:a16="http://schemas.microsoft.com/office/drawing/2014/main" id="{9B9652C8-15F2-45EA-B02E-EBD197FCC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9224" y="2406595"/>
              <a:ext cx="507766" cy="870451"/>
            </a:xfrm>
            <a:custGeom>
              <a:avLst/>
              <a:gdLst>
                <a:gd name="T0" fmla="*/ 48 w 56"/>
                <a:gd name="T1" fmla="*/ 2 h 96"/>
                <a:gd name="T2" fmla="*/ 50 w 56"/>
                <a:gd name="T3" fmla="*/ 6 h 96"/>
                <a:gd name="T4" fmla="*/ 56 w 56"/>
                <a:gd name="T5" fmla="*/ 10 h 96"/>
                <a:gd name="T6" fmla="*/ 51 w 56"/>
                <a:gd name="T7" fmla="*/ 14 h 96"/>
                <a:gd name="T8" fmla="*/ 50 w 56"/>
                <a:gd name="T9" fmla="*/ 16 h 96"/>
                <a:gd name="T10" fmla="*/ 48 w 56"/>
                <a:gd name="T11" fmla="*/ 25 h 96"/>
                <a:gd name="T12" fmla="*/ 51 w 56"/>
                <a:gd name="T13" fmla="*/ 35 h 96"/>
                <a:gd name="T14" fmla="*/ 52 w 56"/>
                <a:gd name="T15" fmla="*/ 39 h 96"/>
                <a:gd name="T16" fmla="*/ 50 w 56"/>
                <a:gd name="T17" fmla="*/ 41 h 96"/>
                <a:gd name="T18" fmla="*/ 44 w 56"/>
                <a:gd name="T19" fmla="*/ 49 h 96"/>
                <a:gd name="T20" fmla="*/ 42 w 56"/>
                <a:gd name="T21" fmla="*/ 53 h 96"/>
                <a:gd name="T22" fmla="*/ 38 w 56"/>
                <a:gd name="T23" fmla="*/ 54 h 96"/>
                <a:gd name="T24" fmla="*/ 34 w 56"/>
                <a:gd name="T25" fmla="*/ 58 h 96"/>
                <a:gd name="T26" fmla="*/ 34 w 56"/>
                <a:gd name="T27" fmla="*/ 64 h 96"/>
                <a:gd name="T28" fmla="*/ 34 w 56"/>
                <a:gd name="T29" fmla="*/ 69 h 96"/>
                <a:gd name="T30" fmla="*/ 39 w 56"/>
                <a:gd name="T31" fmla="*/ 71 h 96"/>
                <a:gd name="T32" fmla="*/ 50 w 56"/>
                <a:gd name="T33" fmla="*/ 79 h 96"/>
                <a:gd name="T34" fmla="*/ 37 w 56"/>
                <a:gd name="T35" fmla="*/ 82 h 96"/>
                <a:gd name="T36" fmla="*/ 29 w 56"/>
                <a:gd name="T37" fmla="*/ 87 h 96"/>
                <a:gd name="T38" fmla="*/ 23 w 56"/>
                <a:gd name="T39" fmla="*/ 94 h 96"/>
                <a:gd name="T40" fmla="*/ 19 w 56"/>
                <a:gd name="T41" fmla="*/ 91 h 96"/>
                <a:gd name="T42" fmla="*/ 18 w 56"/>
                <a:gd name="T43" fmla="*/ 95 h 96"/>
                <a:gd name="T44" fmla="*/ 14 w 56"/>
                <a:gd name="T45" fmla="*/ 96 h 96"/>
                <a:gd name="T46" fmla="*/ 15 w 56"/>
                <a:gd name="T47" fmla="*/ 91 h 96"/>
                <a:gd name="T48" fmla="*/ 11 w 56"/>
                <a:gd name="T49" fmla="*/ 92 h 96"/>
                <a:gd name="T50" fmla="*/ 10 w 56"/>
                <a:gd name="T51" fmla="*/ 90 h 96"/>
                <a:gd name="T52" fmla="*/ 13 w 56"/>
                <a:gd name="T53" fmla="*/ 81 h 96"/>
                <a:gd name="T54" fmla="*/ 18 w 56"/>
                <a:gd name="T55" fmla="*/ 79 h 96"/>
                <a:gd name="T56" fmla="*/ 11 w 56"/>
                <a:gd name="T57" fmla="*/ 79 h 96"/>
                <a:gd name="T58" fmla="*/ 10 w 56"/>
                <a:gd name="T59" fmla="*/ 73 h 96"/>
                <a:gd name="T60" fmla="*/ 11 w 56"/>
                <a:gd name="T61" fmla="*/ 66 h 96"/>
                <a:gd name="T62" fmla="*/ 14 w 56"/>
                <a:gd name="T63" fmla="*/ 64 h 96"/>
                <a:gd name="T64" fmla="*/ 11 w 56"/>
                <a:gd name="T65" fmla="*/ 65 h 96"/>
                <a:gd name="T66" fmla="*/ 6 w 56"/>
                <a:gd name="T67" fmla="*/ 64 h 96"/>
                <a:gd name="T68" fmla="*/ 4 w 56"/>
                <a:gd name="T69" fmla="*/ 65 h 96"/>
                <a:gd name="T70" fmla="*/ 1 w 56"/>
                <a:gd name="T71" fmla="*/ 61 h 96"/>
                <a:gd name="T72" fmla="*/ 0 w 56"/>
                <a:gd name="T73" fmla="*/ 61 h 96"/>
                <a:gd name="T74" fmla="*/ 2 w 56"/>
                <a:gd name="T75" fmla="*/ 52 h 96"/>
                <a:gd name="T76" fmla="*/ 4 w 56"/>
                <a:gd name="T77" fmla="*/ 46 h 96"/>
                <a:gd name="T78" fmla="*/ 9 w 56"/>
                <a:gd name="T79" fmla="*/ 40 h 96"/>
                <a:gd name="T80" fmla="*/ 13 w 56"/>
                <a:gd name="T81" fmla="*/ 33 h 96"/>
                <a:gd name="T82" fmla="*/ 14 w 56"/>
                <a:gd name="T83" fmla="*/ 31 h 96"/>
                <a:gd name="T84" fmla="*/ 17 w 56"/>
                <a:gd name="T85" fmla="*/ 24 h 96"/>
                <a:gd name="T86" fmla="*/ 21 w 56"/>
                <a:gd name="T87" fmla="*/ 28 h 96"/>
                <a:gd name="T88" fmla="*/ 25 w 56"/>
                <a:gd name="T89" fmla="*/ 28 h 96"/>
                <a:gd name="T90" fmla="*/ 31 w 56"/>
                <a:gd name="T91" fmla="*/ 29 h 96"/>
                <a:gd name="T92" fmla="*/ 37 w 56"/>
                <a:gd name="T93" fmla="*/ 27 h 96"/>
                <a:gd name="T94" fmla="*/ 34 w 56"/>
                <a:gd name="T95" fmla="*/ 23 h 96"/>
                <a:gd name="T96" fmla="*/ 33 w 56"/>
                <a:gd name="T97" fmla="*/ 19 h 96"/>
                <a:gd name="T98" fmla="*/ 40 w 56"/>
                <a:gd name="T99" fmla="*/ 15 h 96"/>
                <a:gd name="T100" fmla="*/ 42 w 56"/>
                <a:gd name="T101" fmla="*/ 10 h 96"/>
                <a:gd name="T102" fmla="*/ 46 w 56"/>
                <a:gd name="T103" fmla="*/ 7 h 96"/>
                <a:gd name="T104" fmla="*/ 44 w 56"/>
                <a:gd name="T105" fmla="*/ 3 h 96"/>
                <a:gd name="T106" fmla="*/ 47 w 56"/>
                <a:gd name="T10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6" h="96">
                  <a:moveTo>
                    <a:pt x="47" y="0"/>
                  </a:moveTo>
                  <a:lnTo>
                    <a:pt x="48" y="2"/>
                  </a:lnTo>
                  <a:lnTo>
                    <a:pt x="48" y="4"/>
                  </a:lnTo>
                  <a:lnTo>
                    <a:pt x="50" y="6"/>
                  </a:lnTo>
                  <a:lnTo>
                    <a:pt x="54" y="6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50" y="16"/>
                  </a:lnTo>
                  <a:lnTo>
                    <a:pt x="48" y="23"/>
                  </a:lnTo>
                  <a:lnTo>
                    <a:pt x="48" y="25"/>
                  </a:lnTo>
                  <a:lnTo>
                    <a:pt x="51" y="28"/>
                  </a:lnTo>
                  <a:lnTo>
                    <a:pt x="51" y="35"/>
                  </a:lnTo>
                  <a:lnTo>
                    <a:pt x="54" y="36"/>
                  </a:lnTo>
                  <a:lnTo>
                    <a:pt x="52" y="39"/>
                  </a:lnTo>
                  <a:lnTo>
                    <a:pt x="48" y="41"/>
                  </a:lnTo>
                  <a:lnTo>
                    <a:pt x="50" y="41"/>
                  </a:lnTo>
                  <a:lnTo>
                    <a:pt x="43" y="48"/>
                  </a:lnTo>
                  <a:lnTo>
                    <a:pt x="44" y="49"/>
                  </a:lnTo>
                  <a:lnTo>
                    <a:pt x="43" y="52"/>
                  </a:lnTo>
                  <a:lnTo>
                    <a:pt x="42" y="53"/>
                  </a:lnTo>
                  <a:lnTo>
                    <a:pt x="39" y="53"/>
                  </a:lnTo>
                  <a:lnTo>
                    <a:pt x="38" y="54"/>
                  </a:lnTo>
                  <a:lnTo>
                    <a:pt x="37" y="57"/>
                  </a:lnTo>
                  <a:lnTo>
                    <a:pt x="34" y="58"/>
                  </a:lnTo>
                  <a:lnTo>
                    <a:pt x="34" y="61"/>
                  </a:lnTo>
                  <a:lnTo>
                    <a:pt x="34" y="64"/>
                  </a:lnTo>
                  <a:lnTo>
                    <a:pt x="33" y="65"/>
                  </a:lnTo>
                  <a:lnTo>
                    <a:pt x="34" y="69"/>
                  </a:lnTo>
                  <a:lnTo>
                    <a:pt x="38" y="69"/>
                  </a:lnTo>
                  <a:lnTo>
                    <a:pt x="39" y="71"/>
                  </a:lnTo>
                  <a:lnTo>
                    <a:pt x="48" y="77"/>
                  </a:lnTo>
                  <a:lnTo>
                    <a:pt x="50" y="79"/>
                  </a:lnTo>
                  <a:lnTo>
                    <a:pt x="44" y="82"/>
                  </a:lnTo>
                  <a:lnTo>
                    <a:pt x="37" y="82"/>
                  </a:lnTo>
                  <a:lnTo>
                    <a:pt x="33" y="86"/>
                  </a:lnTo>
                  <a:lnTo>
                    <a:pt x="29" y="87"/>
                  </a:lnTo>
                  <a:lnTo>
                    <a:pt x="25" y="91"/>
                  </a:lnTo>
                  <a:lnTo>
                    <a:pt x="23" y="94"/>
                  </a:lnTo>
                  <a:lnTo>
                    <a:pt x="21" y="91"/>
                  </a:lnTo>
                  <a:lnTo>
                    <a:pt x="19" y="91"/>
                  </a:lnTo>
                  <a:lnTo>
                    <a:pt x="21" y="92"/>
                  </a:lnTo>
                  <a:lnTo>
                    <a:pt x="18" y="95"/>
                  </a:lnTo>
                  <a:lnTo>
                    <a:pt x="17" y="95"/>
                  </a:lnTo>
                  <a:lnTo>
                    <a:pt x="14" y="96"/>
                  </a:lnTo>
                  <a:lnTo>
                    <a:pt x="13" y="95"/>
                  </a:lnTo>
                  <a:lnTo>
                    <a:pt x="15" y="91"/>
                  </a:lnTo>
                  <a:lnTo>
                    <a:pt x="13" y="91"/>
                  </a:lnTo>
                  <a:lnTo>
                    <a:pt x="11" y="92"/>
                  </a:lnTo>
                  <a:lnTo>
                    <a:pt x="10" y="91"/>
                  </a:lnTo>
                  <a:lnTo>
                    <a:pt x="10" y="90"/>
                  </a:lnTo>
                  <a:lnTo>
                    <a:pt x="10" y="85"/>
                  </a:lnTo>
                  <a:lnTo>
                    <a:pt x="13" y="81"/>
                  </a:lnTo>
                  <a:lnTo>
                    <a:pt x="15" y="81"/>
                  </a:lnTo>
                  <a:lnTo>
                    <a:pt x="18" y="79"/>
                  </a:lnTo>
                  <a:lnTo>
                    <a:pt x="15" y="79"/>
                  </a:lnTo>
                  <a:lnTo>
                    <a:pt x="11" y="79"/>
                  </a:lnTo>
                  <a:lnTo>
                    <a:pt x="10" y="79"/>
                  </a:lnTo>
                  <a:lnTo>
                    <a:pt x="10" y="73"/>
                  </a:lnTo>
                  <a:lnTo>
                    <a:pt x="13" y="69"/>
                  </a:lnTo>
                  <a:lnTo>
                    <a:pt x="11" y="66"/>
                  </a:lnTo>
                  <a:lnTo>
                    <a:pt x="13" y="65"/>
                  </a:lnTo>
                  <a:lnTo>
                    <a:pt x="14" y="64"/>
                  </a:lnTo>
                  <a:lnTo>
                    <a:pt x="13" y="64"/>
                  </a:lnTo>
                  <a:lnTo>
                    <a:pt x="11" y="65"/>
                  </a:lnTo>
                  <a:lnTo>
                    <a:pt x="8" y="65"/>
                  </a:lnTo>
                  <a:lnTo>
                    <a:pt x="6" y="64"/>
                  </a:lnTo>
                  <a:lnTo>
                    <a:pt x="4" y="62"/>
                  </a:lnTo>
                  <a:lnTo>
                    <a:pt x="4" y="65"/>
                  </a:lnTo>
                  <a:lnTo>
                    <a:pt x="1" y="65"/>
                  </a:lnTo>
                  <a:lnTo>
                    <a:pt x="1" y="61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54"/>
                  </a:lnTo>
                  <a:lnTo>
                    <a:pt x="2" y="52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8" y="44"/>
                  </a:lnTo>
                  <a:lnTo>
                    <a:pt x="9" y="40"/>
                  </a:lnTo>
                  <a:lnTo>
                    <a:pt x="11" y="39"/>
                  </a:lnTo>
                  <a:lnTo>
                    <a:pt x="13" y="33"/>
                  </a:lnTo>
                  <a:lnTo>
                    <a:pt x="14" y="32"/>
                  </a:lnTo>
                  <a:lnTo>
                    <a:pt x="14" y="31"/>
                  </a:lnTo>
                  <a:lnTo>
                    <a:pt x="14" y="27"/>
                  </a:lnTo>
                  <a:lnTo>
                    <a:pt x="17" y="24"/>
                  </a:lnTo>
                  <a:lnTo>
                    <a:pt x="18" y="27"/>
                  </a:lnTo>
                  <a:lnTo>
                    <a:pt x="21" y="28"/>
                  </a:lnTo>
                  <a:lnTo>
                    <a:pt x="22" y="29"/>
                  </a:lnTo>
                  <a:lnTo>
                    <a:pt x="25" y="28"/>
                  </a:lnTo>
                  <a:lnTo>
                    <a:pt x="27" y="29"/>
                  </a:lnTo>
                  <a:lnTo>
                    <a:pt x="31" y="29"/>
                  </a:lnTo>
                  <a:lnTo>
                    <a:pt x="35" y="29"/>
                  </a:lnTo>
                  <a:lnTo>
                    <a:pt x="37" y="27"/>
                  </a:lnTo>
                  <a:lnTo>
                    <a:pt x="37" y="24"/>
                  </a:lnTo>
                  <a:lnTo>
                    <a:pt x="34" y="23"/>
                  </a:lnTo>
                  <a:lnTo>
                    <a:pt x="31" y="20"/>
                  </a:lnTo>
                  <a:lnTo>
                    <a:pt x="33" y="19"/>
                  </a:lnTo>
                  <a:lnTo>
                    <a:pt x="35" y="19"/>
                  </a:lnTo>
                  <a:lnTo>
                    <a:pt x="40" y="15"/>
                  </a:lnTo>
                  <a:lnTo>
                    <a:pt x="40" y="12"/>
                  </a:lnTo>
                  <a:lnTo>
                    <a:pt x="42" y="10"/>
                  </a:lnTo>
                  <a:lnTo>
                    <a:pt x="44" y="10"/>
                  </a:lnTo>
                  <a:lnTo>
                    <a:pt x="46" y="7"/>
                  </a:lnTo>
                  <a:lnTo>
                    <a:pt x="44" y="6"/>
                  </a:lnTo>
                  <a:lnTo>
                    <a:pt x="44" y="3"/>
                  </a:lnTo>
                  <a:lnTo>
                    <a:pt x="44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5" name="Freeform 347">
              <a:extLst>
                <a:ext uri="{FF2B5EF4-FFF2-40B4-BE49-F238E27FC236}">
                  <a16:creationId xmlns:a16="http://schemas.microsoft.com/office/drawing/2014/main" id="{BC5ECEFA-E633-47CD-BEAF-546E3D45C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576" y="1264125"/>
              <a:ext cx="3309538" cy="1559561"/>
            </a:xfrm>
            <a:custGeom>
              <a:avLst/>
              <a:gdLst>
                <a:gd name="T0" fmla="*/ 117 w 365"/>
                <a:gd name="T1" fmla="*/ 5 h 172"/>
                <a:gd name="T2" fmla="*/ 133 w 365"/>
                <a:gd name="T3" fmla="*/ 8 h 172"/>
                <a:gd name="T4" fmla="*/ 145 w 365"/>
                <a:gd name="T5" fmla="*/ 13 h 172"/>
                <a:gd name="T6" fmla="*/ 150 w 365"/>
                <a:gd name="T7" fmla="*/ 24 h 172"/>
                <a:gd name="T8" fmla="*/ 163 w 365"/>
                <a:gd name="T9" fmla="*/ 30 h 172"/>
                <a:gd name="T10" fmla="*/ 174 w 365"/>
                <a:gd name="T11" fmla="*/ 29 h 172"/>
                <a:gd name="T12" fmla="*/ 192 w 365"/>
                <a:gd name="T13" fmla="*/ 22 h 172"/>
                <a:gd name="T14" fmla="*/ 213 w 365"/>
                <a:gd name="T15" fmla="*/ 29 h 172"/>
                <a:gd name="T16" fmla="*/ 224 w 365"/>
                <a:gd name="T17" fmla="*/ 37 h 172"/>
                <a:gd name="T18" fmla="*/ 248 w 365"/>
                <a:gd name="T19" fmla="*/ 40 h 172"/>
                <a:gd name="T20" fmla="*/ 261 w 365"/>
                <a:gd name="T21" fmla="*/ 34 h 172"/>
                <a:gd name="T22" fmla="*/ 277 w 365"/>
                <a:gd name="T23" fmla="*/ 28 h 172"/>
                <a:gd name="T24" fmla="*/ 284 w 365"/>
                <a:gd name="T25" fmla="*/ 17 h 172"/>
                <a:gd name="T26" fmla="*/ 298 w 365"/>
                <a:gd name="T27" fmla="*/ 20 h 172"/>
                <a:gd name="T28" fmla="*/ 307 w 365"/>
                <a:gd name="T29" fmla="*/ 18 h 172"/>
                <a:gd name="T30" fmla="*/ 313 w 365"/>
                <a:gd name="T31" fmla="*/ 46 h 172"/>
                <a:gd name="T32" fmla="*/ 329 w 365"/>
                <a:gd name="T33" fmla="*/ 57 h 172"/>
                <a:gd name="T34" fmla="*/ 342 w 365"/>
                <a:gd name="T35" fmla="*/ 50 h 172"/>
                <a:gd name="T36" fmla="*/ 363 w 365"/>
                <a:gd name="T37" fmla="*/ 66 h 172"/>
                <a:gd name="T38" fmla="*/ 363 w 365"/>
                <a:gd name="T39" fmla="*/ 75 h 172"/>
                <a:gd name="T40" fmla="*/ 350 w 365"/>
                <a:gd name="T41" fmla="*/ 74 h 172"/>
                <a:gd name="T42" fmla="*/ 340 w 365"/>
                <a:gd name="T43" fmla="*/ 82 h 172"/>
                <a:gd name="T44" fmla="*/ 333 w 365"/>
                <a:gd name="T45" fmla="*/ 91 h 172"/>
                <a:gd name="T46" fmla="*/ 319 w 365"/>
                <a:gd name="T47" fmla="*/ 99 h 172"/>
                <a:gd name="T48" fmla="*/ 308 w 365"/>
                <a:gd name="T49" fmla="*/ 112 h 172"/>
                <a:gd name="T50" fmla="*/ 292 w 365"/>
                <a:gd name="T51" fmla="*/ 107 h 172"/>
                <a:gd name="T52" fmla="*/ 283 w 365"/>
                <a:gd name="T53" fmla="*/ 121 h 172"/>
                <a:gd name="T54" fmla="*/ 284 w 365"/>
                <a:gd name="T55" fmla="*/ 140 h 172"/>
                <a:gd name="T56" fmla="*/ 269 w 365"/>
                <a:gd name="T57" fmla="*/ 153 h 172"/>
                <a:gd name="T58" fmla="*/ 241 w 365"/>
                <a:gd name="T59" fmla="*/ 161 h 172"/>
                <a:gd name="T60" fmla="*/ 217 w 365"/>
                <a:gd name="T61" fmla="*/ 171 h 172"/>
                <a:gd name="T62" fmla="*/ 200 w 365"/>
                <a:gd name="T63" fmla="*/ 168 h 172"/>
                <a:gd name="T64" fmla="*/ 163 w 365"/>
                <a:gd name="T65" fmla="*/ 157 h 172"/>
                <a:gd name="T66" fmla="*/ 140 w 365"/>
                <a:gd name="T67" fmla="*/ 161 h 172"/>
                <a:gd name="T68" fmla="*/ 115 w 365"/>
                <a:gd name="T69" fmla="*/ 155 h 172"/>
                <a:gd name="T70" fmla="*/ 107 w 365"/>
                <a:gd name="T71" fmla="*/ 140 h 172"/>
                <a:gd name="T72" fmla="*/ 101 w 365"/>
                <a:gd name="T73" fmla="*/ 136 h 172"/>
                <a:gd name="T74" fmla="*/ 86 w 365"/>
                <a:gd name="T75" fmla="*/ 130 h 172"/>
                <a:gd name="T76" fmla="*/ 69 w 365"/>
                <a:gd name="T77" fmla="*/ 125 h 172"/>
                <a:gd name="T78" fmla="*/ 46 w 365"/>
                <a:gd name="T79" fmla="*/ 115 h 172"/>
                <a:gd name="T80" fmla="*/ 47 w 365"/>
                <a:gd name="T81" fmla="*/ 104 h 172"/>
                <a:gd name="T82" fmla="*/ 41 w 365"/>
                <a:gd name="T83" fmla="*/ 92 h 172"/>
                <a:gd name="T84" fmla="*/ 33 w 365"/>
                <a:gd name="T85" fmla="*/ 83 h 172"/>
                <a:gd name="T86" fmla="*/ 25 w 365"/>
                <a:gd name="T87" fmla="*/ 82 h 172"/>
                <a:gd name="T88" fmla="*/ 16 w 365"/>
                <a:gd name="T89" fmla="*/ 83 h 172"/>
                <a:gd name="T90" fmla="*/ 8 w 365"/>
                <a:gd name="T91" fmla="*/ 75 h 172"/>
                <a:gd name="T92" fmla="*/ 3 w 365"/>
                <a:gd name="T93" fmla="*/ 67 h 172"/>
                <a:gd name="T94" fmla="*/ 0 w 365"/>
                <a:gd name="T95" fmla="*/ 63 h 172"/>
                <a:gd name="T96" fmla="*/ 12 w 365"/>
                <a:gd name="T97" fmla="*/ 53 h 172"/>
                <a:gd name="T98" fmla="*/ 21 w 365"/>
                <a:gd name="T99" fmla="*/ 42 h 172"/>
                <a:gd name="T100" fmla="*/ 25 w 365"/>
                <a:gd name="T101" fmla="*/ 34 h 172"/>
                <a:gd name="T102" fmla="*/ 41 w 365"/>
                <a:gd name="T103" fmla="*/ 30 h 172"/>
                <a:gd name="T104" fmla="*/ 50 w 365"/>
                <a:gd name="T105" fmla="*/ 32 h 172"/>
                <a:gd name="T106" fmla="*/ 62 w 365"/>
                <a:gd name="T107" fmla="*/ 32 h 172"/>
                <a:gd name="T108" fmla="*/ 76 w 365"/>
                <a:gd name="T109" fmla="*/ 45 h 172"/>
                <a:gd name="T110" fmla="*/ 90 w 365"/>
                <a:gd name="T111" fmla="*/ 42 h 172"/>
                <a:gd name="T112" fmla="*/ 103 w 365"/>
                <a:gd name="T113" fmla="*/ 42 h 172"/>
                <a:gd name="T114" fmla="*/ 107 w 365"/>
                <a:gd name="T115" fmla="*/ 28 h 172"/>
                <a:gd name="T116" fmla="*/ 99 w 365"/>
                <a:gd name="T117" fmla="*/ 15 h 172"/>
                <a:gd name="T118" fmla="*/ 105 w 365"/>
                <a:gd name="T119" fmla="*/ 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65" h="172">
                  <a:moveTo>
                    <a:pt x="107" y="0"/>
                  </a:moveTo>
                  <a:lnTo>
                    <a:pt x="109" y="0"/>
                  </a:lnTo>
                  <a:lnTo>
                    <a:pt x="111" y="1"/>
                  </a:lnTo>
                  <a:lnTo>
                    <a:pt x="113" y="3"/>
                  </a:lnTo>
                  <a:lnTo>
                    <a:pt x="117" y="4"/>
                  </a:lnTo>
                  <a:lnTo>
                    <a:pt x="117" y="5"/>
                  </a:lnTo>
                  <a:lnTo>
                    <a:pt x="120" y="5"/>
                  </a:lnTo>
                  <a:lnTo>
                    <a:pt x="124" y="5"/>
                  </a:lnTo>
                  <a:lnTo>
                    <a:pt x="128" y="5"/>
                  </a:lnTo>
                  <a:lnTo>
                    <a:pt x="129" y="7"/>
                  </a:lnTo>
                  <a:lnTo>
                    <a:pt x="130" y="8"/>
                  </a:lnTo>
                  <a:lnTo>
                    <a:pt x="133" y="8"/>
                  </a:lnTo>
                  <a:lnTo>
                    <a:pt x="134" y="9"/>
                  </a:lnTo>
                  <a:lnTo>
                    <a:pt x="137" y="9"/>
                  </a:lnTo>
                  <a:lnTo>
                    <a:pt x="142" y="9"/>
                  </a:lnTo>
                  <a:lnTo>
                    <a:pt x="144" y="11"/>
                  </a:lnTo>
                  <a:lnTo>
                    <a:pt x="145" y="12"/>
                  </a:lnTo>
                  <a:lnTo>
                    <a:pt x="145" y="13"/>
                  </a:lnTo>
                  <a:lnTo>
                    <a:pt x="146" y="15"/>
                  </a:lnTo>
                  <a:lnTo>
                    <a:pt x="146" y="17"/>
                  </a:lnTo>
                  <a:lnTo>
                    <a:pt x="148" y="18"/>
                  </a:lnTo>
                  <a:lnTo>
                    <a:pt x="149" y="21"/>
                  </a:lnTo>
                  <a:lnTo>
                    <a:pt x="148" y="22"/>
                  </a:lnTo>
                  <a:lnTo>
                    <a:pt x="150" y="24"/>
                  </a:lnTo>
                  <a:lnTo>
                    <a:pt x="151" y="24"/>
                  </a:lnTo>
                  <a:lnTo>
                    <a:pt x="153" y="26"/>
                  </a:lnTo>
                  <a:lnTo>
                    <a:pt x="154" y="28"/>
                  </a:lnTo>
                  <a:lnTo>
                    <a:pt x="158" y="29"/>
                  </a:lnTo>
                  <a:lnTo>
                    <a:pt x="161" y="30"/>
                  </a:lnTo>
                  <a:lnTo>
                    <a:pt x="163" y="30"/>
                  </a:lnTo>
                  <a:lnTo>
                    <a:pt x="163" y="29"/>
                  </a:lnTo>
                  <a:lnTo>
                    <a:pt x="167" y="30"/>
                  </a:lnTo>
                  <a:lnTo>
                    <a:pt x="169" y="29"/>
                  </a:lnTo>
                  <a:lnTo>
                    <a:pt x="171" y="29"/>
                  </a:lnTo>
                  <a:lnTo>
                    <a:pt x="173" y="29"/>
                  </a:lnTo>
                  <a:lnTo>
                    <a:pt x="174" y="29"/>
                  </a:lnTo>
                  <a:lnTo>
                    <a:pt x="175" y="26"/>
                  </a:lnTo>
                  <a:lnTo>
                    <a:pt x="179" y="25"/>
                  </a:lnTo>
                  <a:lnTo>
                    <a:pt x="184" y="25"/>
                  </a:lnTo>
                  <a:lnTo>
                    <a:pt x="186" y="24"/>
                  </a:lnTo>
                  <a:lnTo>
                    <a:pt x="190" y="24"/>
                  </a:lnTo>
                  <a:lnTo>
                    <a:pt x="192" y="22"/>
                  </a:lnTo>
                  <a:lnTo>
                    <a:pt x="195" y="24"/>
                  </a:lnTo>
                  <a:lnTo>
                    <a:pt x="199" y="25"/>
                  </a:lnTo>
                  <a:lnTo>
                    <a:pt x="203" y="25"/>
                  </a:lnTo>
                  <a:lnTo>
                    <a:pt x="205" y="28"/>
                  </a:lnTo>
                  <a:lnTo>
                    <a:pt x="209" y="29"/>
                  </a:lnTo>
                  <a:lnTo>
                    <a:pt x="213" y="29"/>
                  </a:lnTo>
                  <a:lnTo>
                    <a:pt x="216" y="29"/>
                  </a:lnTo>
                  <a:lnTo>
                    <a:pt x="217" y="30"/>
                  </a:lnTo>
                  <a:lnTo>
                    <a:pt x="219" y="34"/>
                  </a:lnTo>
                  <a:lnTo>
                    <a:pt x="220" y="36"/>
                  </a:lnTo>
                  <a:lnTo>
                    <a:pt x="221" y="36"/>
                  </a:lnTo>
                  <a:lnTo>
                    <a:pt x="224" y="37"/>
                  </a:lnTo>
                  <a:lnTo>
                    <a:pt x="225" y="38"/>
                  </a:lnTo>
                  <a:lnTo>
                    <a:pt x="228" y="38"/>
                  </a:lnTo>
                  <a:lnTo>
                    <a:pt x="233" y="38"/>
                  </a:lnTo>
                  <a:lnTo>
                    <a:pt x="237" y="40"/>
                  </a:lnTo>
                  <a:lnTo>
                    <a:pt x="245" y="40"/>
                  </a:lnTo>
                  <a:lnTo>
                    <a:pt x="248" y="40"/>
                  </a:lnTo>
                  <a:lnTo>
                    <a:pt x="249" y="38"/>
                  </a:lnTo>
                  <a:lnTo>
                    <a:pt x="252" y="38"/>
                  </a:lnTo>
                  <a:lnTo>
                    <a:pt x="253" y="40"/>
                  </a:lnTo>
                  <a:lnTo>
                    <a:pt x="254" y="40"/>
                  </a:lnTo>
                  <a:lnTo>
                    <a:pt x="257" y="37"/>
                  </a:lnTo>
                  <a:lnTo>
                    <a:pt x="261" y="34"/>
                  </a:lnTo>
                  <a:lnTo>
                    <a:pt x="263" y="34"/>
                  </a:lnTo>
                  <a:lnTo>
                    <a:pt x="266" y="32"/>
                  </a:lnTo>
                  <a:lnTo>
                    <a:pt x="267" y="32"/>
                  </a:lnTo>
                  <a:lnTo>
                    <a:pt x="273" y="32"/>
                  </a:lnTo>
                  <a:lnTo>
                    <a:pt x="275" y="29"/>
                  </a:lnTo>
                  <a:lnTo>
                    <a:pt x="277" y="28"/>
                  </a:lnTo>
                  <a:lnTo>
                    <a:pt x="277" y="26"/>
                  </a:lnTo>
                  <a:lnTo>
                    <a:pt x="278" y="24"/>
                  </a:lnTo>
                  <a:lnTo>
                    <a:pt x="281" y="22"/>
                  </a:lnTo>
                  <a:lnTo>
                    <a:pt x="282" y="21"/>
                  </a:lnTo>
                  <a:lnTo>
                    <a:pt x="283" y="18"/>
                  </a:lnTo>
                  <a:lnTo>
                    <a:pt x="284" y="17"/>
                  </a:lnTo>
                  <a:lnTo>
                    <a:pt x="287" y="17"/>
                  </a:lnTo>
                  <a:lnTo>
                    <a:pt x="287" y="17"/>
                  </a:lnTo>
                  <a:lnTo>
                    <a:pt x="291" y="16"/>
                  </a:lnTo>
                  <a:lnTo>
                    <a:pt x="294" y="17"/>
                  </a:lnTo>
                  <a:lnTo>
                    <a:pt x="296" y="18"/>
                  </a:lnTo>
                  <a:lnTo>
                    <a:pt x="298" y="20"/>
                  </a:lnTo>
                  <a:lnTo>
                    <a:pt x="299" y="21"/>
                  </a:lnTo>
                  <a:lnTo>
                    <a:pt x="302" y="20"/>
                  </a:lnTo>
                  <a:lnTo>
                    <a:pt x="303" y="21"/>
                  </a:lnTo>
                  <a:lnTo>
                    <a:pt x="304" y="21"/>
                  </a:lnTo>
                  <a:lnTo>
                    <a:pt x="307" y="20"/>
                  </a:lnTo>
                  <a:lnTo>
                    <a:pt x="307" y="18"/>
                  </a:lnTo>
                  <a:lnTo>
                    <a:pt x="311" y="17"/>
                  </a:lnTo>
                  <a:lnTo>
                    <a:pt x="316" y="18"/>
                  </a:lnTo>
                  <a:lnTo>
                    <a:pt x="317" y="20"/>
                  </a:lnTo>
                  <a:lnTo>
                    <a:pt x="315" y="38"/>
                  </a:lnTo>
                  <a:lnTo>
                    <a:pt x="315" y="42"/>
                  </a:lnTo>
                  <a:lnTo>
                    <a:pt x="313" y="46"/>
                  </a:lnTo>
                  <a:lnTo>
                    <a:pt x="315" y="49"/>
                  </a:lnTo>
                  <a:lnTo>
                    <a:pt x="312" y="53"/>
                  </a:lnTo>
                  <a:lnTo>
                    <a:pt x="315" y="57"/>
                  </a:lnTo>
                  <a:lnTo>
                    <a:pt x="320" y="59"/>
                  </a:lnTo>
                  <a:lnTo>
                    <a:pt x="324" y="57"/>
                  </a:lnTo>
                  <a:lnTo>
                    <a:pt x="329" y="57"/>
                  </a:lnTo>
                  <a:lnTo>
                    <a:pt x="334" y="58"/>
                  </a:lnTo>
                  <a:lnTo>
                    <a:pt x="336" y="61"/>
                  </a:lnTo>
                  <a:lnTo>
                    <a:pt x="340" y="55"/>
                  </a:lnTo>
                  <a:lnTo>
                    <a:pt x="338" y="53"/>
                  </a:lnTo>
                  <a:lnTo>
                    <a:pt x="338" y="51"/>
                  </a:lnTo>
                  <a:lnTo>
                    <a:pt x="342" y="50"/>
                  </a:lnTo>
                  <a:lnTo>
                    <a:pt x="344" y="49"/>
                  </a:lnTo>
                  <a:lnTo>
                    <a:pt x="349" y="50"/>
                  </a:lnTo>
                  <a:lnTo>
                    <a:pt x="352" y="54"/>
                  </a:lnTo>
                  <a:lnTo>
                    <a:pt x="356" y="58"/>
                  </a:lnTo>
                  <a:lnTo>
                    <a:pt x="360" y="62"/>
                  </a:lnTo>
                  <a:lnTo>
                    <a:pt x="363" y="66"/>
                  </a:lnTo>
                  <a:lnTo>
                    <a:pt x="363" y="67"/>
                  </a:lnTo>
                  <a:lnTo>
                    <a:pt x="365" y="68"/>
                  </a:lnTo>
                  <a:lnTo>
                    <a:pt x="365" y="71"/>
                  </a:lnTo>
                  <a:lnTo>
                    <a:pt x="363" y="72"/>
                  </a:lnTo>
                  <a:lnTo>
                    <a:pt x="363" y="74"/>
                  </a:lnTo>
                  <a:lnTo>
                    <a:pt x="363" y="75"/>
                  </a:lnTo>
                  <a:lnTo>
                    <a:pt x="361" y="75"/>
                  </a:lnTo>
                  <a:lnTo>
                    <a:pt x="360" y="74"/>
                  </a:lnTo>
                  <a:lnTo>
                    <a:pt x="357" y="74"/>
                  </a:lnTo>
                  <a:lnTo>
                    <a:pt x="356" y="75"/>
                  </a:lnTo>
                  <a:lnTo>
                    <a:pt x="353" y="74"/>
                  </a:lnTo>
                  <a:lnTo>
                    <a:pt x="350" y="74"/>
                  </a:lnTo>
                  <a:lnTo>
                    <a:pt x="349" y="78"/>
                  </a:lnTo>
                  <a:lnTo>
                    <a:pt x="345" y="80"/>
                  </a:lnTo>
                  <a:lnTo>
                    <a:pt x="344" y="80"/>
                  </a:lnTo>
                  <a:lnTo>
                    <a:pt x="341" y="79"/>
                  </a:lnTo>
                  <a:lnTo>
                    <a:pt x="341" y="80"/>
                  </a:lnTo>
                  <a:lnTo>
                    <a:pt x="340" y="82"/>
                  </a:lnTo>
                  <a:lnTo>
                    <a:pt x="340" y="83"/>
                  </a:lnTo>
                  <a:lnTo>
                    <a:pt x="338" y="83"/>
                  </a:lnTo>
                  <a:lnTo>
                    <a:pt x="337" y="83"/>
                  </a:lnTo>
                  <a:lnTo>
                    <a:pt x="336" y="84"/>
                  </a:lnTo>
                  <a:lnTo>
                    <a:pt x="333" y="88"/>
                  </a:lnTo>
                  <a:lnTo>
                    <a:pt x="333" y="91"/>
                  </a:lnTo>
                  <a:lnTo>
                    <a:pt x="333" y="93"/>
                  </a:lnTo>
                  <a:lnTo>
                    <a:pt x="332" y="95"/>
                  </a:lnTo>
                  <a:lnTo>
                    <a:pt x="329" y="96"/>
                  </a:lnTo>
                  <a:lnTo>
                    <a:pt x="324" y="100"/>
                  </a:lnTo>
                  <a:lnTo>
                    <a:pt x="321" y="100"/>
                  </a:lnTo>
                  <a:lnTo>
                    <a:pt x="319" y="99"/>
                  </a:lnTo>
                  <a:lnTo>
                    <a:pt x="317" y="100"/>
                  </a:lnTo>
                  <a:lnTo>
                    <a:pt x="315" y="105"/>
                  </a:lnTo>
                  <a:lnTo>
                    <a:pt x="312" y="107"/>
                  </a:lnTo>
                  <a:lnTo>
                    <a:pt x="309" y="108"/>
                  </a:lnTo>
                  <a:lnTo>
                    <a:pt x="308" y="111"/>
                  </a:lnTo>
                  <a:lnTo>
                    <a:pt x="308" y="112"/>
                  </a:lnTo>
                  <a:lnTo>
                    <a:pt x="307" y="112"/>
                  </a:lnTo>
                  <a:lnTo>
                    <a:pt x="304" y="111"/>
                  </a:lnTo>
                  <a:lnTo>
                    <a:pt x="302" y="111"/>
                  </a:lnTo>
                  <a:lnTo>
                    <a:pt x="298" y="109"/>
                  </a:lnTo>
                  <a:lnTo>
                    <a:pt x="295" y="107"/>
                  </a:lnTo>
                  <a:lnTo>
                    <a:pt x="292" y="107"/>
                  </a:lnTo>
                  <a:lnTo>
                    <a:pt x="287" y="108"/>
                  </a:lnTo>
                  <a:lnTo>
                    <a:pt x="284" y="109"/>
                  </a:lnTo>
                  <a:lnTo>
                    <a:pt x="283" y="112"/>
                  </a:lnTo>
                  <a:lnTo>
                    <a:pt x="283" y="117"/>
                  </a:lnTo>
                  <a:lnTo>
                    <a:pt x="283" y="120"/>
                  </a:lnTo>
                  <a:lnTo>
                    <a:pt x="283" y="121"/>
                  </a:lnTo>
                  <a:lnTo>
                    <a:pt x="288" y="125"/>
                  </a:lnTo>
                  <a:lnTo>
                    <a:pt x="292" y="128"/>
                  </a:lnTo>
                  <a:lnTo>
                    <a:pt x="292" y="129"/>
                  </a:lnTo>
                  <a:lnTo>
                    <a:pt x="291" y="132"/>
                  </a:lnTo>
                  <a:lnTo>
                    <a:pt x="290" y="134"/>
                  </a:lnTo>
                  <a:lnTo>
                    <a:pt x="284" y="140"/>
                  </a:lnTo>
                  <a:lnTo>
                    <a:pt x="282" y="145"/>
                  </a:lnTo>
                  <a:lnTo>
                    <a:pt x="281" y="149"/>
                  </a:lnTo>
                  <a:lnTo>
                    <a:pt x="278" y="149"/>
                  </a:lnTo>
                  <a:lnTo>
                    <a:pt x="274" y="150"/>
                  </a:lnTo>
                  <a:lnTo>
                    <a:pt x="271" y="150"/>
                  </a:lnTo>
                  <a:lnTo>
                    <a:pt x="269" y="153"/>
                  </a:lnTo>
                  <a:lnTo>
                    <a:pt x="265" y="155"/>
                  </a:lnTo>
                  <a:lnTo>
                    <a:pt x="262" y="155"/>
                  </a:lnTo>
                  <a:lnTo>
                    <a:pt x="257" y="155"/>
                  </a:lnTo>
                  <a:lnTo>
                    <a:pt x="254" y="157"/>
                  </a:lnTo>
                  <a:lnTo>
                    <a:pt x="250" y="158"/>
                  </a:lnTo>
                  <a:lnTo>
                    <a:pt x="241" y="161"/>
                  </a:lnTo>
                  <a:lnTo>
                    <a:pt x="234" y="163"/>
                  </a:lnTo>
                  <a:lnTo>
                    <a:pt x="232" y="167"/>
                  </a:lnTo>
                  <a:lnTo>
                    <a:pt x="227" y="171"/>
                  </a:lnTo>
                  <a:lnTo>
                    <a:pt x="224" y="172"/>
                  </a:lnTo>
                  <a:lnTo>
                    <a:pt x="221" y="172"/>
                  </a:lnTo>
                  <a:lnTo>
                    <a:pt x="217" y="171"/>
                  </a:lnTo>
                  <a:lnTo>
                    <a:pt x="217" y="170"/>
                  </a:lnTo>
                  <a:lnTo>
                    <a:pt x="217" y="168"/>
                  </a:lnTo>
                  <a:lnTo>
                    <a:pt x="212" y="170"/>
                  </a:lnTo>
                  <a:lnTo>
                    <a:pt x="208" y="171"/>
                  </a:lnTo>
                  <a:lnTo>
                    <a:pt x="204" y="168"/>
                  </a:lnTo>
                  <a:lnTo>
                    <a:pt x="200" y="168"/>
                  </a:lnTo>
                  <a:lnTo>
                    <a:pt x="194" y="166"/>
                  </a:lnTo>
                  <a:lnTo>
                    <a:pt x="186" y="162"/>
                  </a:lnTo>
                  <a:lnTo>
                    <a:pt x="182" y="158"/>
                  </a:lnTo>
                  <a:lnTo>
                    <a:pt x="179" y="158"/>
                  </a:lnTo>
                  <a:lnTo>
                    <a:pt x="170" y="157"/>
                  </a:lnTo>
                  <a:lnTo>
                    <a:pt x="163" y="157"/>
                  </a:lnTo>
                  <a:lnTo>
                    <a:pt x="161" y="157"/>
                  </a:lnTo>
                  <a:lnTo>
                    <a:pt x="159" y="158"/>
                  </a:lnTo>
                  <a:lnTo>
                    <a:pt x="159" y="159"/>
                  </a:lnTo>
                  <a:lnTo>
                    <a:pt x="155" y="161"/>
                  </a:lnTo>
                  <a:lnTo>
                    <a:pt x="149" y="161"/>
                  </a:lnTo>
                  <a:lnTo>
                    <a:pt x="140" y="161"/>
                  </a:lnTo>
                  <a:lnTo>
                    <a:pt x="133" y="161"/>
                  </a:lnTo>
                  <a:lnTo>
                    <a:pt x="126" y="161"/>
                  </a:lnTo>
                  <a:lnTo>
                    <a:pt x="122" y="161"/>
                  </a:lnTo>
                  <a:lnTo>
                    <a:pt x="120" y="161"/>
                  </a:lnTo>
                  <a:lnTo>
                    <a:pt x="119" y="161"/>
                  </a:lnTo>
                  <a:lnTo>
                    <a:pt x="115" y="155"/>
                  </a:lnTo>
                  <a:lnTo>
                    <a:pt x="115" y="153"/>
                  </a:lnTo>
                  <a:lnTo>
                    <a:pt x="112" y="149"/>
                  </a:lnTo>
                  <a:lnTo>
                    <a:pt x="109" y="146"/>
                  </a:lnTo>
                  <a:lnTo>
                    <a:pt x="108" y="143"/>
                  </a:lnTo>
                  <a:lnTo>
                    <a:pt x="108" y="141"/>
                  </a:lnTo>
                  <a:lnTo>
                    <a:pt x="107" y="140"/>
                  </a:lnTo>
                  <a:lnTo>
                    <a:pt x="104" y="140"/>
                  </a:lnTo>
                  <a:lnTo>
                    <a:pt x="104" y="138"/>
                  </a:lnTo>
                  <a:lnTo>
                    <a:pt x="103" y="137"/>
                  </a:lnTo>
                  <a:lnTo>
                    <a:pt x="103" y="136"/>
                  </a:lnTo>
                  <a:lnTo>
                    <a:pt x="101" y="136"/>
                  </a:lnTo>
                  <a:lnTo>
                    <a:pt x="101" y="136"/>
                  </a:lnTo>
                  <a:lnTo>
                    <a:pt x="97" y="136"/>
                  </a:lnTo>
                  <a:lnTo>
                    <a:pt x="95" y="134"/>
                  </a:lnTo>
                  <a:lnTo>
                    <a:pt x="91" y="130"/>
                  </a:lnTo>
                  <a:lnTo>
                    <a:pt x="88" y="130"/>
                  </a:lnTo>
                  <a:lnTo>
                    <a:pt x="88" y="130"/>
                  </a:lnTo>
                  <a:lnTo>
                    <a:pt x="86" y="130"/>
                  </a:lnTo>
                  <a:lnTo>
                    <a:pt x="84" y="129"/>
                  </a:lnTo>
                  <a:lnTo>
                    <a:pt x="80" y="126"/>
                  </a:lnTo>
                  <a:lnTo>
                    <a:pt x="72" y="124"/>
                  </a:lnTo>
                  <a:lnTo>
                    <a:pt x="72" y="125"/>
                  </a:lnTo>
                  <a:lnTo>
                    <a:pt x="71" y="125"/>
                  </a:lnTo>
                  <a:lnTo>
                    <a:pt x="69" y="125"/>
                  </a:lnTo>
                  <a:lnTo>
                    <a:pt x="63" y="126"/>
                  </a:lnTo>
                  <a:lnTo>
                    <a:pt x="51" y="124"/>
                  </a:lnTo>
                  <a:lnTo>
                    <a:pt x="49" y="122"/>
                  </a:lnTo>
                  <a:lnTo>
                    <a:pt x="46" y="117"/>
                  </a:lnTo>
                  <a:lnTo>
                    <a:pt x="46" y="116"/>
                  </a:lnTo>
                  <a:lnTo>
                    <a:pt x="46" y="115"/>
                  </a:lnTo>
                  <a:lnTo>
                    <a:pt x="46" y="113"/>
                  </a:lnTo>
                  <a:lnTo>
                    <a:pt x="47" y="112"/>
                  </a:lnTo>
                  <a:lnTo>
                    <a:pt x="49" y="109"/>
                  </a:lnTo>
                  <a:lnTo>
                    <a:pt x="47" y="108"/>
                  </a:lnTo>
                  <a:lnTo>
                    <a:pt x="46" y="105"/>
                  </a:lnTo>
                  <a:lnTo>
                    <a:pt x="47" y="104"/>
                  </a:lnTo>
                  <a:lnTo>
                    <a:pt x="47" y="101"/>
                  </a:lnTo>
                  <a:lnTo>
                    <a:pt x="46" y="100"/>
                  </a:lnTo>
                  <a:lnTo>
                    <a:pt x="45" y="97"/>
                  </a:lnTo>
                  <a:lnTo>
                    <a:pt x="43" y="96"/>
                  </a:lnTo>
                  <a:lnTo>
                    <a:pt x="41" y="95"/>
                  </a:lnTo>
                  <a:lnTo>
                    <a:pt x="41" y="92"/>
                  </a:lnTo>
                  <a:lnTo>
                    <a:pt x="40" y="91"/>
                  </a:lnTo>
                  <a:lnTo>
                    <a:pt x="38" y="88"/>
                  </a:lnTo>
                  <a:lnTo>
                    <a:pt x="38" y="87"/>
                  </a:lnTo>
                  <a:lnTo>
                    <a:pt x="37" y="86"/>
                  </a:lnTo>
                  <a:lnTo>
                    <a:pt x="34" y="83"/>
                  </a:lnTo>
                  <a:lnTo>
                    <a:pt x="33" y="83"/>
                  </a:lnTo>
                  <a:lnTo>
                    <a:pt x="32" y="82"/>
                  </a:lnTo>
                  <a:lnTo>
                    <a:pt x="30" y="80"/>
                  </a:lnTo>
                  <a:lnTo>
                    <a:pt x="29" y="80"/>
                  </a:lnTo>
                  <a:lnTo>
                    <a:pt x="28" y="82"/>
                  </a:lnTo>
                  <a:lnTo>
                    <a:pt x="26" y="83"/>
                  </a:lnTo>
                  <a:lnTo>
                    <a:pt x="25" y="82"/>
                  </a:lnTo>
                  <a:lnTo>
                    <a:pt x="22" y="80"/>
                  </a:lnTo>
                  <a:lnTo>
                    <a:pt x="22" y="79"/>
                  </a:lnTo>
                  <a:lnTo>
                    <a:pt x="20" y="79"/>
                  </a:lnTo>
                  <a:lnTo>
                    <a:pt x="17" y="80"/>
                  </a:lnTo>
                  <a:lnTo>
                    <a:pt x="17" y="82"/>
                  </a:lnTo>
                  <a:lnTo>
                    <a:pt x="16" y="83"/>
                  </a:lnTo>
                  <a:lnTo>
                    <a:pt x="16" y="83"/>
                  </a:lnTo>
                  <a:lnTo>
                    <a:pt x="13" y="82"/>
                  </a:lnTo>
                  <a:lnTo>
                    <a:pt x="12" y="79"/>
                  </a:lnTo>
                  <a:lnTo>
                    <a:pt x="12" y="79"/>
                  </a:lnTo>
                  <a:lnTo>
                    <a:pt x="11" y="76"/>
                  </a:lnTo>
                  <a:lnTo>
                    <a:pt x="8" y="75"/>
                  </a:lnTo>
                  <a:lnTo>
                    <a:pt x="7" y="72"/>
                  </a:lnTo>
                  <a:lnTo>
                    <a:pt x="5" y="72"/>
                  </a:lnTo>
                  <a:lnTo>
                    <a:pt x="4" y="71"/>
                  </a:lnTo>
                  <a:lnTo>
                    <a:pt x="3" y="70"/>
                  </a:lnTo>
                  <a:lnTo>
                    <a:pt x="3" y="68"/>
                  </a:lnTo>
                  <a:lnTo>
                    <a:pt x="3" y="67"/>
                  </a:lnTo>
                  <a:lnTo>
                    <a:pt x="3" y="67"/>
                  </a:lnTo>
                  <a:lnTo>
                    <a:pt x="1" y="67"/>
                  </a:lnTo>
                  <a:lnTo>
                    <a:pt x="1" y="6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0" y="62"/>
                  </a:lnTo>
                  <a:lnTo>
                    <a:pt x="1" y="58"/>
                  </a:lnTo>
                  <a:lnTo>
                    <a:pt x="4" y="57"/>
                  </a:lnTo>
                  <a:lnTo>
                    <a:pt x="9" y="57"/>
                  </a:lnTo>
                  <a:lnTo>
                    <a:pt x="9" y="55"/>
                  </a:lnTo>
                  <a:lnTo>
                    <a:pt x="12" y="53"/>
                  </a:lnTo>
                  <a:lnTo>
                    <a:pt x="16" y="51"/>
                  </a:lnTo>
                  <a:lnTo>
                    <a:pt x="16" y="49"/>
                  </a:lnTo>
                  <a:lnTo>
                    <a:pt x="17" y="47"/>
                  </a:lnTo>
                  <a:lnTo>
                    <a:pt x="20" y="46"/>
                  </a:lnTo>
                  <a:lnTo>
                    <a:pt x="20" y="43"/>
                  </a:lnTo>
                  <a:lnTo>
                    <a:pt x="21" y="42"/>
                  </a:lnTo>
                  <a:lnTo>
                    <a:pt x="24" y="41"/>
                  </a:lnTo>
                  <a:lnTo>
                    <a:pt x="25" y="40"/>
                  </a:lnTo>
                  <a:lnTo>
                    <a:pt x="26" y="38"/>
                  </a:lnTo>
                  <a:lnTo>
                    <a:pt x="25" y="37"/>
                  </a:lnTo>
                  <a:lnTo>
                    <a:pt x="25" y="36"/>
                  </a:lnTo>
                  <a:lnTo>
                    <a:pt x="25" y="34"/>
                  </a:lnTo>
                  <a:lnTo>
                    <a:pt x="29" y="36"/>
                  </a:lnTo>
                  <a:lnTo>
                    <a:pt x="32" y="34"/>
                  </a:lnTo>
                  <a:lnTo>
                    <a:pt x="33" y="32"/>
                  </a:lnTo>
                  <a:lnTo>
                    <a:pt x="34" y="32"/>
                  </a:lnTo>
                  <a:lnTo>
                    <a:pt x="38" y="30"/>
                  </a:lnTo>
                  <a:lnTo>
                    <a:pt x="41" y="30"/>
                  </a:lnTo>
                  <a:lnTo>
                    <a:pt x="42" y="30"/>
                  </a:lnTo>
                  <a:lnTo>
                    <a:pt x="45" y="30"/>
                  </a:lnTo>
                  <a:lnTo>
                    <a:pt x="47" y="29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0" y="32"/>
                  </a:lnTo>
                  <a:lnTo>
                    <a:pt x="51" y="34"/>
                  </a:lnTo>
                  <a:lnTo>
                    <a:pt x="54" y="33"/>
                  </a:lnTo>
                  <a:lnTo>
                    <a:pt x="54" y="33"/>
                  </a:lnTo>
                  <a:lnTo>
                    <a:pt x="57" y="33"/>
                  </a:lnTo>
                  <a:lnTo>
                    <a:pt x="58" y="32"/>
                  </a:lnTo>
                  <a:lnTo>
                    <a:pt x="62" y="32"/>
                  </a:lnTo>
                  <a:lnTo>
                    <a:pt x="63" y="34"/>
                  </a:lnTo>
                  <a:lnTo>
                    <a:pt x="63" y="36"/>
                  </a:lnTo>
                  <a:lnTo>
                    <a:pt x="65" y="37"/>
                  </a:lnTo>
                  <a:lnTo>
                    <a:pt x="70" y="41"/>
                  </a:lnTo>
                  <a:lnTo>
                    <a:pt x="72" y="42"/>
                  </a:lnTo>
                  <a:lnTo>
                    <a:pt x="76" y="45"/>
                  </a:lnTo>
                  <a:lnTo>
                    <a:pt x="78" y="43"/>
                  </a:lnTo>
                  <a:lnTo>
                    <a:pt x="80" y="42"/>
                  </a:lnTo>
                  <a:lnTo>
                    <a:pt x="83" y="41"/>
                  </a:lnTo>
                  <a:lnTo>
                    <a:pt x="86" y="41"/>
                  </a:lnTo>
                  <a:lnTo>
                    <a:pt x="87" y="41"/>
                  </a:lnTo>
                  <a:lnTo>
                    <a:pt x="90" y="42"/>
                  </a:lnTo>
                  <a:lnTo>
                    <a:pt x="91" y="42"/>
                  </a:lnTo>
                  <a:lnTo>
                    <a:pt x="96" y="42"/>
                  </a:lnTo>
                  <a:lnTo>
                    <a:pt x="97" y="42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103" y="42"/>
                  </a:lnTo>
                  <a:lnTo>
                    <a:pt x="107" y="42"/>
                  </a:lnTo>
                  <a:lnTo>
                    <a:pt x="109" y="38"/>
                  </a:lnTo>
                  <a:lnTo>
                    <a:pt x="108" y="37"/>
                  </a:lnTo>
                  <a:lnTo>
                    <a:pt x="105" y="36"/>
                  </a:lnTo>
                  <a:lnTo>
                    <a:pt x="105" y="32"/>
                  </a:lnTo>
                  <a:lnTo>
                    <a:pt x="107" y="28"/>
                  </a:lnTo>
                  <a:lnTo>
                    <a:pt x="105" y="26"/>
                  </a:lnTo>
                  <a:lnTo>
                    <a:pt x="104" y="25"/>
                  </a:lnTo>
                  <a:lnTo>
                    <a:pt x="103" y="24"/>
                  </a:lnTo>
                  <a:lnTo>
                    <a:pt x="99" y="22"/>
                  </a:lnTo>
                  <a:lnTo>
                    <a:pt x="97" y="20"/>
                  </a:lnTo>
                  <a:lnTo>
                    <a:pt x="99" y="15"/>
                  </a:lnTo>
                  <a:lnTo>
                    <a:pt x="100" y="12"/>
                  </a:lnTo>
                  <a:lnTo>
                    <a:pt x="100" y="9"/>
                  </a:lnTo>
                  <a:lnTo>
                    <a:pt x="101" y="8"/>
                  </a:lnTo>
                  <a:lnTo>
                    <a:pt x="104" y="7"/>
                  </a:lnTo>
                  <a:lnTo>
                    <a:pt x="105" y="8"/>
                  </a:lnTo>
                  <a:lnTo>
                    <a:pt x="105" y="5"/>
                  </a:lnTo>
                  <a:lnTo>
                    <a:pt x="105" y="4"/>
                  </a:lnTo>
                  <a:lnTo>
                    <a:pt x="105" y="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6" name="Freeform 348">
              <a:extLst>
                <a:ext uri="{FF2B5EF4-FFF2-40B4-BE49-F238E27FC236}">
                  <a16:creationId xmlns:a16="http://schemas.microsoft.com/office/drawing/2014/main" id="{4F9D640D-F029-4583-902A-AAA782973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40077" y="973973"/>
              <a:ext cx="4089320" cy="2148932"/>
            </a:xfrm>
            <a:custGeom>
              <a:avLst/>
              <a:gdLst>
                <a:gd name="T0" fmla="*/ 245 w 451"/>
                <a:gd name="T1" fmla="*/ 7 h 237"/>
                <a:gd name="T2" fmla="*/ 249 w 451"/>
                <a:gd name="T3" fmla="*/ 22 h 237"/>
                <a:gd name="T4" fmla="*/ 260 w 451"/>
                <a:gd name="T5" fmla="*/ 19 h 237"/>
                <a:gd name="T6" fmla="*/ 268 w 451"/>
                <a:gd name="T7" fmla="*/ 22 h 237"/>
                <a:gd name="T8" fmla="*/ 278 w 451"/>
                <a:gd name="T9" fmla="*/ 32 h 237"/>
                <a:gd name="T10" fmla="*/ 297 w 451"/>
                <a:gd name="T11" fmla="*/ 27 h 237"/>
                <a:gd name="T12" fmla="*/ 314 w 451"/>
                <a:gd name="T13" fmla="*/ 12 h 237"/>
                <a:gd name="T14" fmla="*/ 368 w 451"/>
                <a:gd name="T15" fmla="*/ 70 h 237"/>
                <a:gd name="T16" fmla="*/ 377 w 451"/>
                <a:gd name="T17" fmla="*/ 73 h 237"/>
                <a:gd name="T18" fmla="*/ 392 w 451"/>
                <a:gd name="T19" fmla="*/ 69 h 237"/>
                <a:gd name="T20" fmla="*/ 414 w 451"/>
                <a:gd name="T21" fmla="*/ 78 h 237"/>
                <a:gd name="T22" fmla="*/ 422 w 451"/>
                <a:gd name="T23" fmla="*/ 87 h 237"/>
                <a:gd name="T24" fmla="*/ 442 w 451"/>
                <a:gd name="T25" fmla="*/ 83 h 237"/>
                <a:gd name="T26" fmla="*/ 447 w 451"/>
                <a:gd name="T27" fmla="*/ 97 h 237"/>
                <a:gd name="T28" fmla="*/ 439 w 451"/>
                <a:gd name="T29" fmla="*/ 122 h 237"/>
                <a:gd name="T30" fmla="*/ 428 w 451"/>
                <a:gd name="T31" fmla="*/ 131 h 237"/>
                <a:gd name="T32" fmla="*/ 409 w 451"/>
                <a:gd name="T33" fmla="*/ 148 h 237"/>
                <a:gd name="T34" fmla="*/ 406 w 451"/>
                <a:gd name="T35" fmla="*/ 162 h 237"/>
                <a:gd name="T36" fmla="*/ 384 w 451"/>
                <a:gd name="T37" fmla="*/ 168 h 237"/>
                <a:gd name="T38" fmla="*/ 393 w 451"/>
                <a:gd name="T39" fmla="*/ 181 h 237"/>
                <a:gd name="T40" fmla="*/ 398 w 451"/>
                <a:gd name="T41" fmla="*/ 202 h 237"/>
                <a:gd name="T42" fmla="*/ 369 w 451"/>
                <a:gd name="T43" fmla="*/ 199 h 237"/>
                <a:gd name="T44" fmla="*/ 332 w 451"/>
                <a:gd name="T45" fmla="*/ 200 h 237"/>
                <a:gd name="T46" fmla="*/ 319 w 451"/>
                <a:gd name="T47" fmla="*/ 208 h 237"/>
                <a:gd name="T48" fmla="*/ 289 w 451"/>
                <a:gd name="T49" fmla="*/ 214 h 237"/>
                <a:gd name="T50" fmla="*/ 268 w 451"/>
                <a:gd name="T51" fmla="*/ 236 h 237"/>
                <a:gd name="T52" fmla="*/ 230 w 451"/>
                <a:gd name="T53" fmla="*/ 206 h 237"/>
                <a:gd name="T54" fmla="*/ 126 w 451"/>
                <a:gd name="T55" fmla="*/ 236 h 237"/>
                <a:gd name="T56" fmla="*/ 81 w 451"/>
                <a:gd name="T57" fmla="*/ 225 h 237"/>
                <a:gd name="T58" fmla="*/ 74 w 451"/>
                <a:gd name="T59" fmla="*/ 216 h 237"/>
                <a:gd name="T60" fmla="*/ 65 w 451"/>
                <a:gd name="T61" fmla="*/ 208 h 237"/>
                <a:gd name="T62" fmla="*/ 53 w 451"/>
                <a:gd name="T63" fmla="*/ 194 h 237"/>
                <a:gd name="T64" fmla="*/ 62 w 451"/>
                <a:gd name="T65" fmla="*/ 190 h 237"/>
                <a:gd name="T66" fmla="*/ 60 w 451"/>
                <a:gd name="T67" fmla="*/ 182 h 237"/>
                <a:gd name="T68" fmla="*/ 73 w 451"/>
                <a:gd name="T69" fmla="*/ 175 h 237"/>
                <a:gd name="T70" fmla="*/ 79 w 451"/>
                <a:gd name="T71" fmla="*/ 174 h 237"/>
                <a:gd name="T72" fmla="*/ 79 w 451"/>
                <a:gd name="T73" fmla="*/ 160 h 237"/>
                <a:gd name="T74" fmla="*/ 70 w 451"/>
                <a:gd name="T75" fmla="*/ 152 h 237"/>
                <a:gd name="T76" fmla="*/ 62 w 451"/>
                <a:gd name="T77" fmla="*/ 154 h 237"/>
                <a:gd name="T78" fmla="*/ 52 w 451"/>
                <a:gd name="T79" fmla="*/ 154 h 237"/>
                <a:gd name="T80" fmla="*/ 41 w 451"/>
                <a:gd name="T81" fmla="*/ 160 h 237"/>
                <a:gd name="T82" fmla="*/ 29 w 451"/>
                <a:gd name="T83" fmla="*/ 158 h 237"/>
                <a:gd name="T84" fmla="*/ 7 w 451"/>
                <a:gd name="T85" fmla="*/ 135 h 237"/>
                <a:gd name="T86" fmla="*/ 7 w 451"/>
                <a:gd name="T87" fmla="*/ 103 h 237"/>
                <a:gd name="T88" fmla="*/ 24 w 451"/>
                <a:gd name="T89" fmla="*/ 97 h 237"/>
                <a:gd name="T90" fmla="*/ 39 w 451"/>
                <a:gd name="T91" fmla="*/ 82 h 237"/>
                <a:gd name="T92" fmla="*/ 47 w 451"/>
                <a:gd name="T93" fmla="*/ 83 h 237"/>
                <a:gd name="T94" fmla="*/ 58 w 451"/>
                <a:gd name="T95" fmla="*/ 81 h 237"/>
                <a:gd name="T96" fmla="*/ 79 w 451"/>
                <a:gd name="T97" fmla="*/ 91 h 237"/>
                <a:gd name="T98" fmla="*/ 94 w 451"/>
                <a:gd name="T99" fmla="*/ 91 h 237"/>
                <a:gd name="T100" fmla="*/ 107 w 451"/>
                <a:gd name="T101" fmla="*/ 85 h 237"/>
                <a:gd name="T102" fmla="*/ 126 w 451"/>
                <a:gd name="T103" fmla="*/ 85 h 237"/>
                <a:gd name="T104" fmla="*/ 140 w 451"/>
                <a:gd name="T105" fmla="*/ 94 h 237"/>
                <a:gd name="T106" fmla="*/ 157 w 451"/>
                <a:gd name="T107" fmla="*/ 78 h 237"/>
                <a:gd name="T108" fmla="*/ 141 w 451"/>
                <a:gd name="T109" fmla="*/ 69 h 237"/>
                <a:gd name="T110" fmla="*/ 149 w 451"/>
                <a:gd name="T111" fmla="*/ 50 h 237"/>
                <a:gd name="T112" fmla="*/ 147 w 451"/>
                <a:gd name="T113" fmla="*/ 45 h 237"/>
                <a:gd name="T114" fmla="*/ 141 w 451"/>
                <a:gd name="T115" fmla="*/ 36 h 237"/>
                <a:gd name="T116" fmla="*/ 154 w 451"/>
                <a:gd name="T117" fmla="*/ 33 h 237"/>
                <a:gd name="T118" fmla="*/ 174 w 451"/>
                <a:gd name="T119" fmla="*/ 28 h 237"/>
                <a:gd name="T120" fmla="*/ 189 w 451"/>
                <a:gd name="T121" fmla="*/ 20 h 237"/>
                <a:gd name="T122" fmla="*/ 207 w 451"/>
                <a:gd name="T123" fmla="*/ 12 h 237"/>
                <a:gd name="T124" fmla="*/ 220 w 451"/>
                <a:gd name="T125" fmla="*/ 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51" h="237">
                  <a:moveTo>
                    <a:pt x="227" y="0"/>
                  </a:moveTo>
                  <a:lnTo>
                    <a:pt x="230" y="2"/>
                  </a:lnTo>
                  <a:lnTo>
                    <a:pt x="234" y="2"/>
                  </a:lnTo>
                  <a:lnTo>
                    <a:pt x="236" y="4"/>
                  </a:lnTo>
                  <a:lnTo>
                    <a:pt x="239" y="4"/>
                  </a:lnTo>
                  <a:lnTo>
                    <a:pt x="241" y="3"/>
                  </a:lnTo>
                  <a:lnTo>
                    <a:pt x="244" y="3"/>
                  </a:lnTo>
                  <a:lnTo>
                    <a:pt x="244" y="6"/>
                  </a:lnTo>
                  <a:lnTo>
                    <a:pt x="245" y="7"/>
                  </a:lnTo>
                  <a:lnTo>
                    <a:pt x="247" y="8"/>
                  </a:lnTo>
                  <a:lnTo>
                    <a:pt x="248" y="11"/>
                  </a:lnTo>
                  <a:lnTo>
                    <a:pt x="249" y="12"/>
                  </a:lnTo>
                  <a:lnTo>
                    <a:pt x="249" y="14"/>
                  </a:lnTo>
                  <a:lnTo>
                    <a:pt x="249" y="15"/>
                  </a:lnTo>
                  <a:lnTo>
                    <a:pt x="249" y="18"/>
                  </a:lnTo>
                  <a:lnTo>
                    <a:pt x="249" y="19"/>
                  </a:lnTo>
                  <a:lnTo>
                    <a:pt x="248" y="19"/>
                  </a:lnTo>
                  <a:lnTo>
                    <a:pt x="249" y="22"/>
                  </a:lnTo>
                  <a:lnTo>
                    <a:pt x="251" y="22"/>
                  </a:lnTo>
                  <a:lnTo>
                    <a:pt x="253" y="20"/>
                  </a:lnTo>
                  <a:lnTo>
                    <a:pt x="255" y="22"/>
                  </a:lnTo>
                  <a:lnTo>
                    <a:pt x="256" y="22"/>
                  </a:lnTo>
                  <a:lnTo>
                    <a:pt x="256" y="19"/>
                  </a:lnTo>
                  <a:lnTo>
                    <a:pt x="259" y="19"/>
                  </a:lnTo>
                  <a:lnTo>
                    <a:pt x="259" y="22"/>
                  </a:lnTo>
                  <a:lnTo>
                    <a:pt x="260" y="22"/>
                  </a:lnTo>
                  <a:lnTo>
                    <a:pt x="260" y="19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64" y="19"/>
                  </a:lnTo>
                  <a:lnTo>
                    <a:pt x="265" y="23"/>
                  </a:lnTo>
                  <a:lnTo>
                    <a:pt x="266" y="25"/>
                  </a:lnTo>
                  <a:lnTo>
                    <a:pt x="268" y="25"/>
                  </a:lnTo>
                  <a:lnTo>
                    <a:pt x="269" y="24"/>
                  </a:lnTo>
                  <a:lnTo>
                    <a:pt x="268" y="23"/>
                  </a:lnTo>
                  <a:lnTo>
                    <a:pt x="268" y="22"/>
                  </a:lnTo>
                  <a:lnTo>
                    <a:pt x="270" y="22"/>
                  </a:lnTo>
                  <a:lnTo>
                    <a:pt x="274" y="24"/>
                  </a:lnTo>
                  <a:lnTo>
                    <a:pt x="276" y="24"/>
                  </a:lnTo>
                  <a:lnTo>
                    <a:pt x="278" y="23"/>
                  </a:lnTo>
                  <a:lnTo>
                    <a:pt x="280" y="23"/>
                  </a:lnTo>
                  <a:lnTo>
                    <a:pt x="278" y="25"/>
                  </a:lnTo>
                  <a:lnTo>
                    <a:pt x="277" y="27"/>
                  </a:lnTo>
                  <a:lnTo>
                    <a:pt x="277" y="29"/>
                  </a:lnTo>
                  <a:lnTo>
                    <a:pt x="278" y="32"/>
                  </a:lnTo>
                  <a:lnTo>
                    <a:pt x="280" y="32"/>
                  </a:lnTo>
                  <a:lnTo>
                    <a:pt x="281" y="29"/>
                  </a:lnTo>
                  <a:lnTo>
                    <a:pt x="284" y="29"/>
                  </a:lnTo>
                  <a:lnTo>
                    <a:pt x="289" y="31"/>
                  </a:lnTo>
                  <a:lnTo>
                    <a:pt x="290" y="31"/>
                  </a:lnTo>
                  <a:lnTo>
                    <a:pt x="291" y="31"/>
                  </a:lnTo>
                  <a:lnTo>
                    <a:pt x="291" y="28"/>
                  </a:lnTo>
                  <a:lnTo>
                    <a:pt x="293" y="27"/>
                  </a:lnTo>
                  <a:lnTo>
                    <a:pt x="297" y="27"/>
                  </a:lnTo>
                  <a:lnTo>
                    <a:pt x="299" y="24"/>
                  </a:lnTo>
                  <a:lnTo>
                    <a:pt x="299" y="23"/>
                  </a:lnTo>
                  <a:lnTo>
                    <a:pt x="302" y="22"/>
                  </a:lnTo>
                  <a:lnTo>
                    <a:pt x="302" y="19"/>
                  </a:lnTo>
                  <a:lnTo>
                    <a:pt x="305" y="16"/>
                  </a:lnTo>
                  <a:lnTo>
                    <a:pt x="306" y="16"/>
                  </a:lnTo>
                  <a:lnTo>
                    <a:pt x="309" y="14"/>
                  </a:lnTo>
                  <a:lnTo>
                    <a:pt x="311" y="14"/>
                  </a:lnTo>
                  <a:lnTo>
                    <a:pt x="314" y="12"/>
                  </a:lnTo>
                  <a:lnTo>
                    <a:pt x="315" y="14"/>
                  </a:lnTo>
                  <a:lnTo>
                    <a:pt x="315" y="15"/>
                  </a:lnTo>
                  <a:lnTo>
                    <a:pt x="313" y="18"/>
                  </a:lnTo>
                  <a:lnTo>
                    <a:pt x="311" y="18"/>
                  </a:lnTo>
                  <a:lnTo>
                    <a:pt x="313" y="20"/>
                  </a:lnTo>
                  <a:lnTo>
                    <a:pt x="334" y="36"/>
                  </a:lnTo>
                  <a:lnTo>
                    <a:pt x="363" y="73"/>
                  </a:lnTo>
                  <a:lnTo>
                    <a:pt x="365" y="72"/>
                  </a:lnTo>
                  <a:lnTo>
                    <a:pt x="368" y="70"/>
                  </a:lnTo>
                  <a:lnTo>
                    <a:pt x="368" y="69"/>
                  </a:lnTo>
                  <a:lnTo>
                    <a:pt x="368" y="69"/>
                  </a:lnTo>
                  <a:lnTo>
                    <a:pt x="366" y="66"/>
                  </a:lnTo>
                  <a:lnTo>
                    <a:pt x="369" y="65"/>
                  </a:lnTo>
                  <a:lnTo>
                    <a:pt x="372" y="66"/>
                  </a:lnTo>
                  <a:lnTo>
                    <a:pt x="372" y="69"/>
                  </a:lnTo>
                  <a:lnTo>
                    <a:pt x="372" y="70"/>
                  </a:lnTo>
                  <a:lnTo>
                    <a:pt x="374" y="70"/>
                  </a:lnTo>
                  <a:lnTo>
                    <a:pt x="377" y="73"/>
                  </a:lnTo>
                  <a:lnTo>
                    <a:pt x="378" y="73"/>
                  </a:lnTo>
                  <a:lnTo>
                    <a:pt x="381" y="72"/>
                  </a:lnTo>
                  <a:lnTo>
                    <a:pt x="382" y="72"/>
                  </a:lnTo>
                  <a:lnTo>
                    <a:pt x="385" y="73"/>
                  </a:lnTo>
                  <a:lnTo>
                    <a:pt x="388" y="72"/>
                  </a:lnTo>
                  <a:lnTo>
                    <a:pt x="390" y="72"/>
                  </a:lnTo>
                  <a:lnTo>
                    <a:pt x="392" y="72"/>
                  </a:lnTo>
                  <a:lnTo>
                    <a:pt x="393" y="70"/>
                  </a:lnTo>
                  <a:lnTo>
                    <a:pt x="392" y="69"/>
                  </a:lnTo>
                  <a:lnTo>
                    <a:pt x="393" y="68"/>
                  </a:lnTo>
                  <a:lnTo>
                    <a:pt x="397" y="68"/>
                  </a:lnTo>
                  <a:lnTo>
                    <a:pt x="401" y="68"/>
                  </a:lnTo>
                  <a:lnTo>
                    <a:pt x="405" y="68"/>
                  </a:lnTo>
                  <a:lnTo>
                    <a:pt x="407" y="70"/>
                  </a:lnTo>
                  <a:lnTo>
                    <a:pt x="410" y="74"/>
                  </a:lnTo>
                  <a:lnTo>
                    <a:pt x="411" y="77"/>
                  </a:lnTo>
                  <a:lnTo>
                    <a:pt x="413" y="77"/>
                  </a:lnTo>
                  <a:lnTo>
                    <a:pt x="414" y="78"/>
                  </a:lnTo>
                  <a:lnTo>
                    <a:pt x="418" y="79"/>
                  </a:lnTo>
                  <a:lnTo>
                    <a:pt x="418" y="79"/>
                  </a:lnTo>
                  <a:lnTo>
                    <a:pt x="420" y="81"/>
                  </a:lnTo>
                  <a:lnTo>
                    <a:pt x="420" y="82"/>
                  </a:lnTo>
                  <a:lnTo>
                    <a:pt x="419" y="82"/>
                  </a:lnTo>
                  <a:lnTo>
                    <a:pt x="419" y="85"/>
                  </a:lnTo>
                  <a:lnTo>
                    <a:pt x="420" y="86"/>
                  </a:lnTo>
                  <a:lnTo>
                    <a:pt x="422" y="87"/>
                  </a:lnTo>
                  <a:lnTo>
                    <a:pt x="422" y="87"/>
                  </a:lnTo>
                  <a:lnTo>
                    <a:pt x="423" y="87"/>
                  </a:lnTo>
                  <a:lnTo>
                    <a:pt x="426" y="89"/>
                  </a:lnTo>
                  <a:lnTo>
                    <a:pt x="427" y="90"/>
                  </a:lnTo>
                  <a:lnTo>
                    <a:pt x="428" y="89"/>
                  </a:lnTo>
                  <a:lnTo>
                    <a:pt x="430" y="87"/>
                  </a:lnTo>
                  <a:lnTo>
                    <a:pt x="435" y="87"/>
                  </a:lnTo>
                  <a:lnTo>
                    <a:pt x="438" y="86"/>
                  </a:lnTo>
                  <a:lnTo>
                    <a:pt x="439" y="85"/>
                  </a:lnTo>
                  <a:lnTo>
                    <a:pt x="442" y="83"/>
                  </a:lnTo>
                  <a:lnTo>
                    <a:pt x="443" y="83"/>
                  </a:lnTo>
                  <a:lnTo>
                    <a:pt x="442" y="86"/>
                  </a:lnTo>
                  <a:lnTo>
                    <a:pt x="443" y="89"/>
                  </a:lnTo>
                  <a:lnTo>
                    <a:pt x="444" y="89"/>
                  </a:lnTo>
                  <a:lnTo>
                    <a:pt x="447" y="91"/>
                  </a:lnTo>
                  <a:lnTo>
                    <a:pt x="449" y="93"/>
                  </a:lnTo>
                  <a:lnTo>
                    <a:pt x="451" y="94"/>
                  </a:lnTo>
                  <a:lnTo>
                    <a:pt x="448" y="95"/>
                  </a:lnTo>
                  <a:lnTo>
                    <a:pt x="447" y="97"/>
                  </a:lnTo>
                  <a:lnTo>
                    <a:pt x="444" y="100"/>
                  </a:lnTo>
                  <a:lnTo>
                    <a:pt x="444" y="102"/>
                  </a:lnTo>
                  <a:lnTo>
                    <a:pt x="444" y="103"/>
                  </a:lnTo>
                  <a:lnTo>
                    <a:pt x="443" y="106"/>
                  </a:lnTo>
                  <a:lnTo>
                    <a:pt x="439" y="107"/>
                  </a:lnTo>
                  <a:lnTo>
                    <a:pt x="438" y="108"/>
                  </a:lnTo>
                  <a:lnTo>
                    <a:pt x="436" y="111"/>
                  </a:lnTo>
                  <a:lnTo>
                    <a:pt x="438" y="116"/>
                  </a:lnTo>
                  <a:lnTo>
                    <a:pt x="439" y="122"/>
                  </a:lnTo>
                  <a:lnTo>
                    <a:pt x="442" y="124"/>
                  </a:lnTo>
                  <a:lnTo>
                    <a:pt x="442" y="125"/>
                  </a:lnTo>
                  <a:lnTo>
                    <a:pt x="438" y="129"/>
                  </a:lnTo>
                  <a:lnTo>
                    <a:pt x="436" y="129"/>
                  </a:lnTo>
                  <a:lnTo>
                    <a:pt x="434" y="132"/>
                  </a:lnTo>
                  <a:lnTo>
                    <a:pt x="432" y="133"/>
                  </a:lnTo>
                  <a:lnTo>
                    <a:pt x="431" y="132"/>
                  </a:lnTo>
                  <a:lnTo>
                    <a:pt x="430" y="131"/>
                  </a:lnTo>
                  <a:lnTo>
                    <a:pt x="428" y="131"/>
                  </a:lnTo>
                  <a:lnTo>
                    <a:pt x="423" y="132"/>
                  </a:lnTo>
                  <a:lnTo>
                    <a:pt x="420" y="132"/>
                  </a:lnTo>
                  <a:lnTo>
                    <a:pt x="415" y="131"/>
                  </a:lnTo>
                  <a:lnTo>
                    <a:pt x="413" y="129"/>
                  </a:lnTo>
                  <a:lnTo>
                    <a:pt x="411" y="131"/>
                  </a:lnTo>
                  <a:lnTo>
                    <a:pt x="411" y="136"/>
                  </a:lnTo>
                  <a:lnTo>
                    <a:pt x="410" y="139"/>
                  </a:lnTo>
                  <a:lnTo>
                    <a:pt x="410" y="141"/>
                  </a:lnTo>
                  <a:lnTo>
                    <a:pt x="409" y="148"/>
                  </a:lnTo>
                  <a:lnTo>
                    <a:pt x="409" y="153"/>
                  </a:lnTo>
                  <a:lnTo>
                    <a:pt x="407" y="156"/>
                  </a:lnTo>
                  <a:lnTo>
                    <a:pt x="409" y="157"/>
                  </a:lnTo>
                  <a:lnTo>
                    <a:pt x="411" y="157"/>
                  </a:lnTo>
                  <a:lnTo>
                    <a:pt x="411" y="160"/>
                  </a:lnTo>
                  <a:lnTo>
                    <a:pt x="410" y="162"/>
                  </a:lnTo>
                  <a:lnTo>
                    <a:pt x="409" y="162"/>
                  </a:lnTo>
                  <a:lnTo>
                    <a:pt x="407" y="162"/>
                  </a:lnTo>
                  <a:lnTo>
                    <a:pt x="406" y="162"/>
                  </a:lnTo>
                  <a:lnTo>
                    <a:pt x="405" y="161"/>
                  </a:lnTo>
                  <a:lnTo>
                    <a:pt x="403" y="162"/>
                  </a:lnTo>
                  <a:lnTo>
                    <a:pt x="399" y="162"/>
                  </a:lnTo>
                  <a:lnTo>
                    <a:pt x="394" y="164"/>
                  </a:lnTo>
                  <a:lnTo>
                    <a:pt x="392" y="165"/>
                  </a:lnTo>
                  <a:lnTo>
                    <a:pt x="389" y="165"/>
                  </a:lnTo>
                  <a:lnTo>
                    <a:pt x="388" y="165"/>
                  </a:lnTo>
                  <a:lnTo>
                    <a:pt x="386" y="165"/>
                  </a:lnTo>
                  <a:lnTo>
                    <a:pt x="384" y="168"/>
                  </a:lnTo>
                  <a:lnTo>
                    <a:pt x="384" y="169"/>
                  </a:lnTo>
                  <a:lnTo>
                    <a:pt x="386" y="170"/>
                  </a:lnTo>
                  <a:lnTo>
                    <a:pt x="389" y="170"/>
                  </a:lnTo>
                  <a:lnTo>
                    <a:pt x="392" y="170"/>
                  </a:lnTo>
                  <a:lnTo>
                    <a:pt x="392" y="172"/>
                  </a:lnTo>
                  <a:lnTo>
                    <a:pt x="390" y="174"/>
                  </a:lnTo>
                  <a:lnTo>
                    <a:pt x="392" y="177"/>
                  </a:lnTo>
                  <a:lnTo>
                    <a:pt x="392" y="179"/>
                  </a:lnTo>
                  <a:lnTo>
                    <a:pt x="393" y="181"/>
                  </a:lnTo>
                  <a:lnTo>
                    <a:pt x="393" y="183"/>
                  </a:lnTo>
                  <a:lnTo>
                    <a:pt x="395" y="186"/>
                  </a:lnTo>
                  <a:lnTo>
                    <a:pt x="395" y="189"/>
                  </a:lnTo>
                  <a:lnTo>
                    <a:pt x="398" y="190"/>
                  </a:lnTo>
                  <a:lnTo>
                    <a:pt x="399" y="195"/>
                  </a:lnTo>
                  <a:lnTo>
                    <a:pt x="398" y="197"/>
                  </a:lnTo>
                  <a:lnTo>
                    <a:pt x="397" y="199"/>
                  </a:lnTo>
                  <a:lnTo>
                    <a:pt x="399" y="200"/>
                  </a:lnTo>
                  <a:lnTo>
                    <a:pt x="398" y="202"/>
                  </a:lnTo>
                  <a:lnTo>
                    <a:pt x="398" y="203"/>
                  </a:lnTo>
                  <a:lnTo>
                    <a:pt x="395" y="204"/>
                  </a:lnTo>
                  <a:lnTo>
                    <a:pt x="395" y="207"/>
                  </a:lnTo>
                  <a:lnTo>
                    <a:pt x="393" y="208"/>
                  </a:lnTo>
                  <a:lnTo>
                    <a:pt x="388" y="207"/>
                  </a:lnTo>
                  <a:lnTo>
                    <a:pt x="382" y="202"/>
                  </a:lnTo>
                  <a:lnTo>
                    <a:pt x="381" y="202"/>
                  </a:lnTo>
                  <a:lnTo>
                    <a:pt x="376" y="200"/>
                  </a:lnTo>
                  <a:lnTo>
                    <a:pt x="369" y="199"/>
                  </a:lnTo>
                  <a:lnTo>
                    <a:pt x="365" y="200"/>
                  </a:lnTo>
                  <a:lnTo>
                    <a:pt x="359" y="199"/>
                  </a:lnTo>
                  <a:lnTo>
                    <a:pt x="353" y="200"/>
                  </a:lnTo>
                  <a:lnTo>
                    <a:pt x="351" y="200"/>
                  </a:lnTo>
                  <a:lnTo>
                    <a:pt x="348" y="200"/>
                  </a:lnTo>
                  <a:lnTo>
                    <a:pt x="345" y="202"/>
                  </a:lnTo>
                  <a:lnTo>
                    <a:pt x="343" y="203"/>
                  </a:lnTo>
                  <a:lnTo>
                    <a:pt x="336" y="202"/>
                  </a:lnTo>
                  <a:lnTo>
                    <a:pt x="332" y="200"/>
                  </a:lnTo>
                  <a:lnTo>
                    <a:pt x="330" y="199"/>
                  </a:lnTo>
                  <a:lnTo>
                    <a:pt x="326" y="199"/>
                  </a:lnTo>
                  <a:lnTo>
                    <a:pt x="324" y="200"/>
                  </a:lnTo>
                  <a:lnTo>
                    <a:pt x="322" y="200"/>
                  </a:lnTo>
                  <a:lnTo>
                    <a:pt x="319" y="199"/>
                  </a:lnTo>
                  <a:lnTo>
                    <a:pt x="318" y="200"/>
                  </a:lnTo>
                  <a:lnTo>
                    <a:pt x="318" y="203"/>
                  </a:lnTo>
                  <a:lnTo>
                    <a:pt x="319" y="206"/>
                  </a:lnTo>
                  <a:lnTo>
                    <a:pt x="319" y="208"/>
                  </a:lnTo>
                  <a:lnTo>
                    <a:pt x="315" y="210"/>
                  </a:lnTo>
                  <a:lnTo>
                    <a:pt x="309" y="210"/>
                  </a:lnTo>
                  <a:lnTo>
                    <a:pt x="299" y="208"/>
                  </a:lnTo>
                  <a:lnTo>
                    <a:pt x="297" y="207"/>
                  </a:lnTo>
                  <a:lnTo>
                    <a:pt x="293" y="207"/>
                  </a:lnTo>
                  <a:lnTo>
                    <a:pt x="291" y="210"/>
                  </a:lnTo>
                  <a:lnTo>
                    <a:pt x="291" y="211"/>
                  </a:lnTo>
                  <a:lnTo>
                    <a:pt x="289" y="212"/>
                  </a:lnTo>
                  <a:lnTo>
                    <a:pt x="289" y="214"/>
                  </a:lnTo>
                  <a:lnTo>
                    <a:pt x="289" y="214"/>
                  </a:lnTo>
                  <a:lnTo>
                    <a:pt x="286" y="216"/>
                  </a:lnTo>
                  <a:lnTo>
                    <a:pt x="284" y="218"/>
                  </a:lnTo>
                  <a:lnTo>
                    <a:pt x="280" y="223"/>
                  </a:lnTo>
                  <a:lnTo>
                    <a:pt x="278" y="225"/>
                  </a:lnTo>
                  <a:lnTo>
                    <a:pt x="276" y="228"/>
                  </a:lnTo>
                  <a:lnTo>
                    <a:pt x="274" y="232"/>
                  </a:lnTo>
                  <a:lnTo>
                    <a:pt x="269" y="236"/>
                  </a:lnTo>
                  <a:lnTo>
                    <a:pt x="268" y="236"/>
                  </a:lnTo>
                  <a:lnTo>
                    <a:pt x="262" y="233"/>
                  </a:lnTo>
                  <a:lnTo>
                    <a:pt x="259" y="232"/>
                  </a:lnTo>
                  <a:lnTo>
                    <a:pt x="255" y="233"/>
                  </a:lnTo>
                  <a:lnTo>
                    <a:pt x="249" y="236"/>
                  </a:lnTo>
                  <a:lnTo>
                    <a:pt x="247" y="236"/>
                  </a:lnTo>
                  <a:lnTo>
                    <a:pt x="243" y="222"/>
                  </a:lnTo>
                  <a:lnTo>
                    <a:pt x="234" y="222"/>
                  </a:lnTo>
                  <a:lnTo>
                    <a:pt x="234" y="204"/>
                  </a:lnTo>
                  <a:lnTo>
                    <a:pt x="230" y="206"/>
                  </a:lnTo>
                  <a:lnTo>
                    <a:pt x="227" y="198"/>
                  </a:lnTo>
                  <a:lnTo>
                    <a:pt x="220" y="194"/>
                  </a:lnTo>
                  <a:lnTo>
                    <a:pt x="201" y="194"/>
                  </a:lnTo>
                  <a:lnTo>
                    <a:pt x="183" y="195"/>
                  </a:lnTo>
                  <a:lnTo>
                    <a:pt x="173" y="190"/>
                  </a:lnTo>
                  <a:lnTo>
                    <a:pt x="166" y="187"/>
                  </a:lnTo>
                  <a:lnTo>
                    <a:pt x="147" y="174"/>
                  </a:lnTo>
                  <a:lnTo>
                    <a:pt x="116" y="179"/>
                  </a:lnTo>
                  <a:lnTo>
                    <a:pt x="126" y="236"/>
                  </a:lnTo>
                  <a:lnTo>
                    <a:pt x="124" y="236"/>
                  </a:lnTo>
                  <a:lnTo>
                    <a:pt x="119" y="237"/>
                  </a:lnTo>
                  <a:lnTo>
                    <a:pt x="111" y="228"/>
                  </a:lnTo>
                  <a:lnTo>
                    <a:pt x="103" y="224"/>
                  </a:lnTo>
                  <a:lnTo>
                    <a:pt x="95" y="223"/>
                  </a:lnTo>
                  <a:lnTo>
                    <a:pt x="90" y="224"/>
                  </a:lnTo>
                  <a:lnTo>
                    <a:pt x="82" y="231"/>
                  </a:lnTo>
                  <a:lnTo>
                    <a:pt x="82" y="228"/>
                  </a:lnTo>
                  <a:lnTo>
                    <a:pt x="81" y="225"/>
                  </a:lnTo>
                  <a:lnTo>
                    <a:pt x="82" y="222"/>
                  </a:lnTo>
                  <a:lnTo>
                    <a:pt x="83" y="219"/>
                  </a:lnTo>
                  <a:lnTo>
                    <a:pt x="83" y="218"/>
                  </a:lnTo>
                  <a:lnTo>
                    <a:pt x="83" y="216"/>
                  </a:lnTo>
                  <a:lnTo>
                    <a:pt x="82" y="216"/>
                  </a:lnTo>
                  <a:lnTo>
                    <a:pt x="79" y="216"/>
                  </a:lnTo>
                  <a:lnTo>
                    <a:pt x="78" y="215"/>
                  </a:lnTo>
                  <a:lnTo>
                    <a:pt x="75" y="215"/>
                  </a:lnTo>
                  <a:lnTo>
                    <a:pt x="74" y="216"/>
                  </a:lnTo>
                  <a:lnTo>
                    <a:pt x="73" y="215"/>
                  </a:lnTo>
                  <a:lnTo>
                    <a:pt x="72" y="214"/>
                  </a:lnTo>
                  <a:lnTo>
                    <a:pt x="72" y="212"/>
                  </a:lnTo>
                  <a:lnTo>
                    <a:pt x="70" y="211"/>
                  </a:lnTo>
                  <a:lnTo>
                    <a:pt x="69" y="210"/>
                  </a:lnTo>
                  <a:lnTo>
                    <a:pt x="69" y="210"/>
                  </a:lnTo>
                  <a:lnTo>
                    <a:pt x="66" y="211"/>
                  </a:lnTo>
                  <a:lnTo>
                    <a:pt x="65" y="211"/>
                  </a:lnTo>
                  <a:lnTo>
                    <a:pt x="65" y="208"/>
                  </a:lnTo>
                  <a:lnTo>
                    <a:pt x="65" y="206"/>
                  </a:lnTo>
                  <a:lnTo>
                    <a:pt x="62" y="202"/>
                  </a:lnTo>
                  <a:lnTo>
                    <a:pt x="61" y="200"/>
                  </a:lnTo>
                  <a:lnTo>
                    <a:pt x="60" y="200"/>
                  </a:lnTo>
                  <a:lnTo>
                    <a:pt x="60" y="198"/>
                  </a:lnTo>
                  <a:lnTo>
                    <a:pt x="58" y="197"/>
                  </a:lnTo>
                  <a:lnTo>
                    <a:pt x="57" y="195"/>
                  </a:lnTo>
                  <a:lnTo>
                    <a:pt x="56" y="194"/>
                  </a:lnTo>
                  <a:lnTo>
                    <a:pt x="53" y="194"/>
                  </a:lnTo>
                  <a:lnTo>
                    <a:pt x="52" y="193"/>
                  </a:lnTo>
                  <a:lnTo>
                    <a:pt x="52" y="191"/>
                  </a:lnTo>
                  <a:lnTo>
                    <a:pt x="53" y="190"/>
                  </a:lnTo>
                  <a:lnTo>
                    <a:pt x="54" y="190"/>
                  </a:lnTo>
                  <a:lnTo>
                    <a:pt x="57" y="190"/>
                  </a:lnTo>
                  <a:lnTo>
                    <a:pt x="58" y="190"/>
                  </a:lnTo>
                  <a:lnTo>
                    <a:pt x="60" y="190"/>
                  </a:lnTo>
                  <a:lnTo>
                    <a:pt x="61" y="191"/>
                  </a:lnTo>
                  <a:lnTo>
                    <a:pt x="62" y="190"/>
                  </a:lnTo>
                  <a:lnTo>
                    <a:pt x="64" y="189"/>
                  </a:lnTo>
                  <a:lnTo>
                    <a:pt x="65" y="190"/>
                  </a:lnTo>
                  <a:lnTo>
                    <a:pt x="66" y="190"/>
                  </a:lnTo>
                  <a:lnTo>
                    <a:pt x="65" y="189"/>
                  </a:lnTo>
                  <a:lnTo>
                    <a:pt x="64" y="189"/>
                  </a:lnTo>
                  <a:lnTo>
                    <a:pt x="62" y="189"/>
                  </a:lnTo>
                  <a:lnTo>
                    <a:pt x="62" y="186"/>
                  </a:lnTo>
                  <a:lnTo>
                    <a:pt x="60" y="183"/>
                  </a:lnTo>
                  <a:lnTo>
                    <a:pt x="60" y="182"/>
                  </a:lnTo>
                  <a:lnTo>
                    <a:pt x="61" y="182"/>
                  </a:lnTo>
                  <a:lnTo>
                    <a:pt x="61" y="179"/>
                  </a:lnTo>
                  <a:lnTo>
                    <a:pt x="61" y="178"/>
                  </a:lnTo>
                  <a:lnTo>
                    <a:pt x="62" y="177"/>
                  </a:lnTo>
                  <a:lnTo>
                    <a:pt x="65" y="177"/>
                  </a:lnTo>
                  <a:lnTo>
                    <a:pt x="66" y="175"/>
                  </a:lnTo>
                  <a:lnTo>
                    <a:pt x="69" y="177"/>
                  </a:lnTo>
                  <a:lnTo>
                    <a:pt x="70" y="175"/>
                  </a:lnTo>
                  <a:lnTo>
                    <a:pt x="73" y="175"/>
                  </a:lnTo>
                  <a:lnTo>
                    <a:pt x="74" y="177"/>
                  </a:lnTo>
                  <a:lnTo>
                    <a:pt x="74" y="175"/>
                  </a:lnTo>
                  <a:lnTo>
                    <a:pt x="77" y="175"/>
                  </a:lnTo>
                  <a:lnTo>
                    <a:pt x="78" y="178"/>
                  </a:lnTo>
                  <a:lnTo>
                    <a:pt x="81" y="178"/>
                  </a:lnTo>
                  <a:lnTo>
                    <a:pt x="82" y="177"/>
                  </a:lnTo>
                  <a:lnTo>
                    <a:pt x="83" y="175"/>
                  </a:lnTo>
                  <a:lnTo>
                    <a:pt x="81" y="175"/>
                  </a:lnTo>
                  <a:lnTo>
                    <a:pt x="79" y="174"/>
                  </a:lnTo>
                  <a:lnTo>
                    <a:pt x="78" y="172"/>
                  </a:lnTo>
                  <a:lnTo>
                    <a:pt x="78" y="169"/>
                  </a:lnTo>
                  <a:lnTo>
                    <a:pt x="79" y="168"/>
                  </a:lnTo>
                  <a:lnTo>
                    <a:pt x="81" y="168"/>
                  </a:lnTo>
                  <a:lnTo>
                    <a:pt x="79" y="166"/>
                  </a:lnTo>
                  <a:lnTo>
                    <a:pt x="79" y="165"/>
                  </a:lnTo>
                  <a:lnTo>
                    <a:pt x="78" y="164"/>
                  </a:lnTo>
                  <a:lnTo>
                    <a:pt x="79" y="162"/>
                  </a:lnTo>
                  <a:lnTo>
                    <a:pt x="79" y="160"/>
                  </a:lnTo>
                  <a:lnTo>
                    <a:pt x="78" y="158"/>
                  </a:lnTo>
                  <a:lnTo>
                    <a:pt x="78" y="157"/>
                  </a:lnTo>
                  <a:lnTo>
                    <a:pt x="78" y="156"/>
                  </a:lnTo>
                  <a:lnTo>
                    <a:pt x="78" y="154"/>
                  </a:lnTo>
                  <a:lnTo>
                    <a:pt x="77" y="154"/>
                  </a:lnTo>
                  <a:lnTo>
                    <a:pt x="75" y="153"/>
                  </a:lnTo>
                  <a:lnTo>
                    <a:pt x="75" y="152"/>
                  </a:lnTo>
                  <a:lnTo>
                    <a:pt x="72" y="152"/>
                  </a:lnTo>
                  <a:lnTo>
                    <a:pt x="70" y="152"/>
                  </a:lnTo>
                  <a:lnTo>
                    <a:pt x="69" y="152"/>
                  </a:lnTo>
                  <a:lnTo>
                    <a:pt x="69" y="152"/>
                  </a:lnTo>
                  <a:lnTo>
                    <a:pt x="68" y="153"/>
                  </a:lnTo>
                  <a:lnTo>
                    <a:pt x="68" y="154"/>
                  </a:lnTo>
                  <a:lnTo>
                    <a:pt x="66" y="154"/>
                  </a:lnTo>
                  <a:lnTo>
                    <a:pt x="64" y="154"/>
                  </a:lnTo>
                  <a:lnTo>
                    <a:pt x="64" y="153"/>
                  </a:lnTo>
                  <a:lnTo>
                    <a:pt x="62" y="153"/>
                  </a:lnTo>
                  <a:lnTo>
                    <a:pt x="62" y="154"/>
                  </a:lnTo>
                  <a:lnTo>
                    <a:pt x="61" y="153"/>
                  </a:lnTo>
                  <a:lnTo>
                    <a:pt x="61" y="150"/>
                  </a:lnTo>
                  <a:lnTo>
                    <a:pt x="60" y="150"/>
                  </a:lnTo>
                  <a:lnTo>
                    <a:pt x="60" y="152"/>
                  </a:lnTo>
                  <a:lnTo>
                    <a:pt x="58" y="152"/>
                  </a:lnTo>
                  <a:lnTo>
                    <a:pt x="57" y="150"/>
                  </a:lnTo>
                  <a:lnTo>
                    <a:pt x="53" y="150"/>
                  </a:lnTo>
                  <a:lnTo>
                    <a:pt x="52" y="152"/>
                  </a:lnTo>
                  <a:lnTo>
                    <a:pt x="52" y="154"/>
                  </a:lnTo>
                  <a:lnTo>
                    <a:pt x="50" y="154"/>
                  </a:lnTo>
                  <a:lnTo>
                    <a:pt x="50" y="153"/>
                  </a:lnTo>
                  <a:lnTo>
                    <a:pt x="49" y="153"/>
                  </a:lnTo>
                  <a:lnTo>
                    <a:pt x="48" y="156"/>
                  </a:lnTo>
                  <a:lnTo>
                    <a:pt x="47" y="156"/>
                  </a:lnTo>
                  <a:lnTo>
                    <a:pt x="45" y="157"/>
                  </a:lnTo>
                  <a:lnTo>
                    <a:pt x="44" y="158"/>
                  </a:lnTo>
                  <a:lnTo>
                    <a:pt x="43" y="158"/>
                  </a:lnTo>
                  <a:lnTo>
                    <a:pt x="41" y="160"/>
                  </a:lnTo>
                  <a:lnTo>
                    <a:pt x="41" y="161"/>
                  </a:lnTo>
                  <a:lnTo>
                    <a:pt x="40" y="160"/>
                  </a:lnTo>
                  <a:lnTo>
                    <a:pt x="39" y="160"/>
                  </a:lnTo>
                  <a:lnTo>
                    <a:pt x="39" y="161"/>
                  </a:lnTo>
                  <a:lnTo>
                    <a:pt x="36" y="161"/>
                  </a:lnTo>
                  <a:lnTo>
                    <a:pt x="36" y="160"/>
                  </a:lnTo>
                  <a:lnTo>
                    <a:pt x="35" y="160"/>
                  </a:lnTo>
                  <a:lnTo>
                    <a:pt x="32" y="157"/>
                  </a:lnTo>
                  <a:lnTo>
                    <a:pt x="29" y="158"/>
                  </a:lnTo>
                  <a:lnTo>
                    <a:pt x="24" y="156"/>
                  </a:lnTo>
                  <a:lnTo>
                    <a:pt x="25" y="154"/>
                  </a:lnTo>
                  <a:lnTo>
                    <a:pt x="29" y="154"/>
                  </a:lnTo>
                  <a:lnTo>
                    <a:pt x="24" y="145"/>
                  </a:lnTo>
                  <a:lnTo>
                    <a:pt x="19" y="141"/>
                  </a:lnTo>
                  <a:lnTo>
                    <a:pt x="12" y="139"/>
                  </a:lnTo>
                  <a:lnTo>
                    <a:pt x="11" y="140"/>
                  </a:lnTo>
                  <a:lnTo>
                    <a:pt x="7" y="137"/>
                  </a:lnTo>
                  <a:lnTo>
                    <a:pt x="7" y="135"/>
                  </a:lnTo>
                  <a:lnTo>
                    <a:pt x="6" y="132"/>
                  </a:lnTo>
                  <a:lnTo>
                    <a:pt x="0" y="131"/>
                  </a:lnTo>
                  <a:lnTo>
                    <a:pt x="3" y="125"/>
                  </a:lnTo>
                  <a:lnTo>
                    <a:pt x="3" y="119"/>
                  </a:lnTo>
                  <a:lnTo>
                    <a:pt x="2" y="116"/>
                  </a:lnTo>
                  <a:lnTo>
                    <a:pt x="2" y="111"/>
                  </a:lnTo>
                  <a:lnTo>
                    <a:pt x="3" y="110"/>
                  </a:lnTo>
                  <a:lnTo>
                    <a:pt x="7" y="106"/>
                  </a:lnTo>
                  <a:lnTo>
                    <a:pt x="7" y="103"/>
                  </a:lnTo>
                  <a:lnTo>
                    <a:pt x="8" y="100"/>
                  </a:lnTo>
                  <a:lnTo>
                    <a:pt x="15" y="107"/>
                  </a:lnTo>
                  <a:lnTo>
                    <a:pt x="15" y="108"/>
                  </a:lnTo>
                  <a:lnTo>
                    <a:pt x="19" y="111"/>
                  </a:lnTo>
                  <a:lnTo>
                    <a:pt x="23" y="111"/>
                  </a:lnTo>
                  <a:lnTo>
                    <a:pt x="23" y="107"/>
                  </a:lnTo>
                  <a:lnTo>
                    <a:pt x="24" y="106"/>
                  </a:lnTo>
                  <a:lnTo>
                    <a:pt x="22" y="97"/>
                  </a:lnTo>
                  <a:lnTo>
                    <a:pt x="24" y="97"/>
                  </a:lnTo>
                  <a:lnTo>
                    <a:pt x="28" y="97"/>
                  </a:lnTo>
                  <a:lnTo>
                    <a:pt x="28" y="93"/>
                  </a:lnTo>
                  <a:lnTo>
                    <a:pt x="27" y="91"/>
                  </a:lnTo>
                  <a:lnTo>
                    <a:pt x="28" y="89"/>
                  </a:lnTo>
                  <a:lnTo>
                    <a:pt x="31" y="86"/>
                  </a:lnTo>
                  <a:lnTo>
                    <a:pt x="32" y="86"/>
                  </a:lnTo>
                  <a:lnTo>
                    <a:pt x="33" y="83"/>
                  </a:lnTo>
                  <a:lnTo>
                    <a:pt x="36" y="82"/>
                  </a:lnTo>
                  <a:lnTo>
                    <a:pt x="39" y="82"/>
                  </a:lnTo>
                  <a:lnTo>
                    <a:pt x="39" y="79"/>
                  </a:lnTo>
                  <a:lnTo>
                    <a:pt x="37" y="78"/>
                  </a:lnTo>
                  <a:lnTo>
                    <a:pt x="39" y="77"/>
                  </a:lnTo>
                  <a:lnTo>
                    <a:pt x="41" y="78"/>
                  </a:lnTo>
                  <a:lnTo>
                    <a:pt x="45" y="79"/>
                  </a:lnTo>
                  <a:lnTo>
                    <a:pt x="44" y="81"/>
                  </a:lnTo>
                  <a:lnTo>
                    <a:pt x="43" y="83"/>
                  </a:lnTo>
                  <a:lnTo>
                    <a:pt x="44" y="85"/>
                  </a:lnTo>
                  <a:lnTo>
                    <a:pt x="47" y="83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8" y="82"/>
                  </a:lnTo>
                  <a:lnTo>
                    <a:pt x="50" y="81"/>
                  </a:lnTo>
                  <a:lnTo>
                    <a:pt x="50" y="79"/>
                  </a:lnTo>
                  <a:lnTo>
                    <a:pt x="53" y="79"/>
                  </a:lnTo>
                  <a:lnTo>
                    <a:pt x="54" y="77"/>
                  </a:lnTo>
                  <a:lnTo>
                    <a:pt x="57" y="77"/>
                  </a:lnTo>
                  <a:lnTo>
                    <a:pt x="58" y="81"/>
                  </a:lnTo>
                  <a:lnTo>
                    <a:pt x="61" y="82"/>
                  </a:lnTo>
                  <a:lnTo>
                    <a:pt x="65" y="81"/>
                  </a:lnTo>
                  <a:lnTo>
                    <a:pt x="68" y="81"/>
                  </a:lnTo>
                  <a:lnTo>
                    <a:pt x="69" y="82"/>
                  </a:lnTo>
                  <a:lnTo>
                    <a:pt x="70" y="82"/>
                  </a:lnTo>
                  <a:lnTo>
                    <a:pt x="73" y="86"/>
                  </a:lnTo>
                  <a:lnTo>
                    <a:pt x="75" y="86"/>
                  </a:lnTo>
                  <a:lnTo>
                    <a:pt x="77" y="89"/>
                  </a:lnTo>
                  <a:lnTo>
                    <a:pt x="79" y="91"/>
                  </a:lnTo>
                  <a:lnTo>
                    <a:pt x="82" y="91"/>
                  </a:lnTo>
                  <a:lnTo>
                    <a:pt x="83" y="93"/>
                  </a:lnTo>
                  <a:lnTo>
                    <a:pt x="83" y="95"/>
                  </a:lnTo>
                  <a:lnTo>
                    <a:pt x="85" y="95"/>
                  </a:lnTo>
                  <a:lnTo>
                    <a:pt x="86" y="94"/>
                  </a:lnTo>
                  <a:lnTo>
                    <a:pt x="86" y="90"/>
                  </a:lnTo>
                  <a:lnTo>
                    <a:pt x="89" y="89"/>
                  </a:lnTo>
                  <a:lnTo>
                    <a:pt x="90" y="91"/>
                  </a:lnTo>
                  <a:lnTo>
                    <a:pt x="94" y="91"/>
                  </a:lnTo>
                  <a:lnTo>
                    <a:pt x="95" y="94"/>
                  </a:lnTo>
                  <a:lnTo>
                    <a:pt x="98" y="95"/>
                  </a:lnTo>
                  <a:lnTo>
                    <a:pt x="101" y="93"/>
                  </a:lnTo>
                  <a:lnTo>
                    <a:pt x="101" y="89"/>
                  </a:lnTo>
                  <a:lnTo>
                    <a:pt x="103" y="87"/>
                  </a:lnTo>
                  <a:lnTo>
                    <a:pt x="103" y="86"/>
                  </a:lnTo>
                  <a:lnTo>
                    <a:pt x="104" y="85"/>
                  </a:lnTo>
                  <a:lnTo>
                    <a:pt x="107" y="87"/>
                  </a:lnTo>
                  <a:lnTo>
                    <a:pt x="107" y="85"/>
                  </a:lnTo>
                  <a:lnTo>
                    <a:pt x="110" y="85"/>
                  </a:lnTo>
                  <a:lnTo>
                    <a:pt x="114" y="87"/>
                  </a:lnTo>
                  <a:lnTo>
                    <a:pt x="114" y="89"/>
                  </a:lnTo>
                  <a:lnTo>
                    <a:pt x="118" y="89"/>
                  </a:lnTo>
                  <a:lnTo>
                    <a:pt x="118" y="86"/>
                  </a:lnTo>
                  <a:lnTo>
                    <a:pt x="119" y="85"/>
                  </a:lnTo>
                  <a:lnTo>
                    <a:pt x="122" y="86"/>
                  </a:lnTo>
                  <a:lnTo>
                    <a:pt x="123" y="83"/>
                  </a:lnTo>
                  <a:lnTo>
                    <a:pt x="126" y="85"/>
                  </a:lnTo>
                  <a:lnTo>
                    <a:pt x="128" y="86"/>
                  </a:lnTo>
                  <a:lnTo>
                    <a:pt x="127" y="87"/>
                  </a:lnTo>
                  <a:lnTo>
                    <a:pt x="126" y="89"/>
                  </a:lnTo>
                  <a:lnTo>
                    <a:pt x="127" y="91"/>
                  </a:lnTo>
                  <a:lnTo>
                    <a:pt x="129" y="93"/>
                  </a:lnTo>
                  <a:lnTo>
                    <a:pt x="131" y="91"/>
                  </a:lnTo>
                  <a:lnTo>
                    <a:pt x="132" y="93"/>
                  </a:lnTo>
                  <a:lnTo>
                    <a:pt x="136" y="93"/>
                  </a:lnTo>
                  <a:lnTo>
                    <a:pt x="140" y="94"/>
                  </a:lnTo>
                  <a:lnTo>
                    <a:pt x="143" y="94"/>
                  </a:lnTo>
                  <a:lnTo>
                    <a:pt x="144" y="91"/>
                  </a:lnTo>
                  <a:lnTo>
                    <a:pt x="144" y="89"/>
                  </a:lnTo>
                  <a:lnTo>
                    <a:pt x="145" y="89"/>
                  </a:lnTo>
                  <a:lnTo>
                    <a:pt x="149" y="90"/>
                  </a:lnTo>
                  <a:lnTo>
                    <a:pt x="152" y="91"/>
                  </a:lnTo>
                  <a:lnTo>
                    <a:pt x="156" y="90"/>
                  </a:lnTo>
                  <a:lnTo>
                    <a:pt x="157" y="87"/>
                  </a:lnTo>
                  <a:lnTo>
                    <a:pt x="157" y="78"/>
                  </a:lnTo>
                  <a:lnTo>
                    <a:pt x="156" y="77"/>
                  </a:lnTo>
                  <a:lnTo>
                    <a:pt x="152" y="77"/>
                  </a:lnTo>
                  <a:lnTo>
                    <a:pt x="149" y="75"/>
                  </a:lnTo>
                  <a:lnTo>
                    <a:pt x="149" y="74"/>
                  </a:lnTo>
                  <a:lnTo>
                    <a:pt x="147" y="73"/>
                  </a:lnTo>
                  <a:lnTo>
                    <a:pt x="145" y="72"/>
                  </a:lnTo>
                  <a:lnTo>
                    <a:pt x="143" y="72"/>
                  </a:lnTo>
                  <a:lnTo>
                    <a:pt x="143" y="70"/>
                  </a:lnTo>
                  <a:lnTo>
                    <a:pt x="141" y="69"/>
                  </a:lnTo>
                  <a:lnTo>
                    <a:pt x="141" y="68"/>
                  </a:lnTo>
                  <a:lnTo>
                    <a:pt x="144" y="68"/>
                  </a:lnTo>
                  <a:lnTo>
                    <a:pt x="144" y="65"/>
                  </a:lnTo>
                  <a:lnTo>
                    <a:pt x="147" y="62"/>
                  </a:lnTo>
                  <a:lnTo>
                    <a:pt x="145" y="60"/>
                  </a:lnTo>
                  <a:lnTo>
                    <a:pt x="144" y="60"/>
                  </a:lnTo>
                  <a:lnTo>
                    <a:pt x="144" y="57"/>
                  </a:lnTo>
                  <a:lnTo>
                    <a:pt x="147" y="53"/>
                  </a:lnTo>
                  <a:lnTo>
                    <a:pt x="149" y="50"/>
                  </a:lnTo>
                  <a:lnTo>
                    <a:pt x="153" y="50"/>
                  </a:lnTo>
                  <a:lnTo>
                    <a:pt x="156" y="52"/>
                  </a:lnTo>
                  <a:lnTo>
                    <a:pt x="157" y="50"/>
                  </a:lnTo>
                  <a:lnTo>
                    <a:pt x="157" y="48"/>
                  </a:lnTo>
                  <a:lnTo>
                    <a:pt x="154" y="48"/>
                  </a:lnTo>
                  <a:lnTo>
                    <a:pt x="153" y="45"/>
                  </a:lnTo>
                  <a:lnTo>
                    <a:pt x="151" y="45"/>
                  </a:lnTo>
                  <a:lnTo>
                    <a:pt x="149" y="47"/>
                  </a:lnTo>
                  <a:lnTo>
                    <a:pt x="147" y="45"/>
                  </a:lnTo>
                  <a:lnTo>
                    <a:pt x="144" y="45"/>
                  </a:lnTo>
                  <a:lnTo>
                    <a:pt x="144" y="44"/>
                  </a:lnTo>
                  <a:lnTo>
                    <a:pt x="145" y="43"/>
                  </a:lnTo>
                  <a:lnTo>
                    <a:pt x="148" y="43"/>
                  </a:lnTo>
                  <a:lnTo>
                    <a:pt x="147" y="40"/>
                  </a:lnTo>
                  <a:lnTo>
                    <a:pt x="144" y="41"/>
                  </a:lnTo>
                  <a:lnTo>
                    <a:pt x="143" y="40"/>
                  </a:lnTo>
                  <a:lnTo>
                    <a:pt x="143" y="39"/>
                  </a:lnTo>
                  <a:lnTo>
                    <a:pt x="141" y="36"/>
                  </a:lnTo>
                  <a:lnTo>
                    <a:pt x="143" y="36"/>
                  </a:lnTo>
                  <a:lnTo>
                    <a:pt x="145" y="35"/>
                  </a:lnTo>
                  <a:lnTo>
                    <a:pt x="147" y="33"/>
                  </a:lnTo>
                  <a:lnTo>
                    <a:pt x="148" y="33"/>
                  </a:lnTo>
                  <a:lnTo>
                    <a:pt x="149" y="35"/>
                  </a:lnTo>
                  <a:lnTo>
                    <a:pt x="152" y="35"/>
                  </a:lnTo>
                  <a:lnTo>
                    <a:pt x="154" y="36"/>
                  </a:lnTo>
                  <a:lnTo>
                    <a:pt x="154" y="35"/>
                  </a:lnTo>
                  <a:lnTo>
                    <a:pt x="154" y="33"/>
                  </a:lnTo>
                  <a:lnTo>
                    <a:pt x="157" y="32"/>
                  </a:lnTo>
                  <a:lnTo>
                    <a:pt x="158" y="32"/>
                  </a:lnTo>
                  <a:lnTo>
                    <a:pt x="160" y="35"/>
                  </a:lnTo>
                  <a:lnTo>
                    <a:pt x="161" y="33"/>
                  </a:lnTo>
                  <a:lnTo>
                    <a:pt x="162" y="31"/>
                  </a:lnTo>
                  <a:lnTo>
                    <a:pt x="166" y="29"/>
                  </a:lnTo>
                  <a:lnTo>
                    <a:pt x="169" y="29"/>
                  </a:lnTo>
                  <a:lnTo>
                    <a:pt x="172" y="28"/>
                  </a:lnTo>
                  <a:lnTo>
                    <a:pt x="174" y="28"/>
                  </a:lnTo>
                  <a:lnTo>
                    <a:pt x="176" y="27"/>
                  </a:lnTo>
                  <a:lnTo>
                    <a:pt x="178" y="25"/>
                  </a:lnTo>
                  <a:lnTo>
                    <a:pt x="181" y="25"/>
                  </a:lnTo>
                  <a:lnTo>
                    <a:pt x="183" y="24"/>
                  </a:lnTo>
                  <a:lnTo>
                    <a:pt x="185" y="24"/>
                  </a:lnTo>
                  <a:lnTo>
                    <a:pt x="186" y="24"/>
                  </a:lnTo>
                  <a:lnTo>
                    <a:pt x="187" y="23"/>
                  </a:lnTo>
                  <a:lnTo>
                    <a:pt x="187" y="22"/>
                  </a:lnTo>
                  <a:lnTo>
                    <a:pt x="189" y="20"/>
                  </a:lnTo>
                  <a:lnTo>
                    <a:pt x="191" y="20"/>
                  </a:lnTo>
                  <a:lnTo>
                    <a:pt x="191" y="18"/>
                  </a:lnTo>
                  <a:lnTo>
                    <a:pt x="193" y="18"/>
                  </a:lnTo>
                  <a:lnTo>
                    <a:pt x="194" y="18"/>
                  </a:lnTo>
                  <a:lnTo>
                    <a:pt x="197" y="19"/>
                  </a:lnTo>
                  <a:lnTo>
                    <a:pt x="198" y="18"/>
                  </a:lnTo>
                  <a:lnTo>
                    <a:pt x="201" y="16"/>
                  </a:lnTo>
                  <a:lnTo>
                    <a:pt x="206" y="12"/>
                  </a:lnTo>
                  <a:lnTo>
                    <a:pt x="207" y="12"/>
                  </a:lnTo>
                  <a:lnTo>
                    <a:pt x="208" y="12"/>
                  </a:lnTo>
                  <a:lnTo>
                    <a:pt x="211" y="11"/>
                  </a:lnTo>
                  <a:lnTo>
                    <a:pt x="212" y="10"/>
                  </a:lnTo>
                  <a:lnTo>
                    <a:pt x="214" y="10"/>
                  </a:lnTo>
                  <a:lnTo>
                    <a:pt x="218" y="10"/>
                  </a:lnTo>
                  <a:lnTo>
                    <a:pt x="218" y="7"/>
                  </a:lnTo>
                  <a:lnTo>
                    <a:pt x="216" y="6"/>
                  </a:lnTo>
                  <a:lnTo>
                    <a:pt x="218" y="6"/>
                  </a:lnTo>
                  <a:lnTo>
                    <a:pt x="220" y="4"/>
                  </a:lnTo>
                  <a:lnTo>
                    <a:pt x="222" y="3"/>
                  </a:lnTo>
                  <a:lnTo>
                    <a:pt x="223" y="2"/>
                  </a:lnTo>
                  <a:lnTo>
                    <a:pt x="226" y="2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7" name="Freeform 349">
              <a:extLst>
                <a:ext uri="{FF2B5EF4-FFF2-40B4-BE49-F238E27FC236}">
                  <a16:creationId xmlns:a16="http://schemas.microsoft.com/office/drawing/2014/main" id="{127C3D43-F258-43A7-9104-2E17C5A67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388278" y="2551671"/>
              <a:ext cx="1731841" cy="1079002"/>
            </a:xfrm>
            <a:custGeom>
              <a:avLst/>
              <a:gdLst>
                <a:gd name="T0" fmla="*/ 50 w 191"/>
                <a:gd name="T1" fmla="*/ 13 h 119"/>
                <a:gd name="T2" fmla="*/ 67 w 191"/>
                <a:gd name="T3" fmla="*/ 21 h 119"/>
                <a:gd name="T4" fmla="*/ 104 w 191"/>
                <a:gd name="T5" fmla="*/ 20 h 119"/>
                <a:gd name="T6" fmla="*/ 114 w 191"/>
                <a:gd name="T7" fmla="*/ 32 h 119"/>
                <a:gd name="T8" fmla="*/ 118 w 191"/>
                <a:gd name="T9" fmla="*/ 48 h 119"/>
                <a:gd name="T10" fmla="*/ 131 w 191"/>
                <a:gd name="T11" fmla="*/ 62 h 119"/>
                <a:gd name="T12" fmla="*/ 139 w 191"/>
                <a:gd name="T13" fmla="*/ 59 h 119"/>
                <a:gd name="T14" fmla="*/ 146 w 191"/>
                <a:gd name="T15" fmla="*/ 59 h 119"/>
                <a:gd name="T16" fmla="*/ 153 w 191"/>
                <a:gd name="T17" fmla="*/ 62 h 119"/>
                <a:gd name="T18" fmla="*/ 160 w 191"/>
                <a:gd name="T19" fmla="*/ 54 h 119"/>
                <a:gd name="T20" fmla="*/ 164 w 191"/>
                <a:gd name="T21" fmla="*/ 49 h 119"/>
                <a:gd name="T22" fmla="*/ 170 w 191"/>
                <a:gd name="T23" fmla="*/ 42 h 119"/>
                <a:gd name="T24" fmla="*/ 174 w 191"/>
                <a:gd name="T25" fmla="*/ 40 h 119"/>
                <a:gd name="T26" fmla="*/ 170 w 191"/>
                <a:gd name="T27" fmla="*/ 48 h 119"/>
                <a:gd name="T28" fmla="*/ 171 w 191"/>
                <a:gd name="T29" fmla="*/ 53 h 119"/>
                <a:gd name="T30" fmla="*/ 178 w 191"/>
                <a:gd name="T31" fmla="*/ 55 h 119"/>
                <a:gd name="T32" fmla="*/ 183 w 191"/>
                <a:gd name="T33" fmla="*/ 54 h 119"/>
                <a:gd name="T34" fmla="*/ 185 w 191"/>
                <a:gd name="T35" fmla="*/ 51 h 119"/>
                <a:gd name="T36" fmla="*/ 191 w 191"/>
                <a:gd name="T37" fmla="*/ 58 h 119"/>
                <a:gd name="T38" fmla="*/ 183 w 191"/>
                <a:gd name="T39" fmla="*/ 62 h 119"/>
                <a:gd name="T40" fmla="*/ 177 w 191"/>
                <a:gd name="T41" fmla="*/ 61 h 119"/>
                <a:gd name="T42" fmla="*/ 170 w 191"/>
                <a:gd name="T43" fmla="*/ 62 h 119"/>
                <a:gd name="T44" fmla="*/ 165 w 191"/>
                <a:gd name="T45" fmla="*/ 65 h 119"/>
                <a:gd name="T46" fmla="*/ 162 w 191"/>
                <a:gd name="T47" fmla="*/ 69 h 119"/>
                <a:gd name="T48" fmla="*/ 165 w 191"/>
                <a:gd name="T49" fmla="*/ 73 h 119"/>
                <a:gd name="T50" fmla="*/ 156 w 191"/>
                <a:gd name="T51" fmla="*/ 75 h 119"/>
                <a:gd name="T52" fmla="*/ 158 w 191"/>
                <a:gd name="T53" fmla="*/ 78 h 119"/>
                <a:gd name="T54" fmla="*/ 153 w 191"/>
                <a:gd name="T55" fmla="*/ 83 h 119"/>
                <a:gd name="T56" fmla="*/ 145 w 191"/>
                <a:gd name="T57" fmla="*/ 82 h 119"/>
                <a:gd name="T58" fmla="*/ 144 w 191"/>
                <a:gd name="T59" fmla="*/ 88 h 119"/>
                <a:gd name="T60" fmla="*/ 149 w 191"/>
                <a:gd name="T61" fmla="*/ 91 h 119"/>
                <a:gd name="T62" fmla="*/ 153 w 191"/>
                <a:gd name="T63" fmla="*/ 94 h 119"/>
                <a:gd name="T64" fmla="*/ 153 w 191"/>
                <a:gd name="T65" fmla="*/ 99 h 119"/>
                <a:gd name="T66" fmla="*/ 156 w 191"/>
                <a:gd name="T67" fmla="*/ 104 h 119"/>
                <a:gd name="T68" fmla="*/ 152 w 191"/>
                <a:gd name="T69" fmla="*/ 111 h 119"/>
                <a:gd name="T70" fmla="*/ 150 w 191"/>
                <a:gd name="T71" fmla="*/ 117 h 119"/>
                <a:gd name="T72" fmla="*/ 146 w 191"/>
                <a:gd name="T73" fmla="*/ 119 h 119"/>
                <a:gd name="T74" fmla="*/ 143 w 191"/>
                <a:gd name="T75" fmla="*/ 116 h 119"/>
                <a:gd name="T76" fmla="*/ 137 w 191"/>
                <a:gd name="T77" fmla="*/ 116 h 119"/>
                <a:gd name="T78" fmla="*/ 136 w 191"/>
                <a:gd name="T79" fmla="*/ 108 h 119"/>
                <a:gd name="T80" fmla="*/ 131 w 191"/>
                <a:gd name="T81" fmla="*/ 105 h 119"/>
                <a:gd name="T82" fmla="*/ 123 w 191"/>
                <a:gd name="T83" fmla="*/ 103 h 119"/>
                <a:gd name="T84" fmla="*/ 106 w 191"/>
                <a:gd name="T85" fmla="*/ 94 h 119"/>
                <a:gd name="T86" fmla="*/ 90 w 191"/>
                <a:gd name="T87" fmla="*/ 82 h 119"/>
                <a:gd name="T88" fmla="*/ 83 w 191"/>
                <a:gd name="T89" fmla="*/ 75 h 119"/>
                <a:gd name="T90" fmla="*/ 79 w 191"/>
                <a:gd name="T91" fmla="*/ 71 h 119"/>
                <a:gd name="T92" fmla="*/ 73 w 191"/>
                <a:gd name="T93" fmla="*/ 61 h 119"/>
                <a:gd name="T94" fmla="*/ 69 w 191"/>
                <a:gd name="T95" fmla="*/ 61 h 119"/>
                <a:gd name="T96" fmla="*/ 53 w 191"/>
                <a:gd name="T97" fmla="*/ 53 h 119"/>
                <a:gd name="T98" fmla="*/ 45 w 191"/>
                <a:gd name="T99" fmla="*/ 46 h 119"/>
                <a:gd name="T100" fmla="*/ 31 w 191"/>
                <a:gd name="T101" fmla="*/ 41 h 119"/>
                <a:gd name="T102" fmla="*/ 32 w 191"/>
                <a:gd name="T103" fmla="*/ 45 h 119"/>
                <a:gd name="T104" fmla="*/ 27 w 191"/>
                <a:gd name="T105" fmla="*/ 45 h 119"/>
                <a:gd name="T106" fmla="*/ 21 w 191"/>
                <a:gd name="T107" fmla="*/ 49 h 119"/>
                <a:gd name="T108" fmla="*/ 19 w 191"/>
                <a:gd name="T109" fmla="*/ 58 h 119"/>
                <a:gd name="T110" fmla="*/ 20 w 191"/>
                <a:gd name="T111" fmla="*/ 62 h 119"/>
                <a:gd name="T112" fmla="*/ 10 w 191"/>
                <a:gd name="T113" fmla="*/ 62 h 119"/>
                <a:gd name="T114" fmla="*/ 31 w 191"/>
                <a:gd name="T115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1" h="119">
                  <a:moveTo>
                    <a:pt x="31" y="0"/>
                  </a:moveTo>
                  <a:lnTo>
                    <a:pt x="50" y="13"/>
                  </a:lnTo>
                  <a:lnTo>
                    <a:pt x="57" y="16"/>
                  </a:lnTo>
                  <a:lnTo>
                    <a:pt x="67" y="21"/>
                  </a:lnTo>
                  <a:lnTo>
                    <a:pt x="85" y="20"/>
                  </a:lnTo>
                  <a:lnTo>
                    <a:pt x="104" y="20"/>
                  </a:lnTo>
                  <a:lnTo>
                    <a:pt x="111" y="24"/>
                  </a:lnTo>
                  <a:lnTo>
                    <a:pt x="114" y="32"/>
                  </a:lnTo>
                  <a:lnTo>
                    <a:pt x="118" y="30"/>
                  </a:lnTo>
                  <a:lnTo>
                    <a:pt x="118" y="48"/>
                  </a:lnTo>
                  <a:lnTo>
                    <a:pt x="127" y="48"/>
                  </a:lnTo>
                  <a:lnTo>
                    <a:pt x="131" y="62"/>
                  </a:lnTo>
                  <a:lnTo>
                    <a:pt x="133" y="62"/>
                  </a:lnTo>
                  <a:lnTo>
                    <a:pt x="139" y="59"/>
                  </a:lnTo>
                  <a:lnTo>
                    <a:pt x="143" y="58"/>
                  </a:lnTo>
                  <a:lnTo>
                    <a:pt x="146" y="59"/>
                  </a:lnTo>
                  <a:lnTo>
                    <a:pt x="152" y="62"/>
                  </a:lnTo>
                  <a:lnTo>
                    <a:pt x="153" y="62"/>
                  </a:lnTo>
                  <a:lnTo>
                    <a:pt x="158" y="58"/>
                  </a:lnTo>
                  <a:lnTo>
                    <a:pt x="160" y="54"/>
                  </a:lnTo>
                  <a:lnTo>
                    <a:pt x="162" y="51"/>
                  </a:lnTo>
                  <a:lnTo>
                    <a:pt x="164" y="49"/>
                  </a:lnTo>
                  <a:lnTo>
                    <a:pt x="168" y="44"/>
                  </a:lnTo>
                  <a:lnTo>
                    <a:pt x="170" y="42"/>
                  </a:lnTo>
                  <a:lnTo>
                    <a:pt x="173" y="40"/>
                  </a:lnTo>
                  <a:lnTo>
                    <a:pt x="174" y="40"/>
                  </a:lnTo>
                  <a:lnTo>
                    <a:pt x="174" y="42"/>
                  </a:lnTo>
                  <a:lnTo>
                    <a:pt x="170" y="48"/>
                  </a:lnTo>
                  <a:lnTo>
                    <a:pt x="169" y="51"/>
                  </a:lnTo>
                  <a:lnTo>
                    <a:pt x="171" y="53"/>
                  </a:lnTo>
                  <a:lnTo>
                    <a:pt x="177" y="54"/>
                  </a:lnTo>
                  <a:lnTo>
                    <a:pt x="178" y="55"/>
                  </a:lnTo>
                  <a:lnTo>
                    <a:pt x="181" y="57"/>
                  </a:lnTo>
                  <a:lnTo>
                    <a:pt x="183" y="54"/>
                  </a:lnTo>
                  <a:lnTo>
                    <a:pt x="183" y="51"/>
                  </a:lnTo>
                  <a:lnTo>
                    <a:pt x="185" y="51"/>
                  </a:lnTo>
                  <a:lnTo>
                    <a:pt x="190" y="55"/>
                  </a:lnTo>
                  <a:lnTo>
                    <a:pt x="191" y="58"/>
                  </a:lnTo>
                  <a:lnTo>
                    <a:pt x="187" y="62"/>
                  </a:lnTo>
                  <a:lnTo>
                    <a:pt x="183" y="62"/>
                  </a:lnTo>
                  <a:lnTo>
                    <a:pt x="178" y="63"/>
                  </a:lnTo>
                  <a:lnTo>
                    <a:pt x="177" y="61"/>
                  </a:lnTo>
                  <a:lnTo>
                    <a:pt x="174" y="58"/>
                  </a:lnTo>
                  <a:lnTo>
                    <a:pt x="170" y="62"/>
                  </a:lnTo>
                  <a:lnTo>
                    <a:pt x="168" y="62"/>
                  </a:lnTo>
                  <a:lnTo>
                    <a:pt x="165" y="65"/>
                  </a:lnTo>
                  <a:lnTo>
                    <a:pt x="162" y="66"/>
                  </a:lnTo>
                  <a:lnTo>
                    <a:pt x="162" y="69"/>
                  </a:lnTo>
                  <a:lnTo>
                    <a:pt x="165" y="70"/>
                  </a:lnTo>
                  <a:lnTo>
                    <a:pt x="165" y="73"/>
                  </a:lnTo>
                  <a:lnTo>
                    <a:pt x="161" y="74"/>
                  </a:lnTo>
                  <a:lnTo>
                    <a:pt x="156" y="75"/>
                  </a:lnTo>
                  <a:lnTo>
                    <a:pt x="157" y="76"/>
                  </a:lnTo>
                  <a:lnTo>
                    <a:pt x="158" y="78"/>
                  </a:lnTo>
                  <a:lnTo>
                    <a:pt x="153" y="79"/>
                  </a:lnTo>
                  <a:lnTo>
                    <a:pt x="153" y="83"/>
                  </a:lnTo>
                  <a:lnTo>
                    <a:pt x="150" y="83"/>
                  </a:lnTo>
                  <a:lnTo>
                    <a:pt x="145" y="82"/>
                  </a:lnTo>
                  <a:lnTo>
                    <a:pt x="144" y="84"/>
                  </a:lnTo>
                  <a:lnTo>
                    <a:pt x="144" y="88"/>
                  </a:lnTo>
                  <a:lnTo>
                    <a:pt x="146" y="92"/>
                  </a:lnTo>
                  <a:lnTo>
                    <a:pt x="149" y="91"/>
                  </a:lnTo>
                  <a:lnTo>
                    <a:pt x="152" y="91"/>
                  </a:lnTo>
                  <a:lnTo>
                    <a:pt x="153" y="94"/>
                  </a:lnTo>
                  <a:lnTo>
                    <a:pt x="152" y="96"/>
                  </a:lnTo>
                  <a:lnTo>
                    <a:pt x="153" y="99"/>
                  </a:lnTo>
                  <a:lnTo>
                    <a:pt x="154" y="100"/>
                  </a:lnTo>
                  <a:lnTo>
                    <a:pt x="156" y="104"/>
                  </a:lnTo>
                  <a:lnTo>
                    <a:pt x="154" y="105"/>
                  </a:lnTo>
                  <a:lnTo>
                    <a:pt x="152" y="111"/>
                  </a:lnTo>
                  <a:lnTo>
                    <a:pt x="150" y="119"/>
                  </a:lnTo>
                  <a:lnTo>
                    <a:pt x="150" y="117"/>
                  </a:lnTo>
                  <a:lnTo>
                    <a:pt x="148" y="117"/>
                  </a:lnTo>
                  <a:lnTo>
                    <a:pt x="146" y="119"/>
                  </a:lnTo>
                  <a:lnTo>
                    <a:pt x="144" y="119"/>
                  </a:lnTo>
                  <a:lnTo>
                    <a:pt x="143" y="116"/>
                  </a:lnTo>
                  <a:lnTo>
                    <a:pt x="140" y="115"/>
                  </a:lnTo>
                  <a:lnTo>
                    <a:pt x="137" y="116"/>
                  </a:lnTo>
                  <a:lnTo>
                    <a:pt x="136" y="111"/>
                  </a:lnTo>
                  <a:lnTo>
                    <a:pt x="136" y="108"/>
                  </a:lnTo>
                  <a:lnTo>
                    <a:pt x="132" y="104"/>
                  </a:lnTo>
                  <a:lnTo>
                    <a:pt x="131" y="105"/>
                  </a:lnTo>
                  <a:lnTo>
                    <a:pt x="128" y="103"/>
                  </a:lnTo>
                  <a:lnTo>
                    <a:pt x="123" y="103"/>
                  </a:lnTo>
                  <a:lnTo>
                    <a:pt x="115" y="98"/>
                  </a:lnTo>
                  <a:lnTo>
                    <a:pt x="106" y="94"/>
                  </a:lnTo>
                  <a:lnTo>
                    <a:pt x="98" y="87"/>
                  </a:lnTo>
                  <a:lnTo>
                    <a:pt x="90" y="82"/>
                  </a:lnTo>
                  <a:lnTo>
                    <a:pt x="86" y="80"/>
                  </a:lnTo>
                  <a:lnTo>
                    <a:pt x="83" y="75"/>
                  </a:lnTo>
                  <a:lnTo>
                    <a:pt x="82" y="73"/>
                  </a:lnTo>
                  <a:lnTo>
                    <a:pt x="79" y="71"/>
                  </a:lnTo>
                  <a:lnTo>
                    <a:pt x="78" y="63"/>
                  </a:lnTo>
                  <a:lnTo>
                    <a:pt x="73" y="61"/>
                  </a:lnTo>
                  <a:lnTo>
                    <a:pt x="70" y="59"/>
                  </a:lnTo>
                  <a:lnTo>
                    <a:pt x="69" y="61"/>
                  </a:lnTo>
                  <a:lnTo>
                    <a:pt x="61" y="57"/>
                  </a:lnTo>
                  <a:lnTo>
                    <a:pt x="53" y="53"/>
                  </a:lnTo>
                  <a:lnTo>
                    <a:pt x="52" y="50"/>
                  </a:lnTo>
                  <a:lnTo>
                    <a:pt x="45" y="46"/>
                  </a:lnTo>
                  <a:lnTo>
                    <a:pt x="37" y="42"/>
                  </a:lnTo>
                  <a:lnTo>
                    <a:pt x="31" y="41"/>
                  </a:lnTo>
                  <a:lnTo>
                    <a:pt x="33" y="44"/>
                  </a:lnTo>
                  <a:lnTo>
                    <a:pt x="32" y="45"/>
                  </a:lnTo>
                  <a:lnTo>
                    <a:pt x="29" y="44"/>
                  </a:lnTo>
                  <a:lnTo>
                    <a:pt x="27" y="45"/>
                  </a:lnTo>
                  <a:lnTo>
                    <a:pt x="24" y="48"/>
                  </a:lnTo>
                  <a:lnTo>
                    <a:pt x="21" y="49"/>
                  </a:lnTo>
                  <a:lnTo>
                    <a:pt x="19" y="53"/>
                  </a:lnTo>
                  <a:lnTo>
                    <a:pt x="19" y="58"/>
                  </a:lnTo>
                  <a:lnTo>
                    <a:pt x="21" y="59"/>
                  </a:lnTo>
                  <a:lnTo>
                    <a:pt x="20" y="62"/>
                  </a:lnTo>
                  <a:lnTo>
                    <a:pt x="15" y="62"/>
                  </a:lnTo>
                  <a:lnTo>
                    <a:pt x="10" y="62"/>
                  </a:lnTo>
                  <a:lnTo>
                    <a:pt x="0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" name="Freeform 361">
              <a:extLst>
                <a:ext uri="{FF2B5EF4-FFF2-40B4-BE49-F238E27FC236}">
                  <a16:creationId xmlns:a16="http://schemas.microsoft.com/office/drawing/2014/main" id="{ED90CA13-B5A6-494C-B389-CDE126B767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8841" y="5289972"/>
              <a:ext cx="888586" cy="1713706"/>
            </a:xfrm>
            <a:custGeom>
              <a:avLst/>
              <a:gdLst>
                <a:gd name="T0" fmla="*/ 35 w 98"/>
                <a:gd name="T1" fmla="*/ 172 h 189"/>
                <a:gd name="T2" fmla="*/ 37 w 98"/>
                <a:gd name="T3" fmla="*/ 0 h 189"/>
                <a:gd name="T4" fmla="*/ 49 w 98"/>
                <a:gd name="T5" fmla="*/ 5 h 189"/>
                <a:gd name="T6" fmla="*/ 53 w 98"/>
                <a:gd name="T7" fmla="*/ 9 h 189"/>
                <a:gd name="T8" fmla="*/ 60 w 98"/>
                <a:gd name="T9" fmla="*/ 19 h 189"/>
                <a:gd name="T10" fmla="*/ 69 w 98"/>
                <a:gd name="T11" fmla="*/ 22 h 189"/>
                <a:gd name="T12" fmla="*/ 69 w 98"/>
                <a:gd name="T13" fmla="*/ 26 h 189"/>
                <a:gd name="T14" fmla="*/ 61 w 98"/>
                <a:gd name="T15" fmla="*/ 28 h 189"/>
                <a:gd name="T16" fmla="*/ 57 w 98"/>
                <a:gd name="T17" fmla="*/ 31 h 189"/>
                <a:gd name="T18" fmla="*/ 54 w 98"/>
                <a:gd name="T19" fmla="*/ 32 h 189"/>
                <a:gd name="T20" fmla="*/ 53 w 98"/>
                <a:gd name="T21" fmla="*/ 39 h 189"/>
                <a:gd name="T22" fmla="*/ 49 w 98"/>
                <a:gd name="T23" fmla="*/ 44 h 189"/>
                <a:gd name="T24" fmla="*/ 45 w 98"/>
                <a:gd name="T25" fmla="*/ 48 h 189"/>
                <a:gd name="T26" fmla="*/ 45 w 98"/>
                <a:gd name="T27" fmla="*/ 57 h 189"/>
                <a:gd name="T28" fmla="*/ 50 w 98"/>
                <a:gd name="T29" fmla="*/ 64 h 189"/>
                <a:gd name="T30" fmla="*/ 56 w 98"/>
                <a:gd name="T31" fmla="*/ 72 h 189"/>
                <a:gd name="T32" fmla="*/ 65 w 98"/>
                <a:gd name="T33" fmla="*/ 82 h 189"/>
                <a:gd name="T34" fmla="*/ 85 w 98"/>
                <a:gd name="T35" fmla="*/ 100 h 189"/>
                <a:gd name="T36" fmla="*/ 89 w 98"/>
                <a:gd name="T37" fmla="*/ 106 h 189"/>
                <a:gd name="T38" fmla="*/ 92 w 98"/>
                <a:gd name="T39" fmla="*/ 117 h 189"/>
                <a:gd name="T40" fmla="*/ 95 w 98"/>
                <a:gd name="T41" fmla="*/ 126 h 189"/>
                <a:gd name="T42" fmla="*/ 96 w 98"/>
                <a:gd name="T43" fmla="*/ 134 h 189"/>
                <a:gd name="T44" fmla="*/ 96 w 98"/>
                <a:gd name="T45" fmla="*/ 136 h 189"/>
                <a:gd name="T46" fmla="*/ 95 w 98"/>
                <a:gd name="T47" fmla="*/ 142 h 189"/>
                <a:gd name="T48" fmla="*/ 95 w 98"/>
                <a:gd name="T49" fmla="*/ 150 h 189"/>
                <a:gd name="T50" fmla="*/ 87 w 98"/>
                <a:gd name="T51" fmla="*/ 157 h 189"/>
                <a:gd name="T52" fmla="*/ 79 w 98"/>
                <a:gd name="T53" fmla="*/ 164 h 189"/>
                <a:gd name="T54" fmla="*/ 67 w 98"/>
                <a:gd name="T55" fmla="*/ 167 h 189"/>
                <a:gd name="T56" fmla="*/ 65 w 98"/>
                <a:gd name="T57" fmla="*/ 165 h 189"/>
                <a:gd name="T58" fmla="*/ 66 w 98"/>
                <a:gd name="T59" fmla="*/ 169 h 189"/>
                <a:gd name="T60" fmla="*/ 65 w 98"/>
                <a:gd name="T61" fmla="*/ 173 h 189"/>
                <a:gd name="T62" fmla="*/ 61 w 98"/>
                <a:gd name="T63" fmla="*/ 175 h 189"/>
                <a:gd name="T64" fmla="*/ 60 w 98"/>
                <a:gd name="T65" fmla="*/ 178 h 189"/>
                <a:gd name="T66" fmla="*/ 53 w 98"/>
                <a:gd name="T67" fmla="*/ 182 h 189"/>
                <a:gd name="T68" fmla="*/ 45 w 98"/>
                <a:gd name="T69" fmla="*/ 189 h 189"/>
                <a:gd name="T70" fmla="*/ 46 w 98"/>
                <a:gd name="T71" fmla="*/ 186 h 189"/>
                <a:gd name="T72" fmla="*/ 45 w 98"/>
                <a:gd name="T73" fmla="*/ 180 h 189"/>
                <a:gd name="T74" fmla="*/ 49 w 98"/>
                <a:gd name="T75" fmla="*/ 169 h 189"/>
                <a:gd name="T76" fmla="*/ 41 w 98"/>
                <a:gd name="T77" fmla="*/ 169 h 189"/>
                <a:gd name="T78" fmla="*/ 45 w 98"/>
                <a:gd name="T79" fmla="*/ 163 h 189"/>
                <a:gd name="T80" fmla="*/ 58 w 98"/>
                <a:gd name="T81" fmla="*/ 160 h 189"/>
                <a:gd name="T82" fmla="*/ 60 w 98"/>
                <a:gd name="T83" fmla="*/ 155 h 189"/>
                <a:gd name="T84" fmla="*/ 65 w 98"/>
                <a:gd name="T85" fmla="*/ 147 h 189"/>
                <a:gd name="T86" fmla="*/ 75 w 98"/>
                <a:gd name="T87" fmla="*/ 138 h 189"/>
                <a:gd name="T88" fmla="*/ 73 w 98"/>
                <a:gd name="T89" fmla="*/ 121 h 189"/>
                <a:gd name="T90" fmla="*/ 71 w 98"/>
                <a:gd name="T91" fmla="*/ 111 h 189"/>
                <a:gd name="T92" fmla="*/ 71 w 98"/>
                <a:gd name="T93" fmla="*/ 101 h 189"/>
                <a:gd name="T94" fmla="*/ 70 w 98"/>
                <a:gd name="T95" fmla="*/ 94 h 189"/>
                <a:gd name="T96" fmla="*/ 65 w 98"/>
                <a:gd name="T97" fmla="*/ 88 h 189"/>
                <a:gd name="T98" fmla="*/ 58 w 98"/>
                <a:gd name="T99" fmla="*/ 82 h 189"/>
                <a:gd name="T100" fmla="*/ 49 w 98"/>
                <a:gd name="T101" fmla="*/ 72 h 189"/>
                <a:gd name="T102" fmla="*/ 35 w 98"/>
                <a:gd name="T103" fmla="*/ 61 h 189"/>
                <a:gd name="T104" fmla="*/ 29 w 98"/>
                <a:gd name="T105" fmla="*/ 55 h 189"/>
                <a:gd name="T106" fmla="*/ 33 w 98"/>
                <a:gd name="T107" fmla="*/ 48 h 189"/>
                <a:gd name="T108" fmla="*/ 35 w 98"/>
                <a:gd name="T109" fmla="*/ 39 h 189"/>
                <a:gd name="T110" fmla="*/ 25 w 98"/>
                <a:gd name="T111" fmla="*/ 32 h 189"/>
                <a:gd name="T112" fmla="*/ 8 w 98"/>
                <a:gd name="T113" fmla="*/ 25 h 189"/>
                <a:gd name="T114" fmla="*/ 2 w 98"/>
                <a:gd name="T115" fmla="*/ 14 h 189"/>
                <a:gd name="T116" fmla="*/ 4 w 98"/>
                <a:gd name="T117" fmla="*/ 9 h 189"/>
                <a:gd name="T118" fmla="*/ 11 w 98"/>
                <a:gd name="T119" fmla="*/ 11 h 189"/>
                <a:gd name="T120" fmla="*/ 17 w 98"/>
                <a:gd name="T121" fmla="*/ 9 h 189"/>
                <a:gd name="T122" fmla="*/ 27 w 98"/>
                <a:gd name="T123" fmla="*/ 7 h 189"/>
                <a:gd name="T124" fmla="*/ 37 w 98"/>
                <a:gd name="T125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8" h="189">
                  <a:moveTo>
                    <a:pt x="35" y="165"/>
                  </a:moveTo>
                  <a:lnTo>
                    <a:pt x="36" y="167"/>
                  </a:lnTo>
                  <a:lnTo>
                    <a:pt x="37" y="168"/>
                  </a:lnTo>
                  <a:lnTo>
                    <a:pt x="36" y="171"/>
                  </a:lnTo>
                  <a:lnTo>
                    <a:pt x="35" y="172"/>
                  </a:lnTo>
                  <a:lnTo>
                    <a:pt x="33" y="169"/>
                  </a:lnTo>
                  <a:lnTo>
                    <a:pt x="35" y="168"/>
                  </a:lnTo>
                  <a:lnTo>
                    <a:pt x="33" y="167"/>
                  </a:lnTo>
                  <a:lnTo>
                    <a:pt x="35" y="165"/>
                  </a:lnTo>
                  <a:close/>
                  <a:moveTo>
                    <a:pt x="37" y="0"/>
                  </a:moveTo>
                  <a:lnTo>
                    <a:pt x="40" y="1"/>
                  </a:lnTo>
                  <a:lnTo>
                    <a:pt x="40" y="2"/>
                  </a:lnTo>
                  <a:lnTo>
                    <a:pt x="42" y="3"/>
                  </a:lnTo>
                  <a:lnTo>
                    <a:pt x="44" y="5"/>
                  </a:lnTo>
                  <a:lnTo>
                    <a:pt x="49" y="5"/>
                  </a:lnTo>
                  <a:lnTo>
                    <a:pt x="50" y="6"/>
                  </a:lnTo>
                  <a:lnTo>
                    <a:pt x="53" y="5"/>
                  </a:lnTo>
                  <a:lnTo>
                    <a:pt x="56" y="6"/>
                  </a:lnTo>
                  <a:lnTo>
                    <a:pt x="54" y="9"/>
                  </a:lnTo>
                  <a:lnTo>
                    <a:pt x="53" y="9"/>
                  </a:lnTo>
                  <a:lnTo>
                    <a:pt x="52" y="13"/>
                  </a:lnTo>
                  <a:lnTo>
                    <a:pt x="53" y="14"/>
                  </a:lnTo>
                  <a:lnTo>
                    <a:pt x="54" y="17"/>
                  </a:lnTo>
                  <a:lnTo>
                    <a:pt x="58" y="18"/>
                  </a:lnTo>
                  <a:lnTo>
                    <a:pt x="60" y="19"/>
                  </a:lnTo>
                  <a:lnTo>
                    <a:pt x="62" y="21"/>
                  </a:lnTo>
                  <a:lnTo>
                    <a:pt x="64" y="22"/>
                  </a:lnTo>
                  <a:lnTo>
                    <a:pt x="66" y="21"/>
                  </a:lnTo>
                  <a:lnTo>
                    <a:pt x="67" y="22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0" y="25"/>
                  </a:lnTo>
                  <a:lnTo>
                    <a:pt x="69" y="26"/>
                  </a:lnTo>
                  <a:lnTo>
                    <a:pt x="69" y="26"/>
                  </a:lnTo>
                  <a:lnTo>
                    <a:pt x="66" y="27"/>
                  </a:lnTo>
                  <a:lnTo>
                    <a:pt x="65" y="26"/>
                  </a:lnTo>
                  <a:lnTo>
                    <a:pt x="62" y="27"/>
                  </a:lnTo>
                  <a:lnTo>
                    <a:pt x="61" y="28"/>
                  </a:lnTo>
                  <a:lnTo>
                    <a:pt x="62" y="30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0" y="31"/>
                  </a:lnTo>
                  <a:lnTo>
                    <a:pt x="57" y="31"/>
                  </a:lnTo>
                  <a:lnTo>
                    <a:pt x="57" y="32"/>
                  </a:lnTo>
                  <a:lnTo>
                    <a:pt x="56" y="32"/>
                  </a:lnTo>
                  <a:lnTo>
                    <a:pt x="54" y="31"/>
                  </a:lnTo>
                  <a:lnTo>
                    <a:pt x="54" y="31"/>
                  </a:lnTo>
                  <a:lnTo>
                    <a:pt x="54" y="32"/>
                  </a:lnTo>
                  <a:lnTo>
                    <a:pt x="53" y="34"/>
                  </a:lnTo>
                  <a:lnTo>
                    <a:pt x="53" y="35"/>
                  </a:lnTo>
                  <a:lnTo>
                    <a:pt x="53" y="36"/>
                  </a:lnTo>
                  <a:lnTo>
                    <a:pt x="53" y="38"/>
                  </a:lnTo>
                  <a:lnTo>
                    <a:pt x="53" y="39"/>
                  </a:lnTo>
                  <a:lnTo>
                    <a:pt x="54" y="40"/>
                  </a:lnTo>
                  <a:lnTo>
                    <a:pt x="53" y="42"/>
                  </a:lnTo>
                  <a:lnTo>
                    <a:pt x="52" y="42"/>
                  </a:lnTo>
                  <a:lnTo>
                    <a:pt x="50" y="44"/>
                  </a:lnTo>
                  <a:lnTo>
                    <a:pt x="49" y="44"/>
                  </a:lnTo>
                  <a:lnTo>
                    <a:pt x="48" y="43"/>
                  </a:lnTo>
                  <a:lnTo>
                    <a:pt x="48" y="44"/>
                  </a:lnTo>
                  <a:lnTo>
                    <a:pt x="48" y="46"/>
                  </a:lnTo>
                  <a:lnTo>
                    <a:pt x="46" y="47"/>
                  </a:lnTo>
                  <a:lnTo>
                    <a:pt x="45" y="48"/>
                  </a:lnTo>
                  <a:lnTo>
                    <a:pt x="45" y="51"/>
                  </a:lnTo>
                  <a:lnTo>
                    <a:pt x="46" y="51"/>
                  </a:lnTo>
                  <a:lnTo>
                    <a:pt x="48" y="52"/>
                  </a:lnTo>
                  <a:lnTo>
                    <a:pt x="46" y="56"/>
                  </a:lnTo>
                  <a:lnTo>
                    <a:pt x="45" y="57"/>
                  </a:lnTo>
                  <a:lnTo>
                    <a:pt x="48" y="60"/>
                  </a:lnTo>
                  <a:lnTo>
                    <a:pt x="46" y="61"/>
                  </a:lnTo>
                  <a:lnTo>
                    <a:pt x="45" y="61"/>
                  </a:lnTo>
                  <a:lnTo>
                    <a:pt x="46" y="63"/>
                  </a:lnTo>
                  <a:lnTo>
                    <a:pt x="50" y="64"/>
                  </a:lnTo>
                  <a:lnTo>
                    <a:pt x="53" y="67"/>
                  </a:lnTo>
                  <a:lnTo>
                    <a:pt x="54" y="67"/>
                  </a:lnTo>
                  <a:lnTo>
                    <a:pt x="57" y="69"/>
                  </a:lnTo>
                  <a:lnTo>
                    <a:pt x="57" y="71"/>
                  </a:lnTo>
                  <a:lnTo>
                    <a:pt x="56" y="72"/>
                  </a:lnTo>
                  <a:lnTo>
                    <a:pt x="57" y="75"/>
                  </a:lnTo>
                  <a:lnTo>
                    <a:pt x="57" y="76"/>
                  </a:lnTo>
                  <a:lnTo>
                    <a:pt x="62" y="80"/>
                  </a:lnTo>
                  <a:lnTo>
                    <a:pt x="65" y="81"/>
                  </a:lnTo>
                  <a:lnTo>
                    <a:pt x="65" y="82"/>
                  </a:lnTo>
                  <a:lnTo>
                    <a:pt x="71" y="85"/>
                  </a:lnTo>
                  <a:lnTo>
                    <a:pt x="77" y="90"/>
                  </a:lnTo>
                  <a:lnTo>
                    <a:pt x="78" y="92"/>
                  </a:lnTo>
                  <a:lnTo>
                    <a:pt x="83" y="96"/>
                  </a:lnTo>
                  <a:lnTo>
                    <a:pt x="85" y="100"/>
                  </a:lnTo>
                  <a:lnTo>
                    <a:pt x="86" y="101"/>
                  </a:lnTo>
                  <a:lnTo>
                    <a:pt x="86" y="101"/>
                  </a:lnTo>
                  <a:lnTo>
                    <a:pt x="86" y="102"/>
                  </a:lnTo>
                  <a:lnTo>
                    <a:pt x="89" y="105"/>
                  </a:lnTo>
                  <a:lnTo>
                    <a:pt x="89" y="106"/>
                  </a:lnTo>
                  <a:lnTo>
                    <a:pt x="90" y="107"/>
                  </a:lnTo>
                  <a:lnTo>
                    <a:pt x="89" y="109"/>
                  </a:lnTo>
                  <a:lnTo>
                    <a:pt x="91" y="111"/>
                  </a:lnTo>
                  <a:lnTo>
                    <a:pt x="91" y="115"/>
                  </a:lnTo>
                  <a:lnTo>
                    <a:pt x="92" y="117"/>
                  </a:lnTo>
                  <a:lnTo>
                    <a:pt x="94" y="119"/>
                  </a:lnTo>
                  <a:lnTo>
                    <a:pt x="94" y="121"/>
                  </a:lnTo>
                  <a:lnTo>
                    <a:pt x="94" y="123"/>
                  </a:lnTo>
                  <a:lnTo>
                    <a:pt x="94" y="125"/>
                  </a:lnTo>
                  <a:lnTo>
                    <a:pt x="95" y="126"/>
                  </a:lnTo>
                  <a:lnTo>
                    <a:pt x="94" y="127"/>
                  </a:lnTo>
                  <a:lnTo>
                    <a:pt x="95" y="130"/>
                  </a:lnTo>
                  <a:lnTo>
                    <a:pt x="95" y="131"/>
                  </a:lnTo>
                  <a:lnTo>
                    <a:pt x="96" y="131"/>
                  </a:lnTo>
                  <a:lnTo>
                    <a:pt x="96" y="134"/>
                  </a:lnTo>
                  <a:lnTo>
                    <a:pt x="98" y="136"/>
                  </a:lnTo>
                  <a:lnTo>
                    <a:pt x="98" y="138"/>
                  </a:lnTo>
                  <a:lnTo>
                    <a:pt x="98" y="138"/>
                  </a:lnTo>
                  <a:lnTo>
                    <a:pt x="98" y="136"/>
                  </a:lnTo>
                  <a:lnTo>
                    <a:pt x="96" y="136"/>
                  </a:lnTo>
                  <a:lnTo>
                    <a:pt x="95" y="136"/>
                  </a:lnTo>
                  <a:lnTo>
                    <a:pt x="95" y="138"/>
                  </a:lnTo>
                  <a:lnTo>
                    <a:pt x="96" y="139"/>
                  </a:lnTo>
                  <a:lnTo>
                    <a:pt x="96" y="140"/>
                  </a:lnTo>
                  <a:lnTo>
                    <a:pt x="95" y="142"/>
                  </a:lnTo>
                  <a:lnTo>
                    <a:pt x="95" y="143"/>
                  </a:lnTo>
                  <a:lnTo>
                    <a:pt x="94" y="144"/>
                  </a:lnTo>
                  <a:lnTo>
                    <a:pt x="95" y="147"/>
                  </a:lnTo>
                  <a:lnTo>
                    <a:pt x="94" y="148"/>
                  </a:lnTo>
                  <a:lnTo>
                    <a:pt x="95" y="150"/>
                  </a:lnTo>
                  <a:lnTo>
                    <a:pt x="94" y="151"/>
                  </a:lnTo>
                  <a:lnTo>
                    <a:pt x="92" y="152"/>
                  </a:lnTo>
                  <a:lnTo>
                    <a:pt x="91" y="155"/>
                  </a:lnTo>
                  <a:lnTo>
                    <a:pt x="90" y="155"/>
                  </a:lnTo>
                  <a:lnTo>
                    <a:pt x="87" y="157"/>
                  </a:lnTo>
                  <a:lnTo>
                    <a:pt x="86" y="159"/>
                  </a:lnTo>
                  <a:lnTo>
                    <a:pt x="83" y="160"/>
                  </a:lnTo>
                  <a:lnTo>
                    <a:pt x="83" y="163"/>
                  </a:lnTo>
                  <a:lnTo>
                    <a:pt x="81" y="163"/>
                  </a:lnTo>
                  <a:lnTo>
                    <a:pt x="79" y="164"/>
                  </a:lnTo>
                  <a:lnTo>
                    <a:pt x="74" y="167"/>
                  </a:lnTo>
                  <a:lnTo>
                    <a:pt x="71" y="167"/>
                  </a:lnTo>
                  <a:lnTo>
                    <a:pt x="70" y="167"/>
                  </a:lnTo>
                  <a:lnTo>
                    <a:pt x="67" y="167"/>
                  </a:lnTo>
                  <a:lnTo>
                    <a:pt x="67" y="167"/>
                  </a:lnTo>
                  <a:lnTo>
                    <a:pt x="67" y="165"/>
                  </a:lnTo>
                  <a:lnTo>
                    <a:pt x="67" y="164"/>
                  </a:lnTo>
                  <a:lnTo>
                    <a:pt x="67" y="165"/>
                  </a:lnTo>
                  <a:lnTo>
                    <a:pt x="66" y="165"/>
                  </a:lnTo>
                  <a:lnTo>
                    <a:pt x="65" y="165"/>
                  </a:lnTo>
                  <a:lnTo>
                    <a:pt x="66" y="167"/>
                  </a:lnTo>
                  <a:lnTo>
                    <a:pt x="66" y="167"/>
                  </a:lnTo>
                  <a:lnTo>
                    <a:pt x="65" y="168"/>
                  </a:lnTo>
                  <a:lnTo>
                    <a:pt x="64" y="168"/>
                  </a:lnTo>
                  <a:lnTo>
                    <a:pt x="66" y="169"/>
                  </a:lnTo>
                  <a:lnTo>
                    <a:pt x="66" y="169"/>
                  </a:lnTo>
                  <a:lnTo>
                    <a:pt x="67" y="172"/>
                  </a:lnTo>
                  <a:lnTo>
                    <a:pt x="65" y="173"/>
                  </a:lnTo>
                  <a:lnTo>
                    <a:pt x="62" y="171"/>
                  </a:lnTo>
                  <a:lnTo>
                    <a:pt x="65" y="173"/>
                  </a:lnTo>
                  <a:lnTo>
                    <a:pt x="65" y="175"/>
                  </a:lnTo>
                  <a:lnTo>
                    <a:pt x="64" y="176"/>
                  </a:lnTo>
                  <a:lnTo>
                    <a:pt x="62" y="175"/>
                  </a:lnTo>
                  <a:lnTo>
                    <a:pt x="62" y="173"/>
                  </a:lnTo>
                  <a:lnTo>
                    <a:pt x="61" y="175"/>
                  </a:lnTo>
                  <a:lnTo>
                    <a:pt x="61" y="176"/>
                  </a:lnTo>
                  <a:lnTo>
                    <a:pt x="61" y="176"/>
                  </a:lnTo>
                  <a:lnTo>
                    <a:pt x="61" y="177"/>
                  </a:lnTo>
                  <a:lnTo>
                    <a:pt x="61" y="177"/>
                  </a:lnTo>
                  <a:lnTo>
                    <a:pt x="60" y="178"/>
                  </a:lnTo>
                  <a:lnTo>
                    <a:pt x="58" y="178"/>
                  </a:lnTo>
                  <a:lnTo>
                    <a:pt x="56" y="181"/>
                  </a:lnTo>
                  <a:lnTo>
                    <a:pt x="56" y="181"/>
                  </a:lnTo>
                  <a:lnTo>
                    <a:pt x="54" y="181"/>
                  </a:lnTo>
                  <a:lnTo>
                    <a:pt x="53" y="182"/>
                  </a:lnTo>
                  <a:lnTo>
                    <a:pt x="53" y="185"/>
                  </a:lnTo>
                  <a:lnTo>
                    <a:pt x="52" y="186"/>
                  </a:lnTo>
                  <a:lnTo>
                    <a:pt x="50" y="186"/>
                  </a:lnTo>
                  <a:lnTo>
                    <a:pt x="50" y="186"/>
                  </a:lnTo>
                  <a:lnTo>
                    <a:pt x="45" y="189"/>
                  </a:lnTo>
                  <a:lnTo>
                    <a:pt x="42" y="189"/>
                  </a:lnTo>
                  <a:lnTo>
                    <a:pt x="45" y="188"/>
                  </a:lnTo>
                  <a:lnTo>
                    <a:pt x="46" y="186"/>
                  </a:lnTo>
                  <a:lnTo>
                    <a:pt x="48" y="185"/>
                  </a:lnTo>
                  <a:lnTo>
                    <a:pt x="46" y="186"/>
                  </a:lnTo>
                  <a:lnTo>
                    <a:pt x="45" y="185"/>
                  </a:lnTo>
                  <a:lnTo>
                    <a:pt x="45" y="181"/>
                  </a:lnTo>
                  <a:lnTo>
                    <a:pt x="45" y="181"/>
                  </a:lnTo>
                  <a:lnTo>
                    <a:pt x="45" y="181"/>
                  </a:lnTo>
                  <a:lnTo>
                    <a:pt x="45" y="180"/>
                  </a:lnTo>
                  <a:lnTo>
                    <a:pt x="45" y="176"/>
                  </a:lnTo>
                  <a:lnTo>
                    <a:pt x="46" y="173"/>
                  </a:lnTo>
                  <a:lnTo>
                    <a:pt x="50" y="171"/>
                  </a:lnTo>
                  <a:lnTo>
                    <a:pt x="52" y="169"/>
                  </a:lnTo>
                  <a:lnTo>
                    <a:pt x="49" y="169"/>
                  </a:lnTo>
                  <a:lnTo>
                    <a:pt x="48" y="169"/>
                  </a:lnTo>
                  <a:lnTo>
                    <a:pt x="45" y="169"/>
                  </a:lnTo>
                  <a:lnTo>
                    <a:pt x="44" y="169"/>
                  </a:lnTo>
                  <a:lnTo>
                    <a:pt x="42" y="169"/>
                  </a:lnTo>
                  <a:lnTo>
                    <a:pt x="41" y="169"/>
                  </a:lnTo>
                  <a:lnTo>
                    <a:pt x="41" y="168"/>
                  </a:lnTo>
                  <a:lnTo>
                    <a:pt x="41" y="167"/>
                  </a:lnTo>
                  <a:lnTo>
                    <a:pt x="41" y="167"/>
                  </a:lnTo>
                  <a:lnTo>
                    <a:pt x="42" y="163"/>
                  </a:lnTo>
                  <a:lnTo>
                    <a:pt x="45" y="163"/>
                  </a:lnTo>
                  <a:lnTo>
                    <a:pt x="46" y="160"/>
                  </a:lnTo>
                  <a:lnTo>
                    <a:pt x="49" y="159"/>
                  </a:lnTo>
                  <a:lnTo>
                    <a:pt x="50" y="160"/>
                  </a:lnTo>
                  <a:lnTo>
                    <a:pt x="56" y="159"/>
                  </a:lnTo>
                  <a:lnTo>
                    <a:pt x="58" y="160"/>
                  </a:lnTo>
                  <a:lnTo>
                    <a:pt x="58" y="161"/>
                  </a:lnTo>
                  <a:lnTo>
                    <a:pt x="62" y="161"/>
                  </a:lnTo>
                  <a:lnTo>
                    <a:pt x="61" y="159"/>
                  </a:lnTo>
                  <a:lnTo>
                    <a:pt x="62" y="157"/>
                  </a:lnTo>
                  <a:lnTo>
                    <a:pt x="60" y="155"/>
                  </a:lnTo>
                  <a:lnTo>
                    <a:pt x="57" y="155"/>
                  </a:lnTo>
                  <a:lnTo>
                    <a:pt x="57" y="151"/>
                  </a:lnTo>
                  <a:lnTo>
                    <a:pt x="60" y="148"/>
                  </a:lnTo>
                  <a:lnTo>
                    <a:pt x="64" y="148"/>
                  </a:lnTo>
                  <a:lnTo>
                    <a:pt x="65" y="147"/>
                  </a:lnTo>
                  <a:lnTo>
                    <a:pt x="67" y="144"/>
                  </a:lnTo>
                  <a:lnTo>
                    <a:pt x="71" y="143"/>
                  </a:lnTo>
                  <a:lnTo>
                    <a:pt x="71" y="142"/>
                  </a:lnTo>
                  <a:lnTo>
                    <a:pt x="74" y="142"/>
                  </a:lnTo>
                  <a:lnTo>
                    <a:pt x="75" y="138"/>
                  </a:lnTo>
                  <a:lnTo>
                    <a:pt x="75" y="135"/>
                  </a:lnTo>
                  <a:lnTo>
                    <a:pt x="75" y="131"/>
                  </a:lnTo>
                  <a:lnTo>
                    <a:pt x="74" y="130"/>
                  </a:lnTo>
                  <a:lnTo>
                    <a:pt x="75" y="126"/>
                  </a:lnTo>
                  <a:lnTo>
                    <a:pt x="73" y="121"/>
                  </a:lnTo>
                  <a:lnTo>
                    <a:pt x="71" y="119"/>
                  </a:lnTo>
                  <a:lnTo>
                    <a:pt x="70" y="117"/>
                  </a:lnTo>
                  <a:lnTo>
                    <a:pt x="70" y="117"/>
                  </a:lnTo>
                  <a:lnTo>
                    <a:pt x="73" y="115"/>
                  </a:lnTo>
                  <a:lnTo>
                    <a:pt x="71" y="111"/>
                  </a:lnTo>
                  <a:lnTo>
                    <a:pt x="71" y="110"/>
                  </a:lnTo>
                  <a:lnTo>
                    <a:pt x="70" y="106"/>
                  </a:lnTo>
                  <a:lnTo>
                    <a:pt x="74" y="103"/>
                  </a:lnTo>
                  <a:lnTo>
                    <a:pt x="74" y="101"/>
                  </a:lnTo>
                  <a:lnTo>
                    <a:pt x="71" y="101"/>
                  </a:lnTo>
                  <a:lnTo>
                    <a:pt x="71" y="100"/>
                  </a:lnTo>
                  <a:lnTo>
                    <a:pt x="71" y="97"/>
                  </a:lnTo>
                  <a:lnTo>
                    <a:pt x="73" y="94"/>
                  </a:lnTo>
                  <a:lnTo>
                    <a:pt x="73" y="93"/>
                  </a:lnTo>
                  <a:lnTo>
                    <a:pt x="70" y="94"/>
                  </a:lnTo>
                  <a:lnTo>
                    <a:pt x="69" y="93"/>
                  </a:lnTo>
                  <a:lnTo>
                    <a:pt x="67" y="92"/>
                  </a:lnTo>
                  <a:lnTo>
                    <a:pt x="65" y="92"/>
                  </a:lnTo>
                  <a:lnTo>
                    <a:pt x="64" y="90"/>
                  </a:lnTo>
                  <a:lnTo>
                    <a:pt x="65" y="88"/>
                  </a:lnTo>
                  <a:lnTo>
                    <a:pt x="62" y="88"/>
                  </a:lnTo>
                  <a:lnTo>
                    <a:pt x="61" y="88"/>
                  </a:lnTo>
                  <a:lnTo>
                    <a:pt x="60" y="86"/>
                  </a:lnTo>
                  <a:lnTo>
                    <a:pt x="60" y="84"/>
                  </a:lnTo>
                  <a:lnTo>
                    <a:pt x="58" y="82"/>
                  </a:lnTo>
                  <a:lnTo>
                    <a:pt x="56" y="82"/>
                  </a:lnTo>
                  <a:lnTo>
                    <a:pt x="54" y="81"/>
                  </a:lnTo>
                  <a:lnTo>
                    <a:pt x="53" y="78"/>
                  </a:lnTo>
                  <a:lnTo>
                    <a:pt x="49" y="75"/>
                  </a:lnTo>
                  <a:lnTo>
                    <a:pt x="49" y="72"/>
                  </a:lnTo>
                  <a:lnTo>
                    <a:pt x="46" y="69"/>
                  </a:lnTo>
                  <a:lnTo>
                    <a:pt x="44" y="68"/>
                  </a:lnTo>
                  <a:lnTo>
                    <a:pt x="41" y="64"/>
                  </a:lnTo>
                  <a:lnTo>
                    <a:pt x="39" y="63"/>
                  </a:lnTo>
                  <a:lnTo>
                    <a:pt x="35" y="61"/>
                  </a:lnTo>
                  <a:lnTo>
                    <a:pt x="31" y="61"/>
                  </a:lnTo>
                  <a:lnTo>
                    <a:pt x="29" y="57"/>
                  </a:lnTo>
                  <a:lnTo>
                    <a:pt x="28" y="57"/>
                  </a:lnTo>
                  <a:lnTo>
                    <a:pt x="27" y="56"/>
                  </a:lnTo>
                  <a:lnTo>
                    <a:pt x="29" y="55"/>
                  </a:lnTo>
                  <a:lnTo>
                    <a:pt x="27" y="52"/>
                  </a:lnTo>
                  <a:lnTo>
                    <a:pt x="25" y="50"/>
                  </a:lnTo>
                  <a:lnTo>
                    <a:pt x="28" y="50"/>
                  </a:lnTo>
                  <a:lnTo>
                    <a:pt x="31" y="48"/>
                  </a:lnTo>
                  <a:lnTo>
                    <a:pt x="33" y="48"/>
                  </a:lnTo>
                  <a:lnTo>
                    <a:pt x="35" y="47"/>
                  </a:lnTo>
                  <a:lnTo>
                    <a:pt x="36" y="42"/>
                  </a:lnTo>
                  <a:lnTo>
                    <a:pt x="37" y="42"/>
                  </a:lnTo>
                  <a:lnTo>
                    <a:pt x="37" y="40"/>
                  </a:lnTo>
                  <a:lnTo>
                    <a:pt x="35" y="39"/>
                  </a:lnTo>
                  <a:lnTo>
                    <a:pt x="35" y="38"/>
                  </a:lnTo>
                  <a:lnTo>
                    <a:pt x="35" y="35"/>
                  </a:lnTo>
                  <a:lnTo>
                    <a:pt x="31" y="34"/>
                  </a:lnTo>
                  <a:lnTo>
                    <a:pt x="29" y="32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5" y="32"/>
                  </a:lnTo>
                  <a:lnTo>
                    <a:pt x="13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0" y="21"/>
                  </a:lnTo>
                  <a:lnTo>
                    <a:pt x="7" y="18"/>
                  </a:lnTo>
                  <a:lnTo>
                    <a:pt x="6" y="15"/>
                  </a:lnTo>
                  <a:lnTo>
                    <a:pt x="2" y="14"/>
                  </a:lnTo>
                  <a:lnTo>
                    <a:pt x="0" y="13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3" y="10"/>
                  </a:lnTo>
                  <a:lnTo>
                    <a:pt x="4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10" y="11"/>
                  </a:lnTo>
                  <a:lnTo>
                    <a:pt x="11" y="11"/>
                  </a:lnTo>
                  <a:lnTo>
                    <a:pt x="11" y="9"/>
                  </a:lnTo>
                  <a:lnTo>
                    <a:pt x="12" y="7"/>
                  </a:lnTo>
                  <a:lnTo>
                    <a:pt x="15" y="10"/>
                  </a:lnTo>
                  <a:lnTo>
                    <a:pt x="16" y="7"/>
                  </a:lnTo>
                  <a:lnTo>
                    <a:pt x="17" y="9"/>
                  </a:lnTo>
                  <a:lnTo>
                    <a:pt x="19" y="10"/>
                  </a:lnTo>
                  <a:lnTo>
                    <a:pt x="21" y="9"/>
                  </a:lnTo>
                  <a:lnTo>
                    <a:pt x="21" y="7"/>
                  </a:lnTo>
                  <a:lnTo>
                    <a:pt x="24" y="6"/>
                  </a:lnTo>
                  <a:lnTo>
                    <a:pt x="27" y="7"/>
                  </a:lnTo>
                  <a:lnTo>
                    <a:pt x="31" y="6"/>
                  </a:lnTo>
                  <a:lnTo>
                    <a:pt x="31" y="2"/>
                  </a:lnTo>
                  <a:lnTo>
                    <a:pt x="33" y="1"/>
                  </a:lnTo>
                  <a:lnTo>
                    <a:pt x="36" y="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9" name="Freeform 362">
              <a:extLst>
                <a:ext uri="{FF2B5EF4-FFF2-40B4-BE49-F238E27FC236}">
                  <a16:creationId xmlns:a16="http://schemas.microsoft.com/office/drawing/2014/main" id="{EFE3E9D7-506F-4E29-A827-8089D97E75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712" y="6314568"/>
              <a:ext cx="562167" cy="489631"/>
            </a:xfrm>
            <a:custGeom>
              <a:avLst/>
              <a:gdLst>
                <a:gd name="T0" fmla="*/ 51 w 62"/>
                <a:gd name="T1" fmla="*/ 1 h 54"/>
                <a:gd name="T2" fmla="*/ 54 w 62"/>
                <a:gd name="T3" fmla="*/ 4 h 54"/>
                <a:gd name="T4" fmla="*/ 58 w 62"/>
                <a:gd name="T5" fmla="*/ 6 h 54"/>
                <a:gd name="T6" fmla="*/ 62 w 62"/>
                <a:gd name="T7" fmla="*/ 13 h 54"/>
                <a:gd name="T8" fmla="*/ 62 w 62"/>
                <a:gd name="T9" fmla="*/ 18 h 54"/>
                <a:gd name="T10" fmla="*/ 62 w 62"/>
                <a:gd name="T11" fmla="*/ 25 h 54"/>
                <a:gd name="T12" fmla="*/ 58 w 62"/>
                <a:gd name="T13" fmla="*/ 29 h 54"/>
                <a:gd name="T14" fmla="*/ 54 w 62"/>
                <a:gd name="T15" fmla="*/ 31 h 54"/>
                <a:gd name="T16" fmla="*/ 51 w 62"/>
                <a:gd name="T17" fmla="*/ 35 h 54"/>
                <a:gd name="T18" fmla="*/ 44 w 62"/>
                <a:gd name="T19" fmla="*/ 38 h 54"/>
                <a:gd name="T20" fmla="*/ 47 w 62"/>
                <a:gd name="T21" fmla="*/ 42 h 54"/>
                <a:gd name="T22" fmla="*/ 48 w 62"/>
                <a:gd name="T23" fmla="*/ 46 h 54"/>
                <a:gd name="T24" fmla="*/ 45 w 62"/>
                <a:gd name="T25" fmla="*/ 48 h 54"/>
                <a:gd name="T26" fmla="*/ 43 w 62"/>
                <a:gd name="T27" fmla="*/ 46 h 54"/>
                <a:gd name="T28" fmla="*/ 36 w 62"/>
                <a:gd name="T29" fmla="*/ 46 h 54"/>
                <a:gd name="T30" fmla="*/ 32 w 62"/>
                <a:gd name="T31" fmla="*/ 50 h 54"/>
                <a:gd name="T32" fmla="*/ 28 w 62"/>
                <a:gd name="T33" fmla="*/ 54 h 54"/>
                <a:gd name="T34" fmla="*/ 24 w 62"/>
                <a:gd name="T35" fmla="*/ 52 h 54"/>
                <a:gd name="T36" fmla="*/ 22 w 62"/>
                <a:gd name="T37" fmla="*/ 50 h 54"/>
                <a:gd name="T38" fmla="*/ 19 w 62"/>
                <a:gd name="T39" fmla="*/ 52 h 54"/>
                <a:gd name="T40" fmla="*/ 18 w 62"/>
                <a:gd name="T41" fmla="*/ 51 h 54"/>
                <a:gd name="T42" fmla="*/ 18 w 62"/>
                <a:gd name="T43" fmla="*/ 48 h 54"/>
                <a:gd name="T44" fmla="*/ 18 w 62"/>
                <a:gd name="T45" fmla="*/ 46 h 54"/>
                <a:gd name="T46" fmla="*/ 16 w 62"/>
                <a:gd name="T47" fmla="*/ 44 h 54"/>
                <a:gd name="T48" fmla="*/ 15 w 62"/>
                <a:gd name="T49" fmla="*/ 48 h 54"/>
                <a:gd name="T50" fmla="*/ 11 w 62"/>
                <a:gd name="T51" fmla="*/ 48 h 54"/>
                <a:gd name="T52" fmla="*/ 11 w 62"/>
                <a:gd name="T53" fmla="*/ 44 h 54"/>
                <a:gd name="T54" fmla="*/ 10 w 62"/>
                <a:gd name="T55" fmla="*/ 42 h 54"/>
                <a:gd name="T56" fmla="*/ 7 w 62"/>
                <a:gd name="T57" fmla="*/ 39 h 54"/>
                <a:gd name="T58" fmla="*/ 6 w 62"/>
                <a:gd name="T59" fmla="*/ 35 h 54"/>
                <a:gd name="T60" fmla="*/ 4 w 62"/>
                <a:gd name="T61" fmla="*/ 31 h 54"/>
                <a:gd name="T62" fmla="*/ 4 w 62"/>
                <a:gd name="T63" fmla="*/ 30 h 54"/>
                <a:gd name="T64" fmla="*/ 3 w 62"/>
                <a:gd name="T65" fmla="*/ 23 h 54"/>
                <a:gd name="T66" fmla="*/ 0 w 62"/>
                <a:gd name="T67" fmla="*/ 17 h 54"/>
                <a:gd name="T68" fmla="*/ 2 w 62"/>
                <a:gd name="T69" fmla="*/ 10 h 54"/>
                <a:gd name="T70" fmla="*/ 6 w 62"/>
                <a:gd name="T71" fmla="*/ 2 h 54"/>
                <a:gd name="T72" fmla="*/ 14 w 62"/>
                <a:gd name="T73" fmla="*/ 1 h 54"/>
                <a:gd name="T74" fmla="*/ 18 w 62"/>
                <a:gd name="T75" fmla="*/ 2 h 54"/>
                <a:gd name="T76" fmla="*/ 24 w 62"/>
                <a:gd name="T77" fmla="*/ 1 h 54"/>
                <a:gd name="T78" fmla="*/ 29 w 62"/>
                <a:gd name="T79" fmla="*/ 1 h 54"/>
                <a:gd name="T80" fmla="*/ 33 w 62"/>
                <a:gd name="T81" fmla="*/ 2 h 54"/>
                <a:gd name="T82" fmla="*/ 37 w 62"/>
                <a:gd name="T83" fmla="*/ 6 h 54"/>
                <a:gd name="T84" fmla="*/ 43 w 62"/>
                <a:gd name="T85" fmla="*/ 9 h 54"/>
                <a:gd name="T86" fmla="*/ 47 w 62"/>
                <a:gd name="T87" fmla="*/ 9 h 54"/>
                <a:gd name="T88" fmla="*/ 47 w 62"/>
                <a:gd name="T89" fmla="*/ 5 h 54"/>
                <a:gd name="T90" fmla="*/ 45 w 62"/>
                <a:gd name="T9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2" h="54">
                  <a:moveTo>
                    <a:pt x="49" y="0"/>
                  </a:moveTo>
                  <a:lnTo>
                    <a:pt x="51" y="1"/>
                  </a:lnTo>
                  <a:lnTo>
                    <a:pt x="52" y="2"/>
                  </a:lnTo>
                  <a:lnTo>
                    <a:pt x="54" y="4"/>
                  </a:lnTo>
                  <a:lnTo>
                    <a:pt x="57" y="4"/>
                  </a:lnTo>
                  <a:lnTo>
                    <a:pt x="58" y="6"/>
                  </a:lnTo>
                  <a:lnTo>
                    <a:pt x="60" y="8"/>
                  </a:lnTo>
                  <a:lnTo>
                    <a:pt x="62" y="13"/>
                  </a:lnTo>
                  <a:lnTo>
                    <a:pt x="61" y="17"/>
                  </a:lnTo>
                  <a:lnTo>
                    <a:pt x="62" y="18"/>
                  </a:lnTo>
                  <a:lnTo>
                    <a:pt x="62" y="22"/>
                  </a:lnTo>
                  <a:lnTo>
                    <a:pt x="62" y="25"/>
                  </a:lnTo>
                  <a:lnTo>
                    <a:pt x="61" y="29"/>
                  </a:lnTo>
                  <a:lnTo>
                    <a:pt x="58" y="29"/>
                  </a:lnTo>
                  <a:lnTo>
                    <a:pt x="58" y="30"/>
                  </a:lnTo>
                  <a:lnTo>
                    <a:pt x="54" y="31"/>
                  </a:lnTo>
                  <a:lnTo>
                    <a:pt x="52" y="34"/>
                  </a:lnTo>
                  <a:lnTo>
                    <a:pt x="51" y="35"/>
                  </a:lnTo>
                  <a:lnTo>
                    <a:pt x="47" y="35"/>
                  </a:lnTo>
                  <a:lnTo>
                    <a:pt x="44" y="38"/>
                  </a:lnTo>
                  <a:lnTo>
                    <a:pt x="44" y="42"/>
                  </a:lnTo>
                  <a:lnTo>
                    <a:pt x="47" y="42"/>
                  </a:lnTo>
                  <a:lnTo>
                    <a:pt x="49" y="44"/>
                  </a:lnTo>
                  <a:lnTo>
                    <a:pt x="48" y="46"/>
                  </a:lnTo>
                  <a:lnTo>
                    <a:pt x="49" y="48"/>
                  </a:lnTo>
                  <a:lnTo>
                    <a:pt x="45" y="48"/>
                  </a:lnTo>
                  <a:lnTo>
                    <a:pt x="45" y="47"/>
                  </a:lnTo>
                  <a:lnTo>
                    <a:pt x="43" y="46"/>
                  </a:lnTo>
                  <a:lnTo>
                    <a:pt x="37" y="47"/>
                  </a:lnTo>
                  <a:lnTo>
                    <a:pt x="36" y="46"/>
                  </a:lnTo>
                  <a:lnTo>
                    <a:pt x="33" y="47"/>
                  </a:lnTo>
                  <a:lnTo>
                    <a:pt x="32" y="50"/>
                  </a:lnTo>
                  <a:lnTo>
                    <a:pt x="29" y="50"/>
                  </a:lnTo>
                  <a:lnTo>
                    <a:pt x="28" y="54"/>
                  </a:lnTo>
                  <a:lnTo>
                    <a:pt x="26" y="51"/>
                  </a:lnTo>
                  <a:lnTo>
                    <a:pt x="24" y="52"/>
                  </a:lnTo>
                  <a:lnTo>
                    <a:pt x="23" y="51"/>
                  </a:lnTo>
                  <a:lnTo>
                    <a:pt x="22" y="50"/>
                  </a:lnTo>
                  <a:lnTo>
                    <a:pt x="20" y="51"/>
                  </a:lnTo>
                  <a:lnTo>
                    <a:pt x="19" y="52"/>
                  </a:lnTo>
                  <a:lnTo>
                    <a:pt x="18" y="52"/>
                  </a:lnTo>
                  <a:lnTo>
                    <a:pt x="18" y="51"/>
                  </a:lnTo>
                  <a:lnTo>
                    <a:pt x="16" y="51"/>
                  </a:lnTo>
                  <a:lnTo>
                    <a:pt x="18" y="48"/>
                  </a:lnTo>
                  <a:lnTo>
                    <a:pt x="18" y="47"/>
                  </a:lnTo>
                  <a:lnTo>
                    <a:pt x="18" y="46"/>
                  </a:lnTo>
                  <a:lnTo>
                    <a:pt x="18" y="44"/>
                  </a:lnTo>
                  <a:lnTo>
                    <a:pt x="16" y="44"/>
                  </a:lnTo>
                  <a:lnTo>
                    <a:pt x="15" y="46"/>
                  </a:lnTo>
                  <a:lnTo>
                    <a:pt x="15" y="48"/>
                  </a:lnTo>
                  <a:lnTo>
                    <a:pt x="14" y="48"/>
                  </a:lnTo>
                  <a:lnTo>
                    <a:pt x="11" y="48"/>
                  </a:lnTo>
                  <a:lnTo>
                    <a:pt x="11" y="46"/>
                  </a:lnTo>
                  <a:lnTo>
                    <a:pt x="11" y="44"/>
                  </a:lnTo>
                  <a:lnTo>
                    <a:pt x="11" y="43"/>
                  </a:lnTo>
                  <a:lnTo>
                    <a:pt x="10" y="42"/>
                  </a:lnTo>
                  <a:lnTo>
                    <a:pt x="8" y="42"/>
                  </a:lnTo>
                  <a:lnTo>
                    <a:pt x="7" y="39"/>
                  </a:lnTo>
                  <a:lnTo>
                    <a:pt x="7" y="37"/>
                  </a:lnTo>
                  <a:lnTo>
                    <a:pt x="6" y="35"/>
                  </a:lnTo>
                  <a:lnTo>
                    <a:pt x="6" y="34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0"/>
                  </a:lnTo>
                  <a:lnTo>
                    <a:pt x="4" y="25"/>
                  </a:lnTo>
                  <a:lnTo>
                    <a:pt x="3" y="23"/>
                  </a:lnTo>
                  <a:lnTo>
                    <a:pt x="2" y="22"/>
                  </a:lnTo>
                  <a:lnTo>
                    <a:pt x="0" y="17"/>
                  </a:lnTo>
                  <a:lnTo>
                    <a:pt x="0" y="13"/>
                  </a:lnTo>
                  <a:lnTo>
                    <a:pt x="2" y="10"/>
                  </a:lnTo>
                  <a:lnTo>
                    <a:pt x="3" y="6"/>
                  </a:lnTo>
                  <a:lnTo>
                    <a:pt x="6" y="2"/>
                  </a:lnTo>
                  <a:lnTo>
                    <a:pt x="8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2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7" y="2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3" y="2"/>
                  </a:lnTo>
                  <a:lnTo>
                    <a:pt x="36" y="4"/>
                  </a:lnTo>
                  <a:lnTo>
                    <a:pt x="37" y="6"/>
                  </a:lnTo>
                  <a:lnTo>
                    <a:pt x="40" y="6"/>
                  </a:lnTo>
                  <a:lnTo>
                    <a:pt x="43" y="9"/>
                  </a:lnTo>
                  <a:lnTo>
                    <a:pt x="47" y="10"/>
                  </a:lnTo>
                  <a:lnTo>
                    <a:pt x="47" y="9"/>
                  </a:lnTo>
                  <a:lnTo>
                    <a:pt x="45" y="6"/>
                  </a:lnTo>
                  <a:lnTo>
                    <a:pt x="47" y="5"/>
                  </a:lnTo>
                  <a:lnTo>
                    <a:pt x="44" y="2"/>
                  </a:lnTo>
                  <a:lnTo>
                    <a:pt x="45" y="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" name="Freeform 363">
              <a:extLst>
                <a:ext uri="{FF2B5EF4-FFF2-40B4-BE49-F238E27FC236}">
                  <a16:creationId xmlns:a16="http://schemas.microsoft.com/office/drawing/2014/main" id="{5E8F6162-99BB-4E41-9327-BBEFF11C6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9364" y="5407848"/>
              <a:ext cx="870451" cy="997394"/>
            </a:xfrm>
            <a:custGeom>
              <a:avLst/>
              <a:gdLst>
                <a:gd name="T0" fmla="*/ 28 w 96"/>
                <a:gd name="T1" fmla="*/ 2 h 110"/>
                <a:gd name="T2" fmla="*/ 32 w 96"/>
                <a:gd name="T3" fmla="*/ 10 h 110"/>
                <a:gd name="T4" fmla="*/ 37 w 96"/>
                <a:gd name="T5" fmla="*/ 19 h 110"/>
                <a:gd name="T6" fmla="*/ 47 w 96"/>
                <a:gd name="T7" fmla="*/ 19 h 110"/>
                <a:gd name="T8" fmla="*/ 57 w 96"/>
                <a:gd name="T9" fmla="*/ 22 h 110"/>
                <a:gd name="T10" fmla="*/ 59 w 96"/>
                <a:gd name="T11" fmla="*/ 27 h 110"/>
                <a:gd name="T12" fmla="*/ 57 w 96"/>
                <a:gd name="T13" fmla="*/ 34 h 110"/>
                <a:gd name="T14" fmla="*/ 50 w 96"/>
                <a:gd name="T15" fmla="*/ 37 h 110"/>
                <a:gd name="T16" fmla="*/ 51 w 96"/>
                <a:gd name="T17" fmla="*/ 42 h 110"/>
                <a:gd name="T18" fmla="*/ 51 w 96"/>
                <a:gd name="T19" fmla="*/ 44 h 110"/>
                <a:gd name="T20" fmla="*/ 61 w 96"/>
                <a:gd name="T21" fmla="*/ 50 h 110"/>
                <a:gd name="T22" fmla="*/ 68 w 96"/>
                <a:gd name="T23" fmla="*/ 56 h 110"/>
                <a:gd name="T24" fmla="*/ 75 w 96"/>
                <a:gd name="T25" fmla="*/ 65 h 110"/>
                <a:gd name="T26" fmla="*/ 80 w 96"/>
                <a:gd name="T27" fmla="*/ 69 h 110"/>
                <a:gd name="T28" fmla="*/ 83 w 96"/>
                <a:gd name="T29" fmla="*/ 75 h 110"/>
                <a:gd name="T30" fmla="*/ 86 w 96"/>
                <a:gd name="T31" fmla="*/ 77 h 110"/>
                <a:gd name="T32" fmla="*/ 91 w 96"/>
                <a:gd name="T33" fmla="*/ 80 h 110"/>
                <a:gd name="T34" fmla="*/ 95 w 96"/>
                <a:gd name="T35" fmla="*/ 81 h 110"/>
                <a:gd name="T36" fmla="*/ 93 w 96"/>
                <a:gd name="T37" fmla="*/ 88 h 110"/>
                <a:gd name="T38" fmla="*/ 92 w 96"/>
                <a:gd name="T39" fmla="*/ 93 h 110"/>
                <a:gd name="T40" fmla="*/ 95 w 96"/>
                <a:gd name="T41" fmla="*/ 102 h 110"/>
                <a:gd name="T42" fmla="*/ 87 w 96"/>
                <a:gd name="T43" fmla="*/ 102 h 110"/>
                <a:gd name="T44" fmla="*/ 80 w 96"/>
                <a:gd name="T45" fmla="*/ 100 h 110"/>
                <a:gd name="T46" fmla="*/ 80 w 96"/>
                <a:gd name="T47" fmla="*/ 106 h 110"/>
                <a:gd name="T48" fmla="*/ 78 w 96"/>
                <a:gd name="T49" fmla="*/ 109 h 110"/>
                <a:gd name="T50" fmla="*/ 71 w 96"/>
                <a:gd name="T51" fmla="*/ 104 h 110"/>
                <a:gd name="T52" fmla="*/ 71 w 96"/>
                <a:gd name="T53" fmla="*/ 100 h 110"/>
                <a:gd name="T54" fmla="*/ 71 w 96"/>
                <a:gd name="T55" fmla="*/ 92 h 110"/>
                <a:gd name="T56" fmla="*/ 71 w 96"/>
                <a:gd name="T57" fmla="*/ 85 h 110"/>
                <a:gd name="T58" fmla="*/ 67 w 96"/>
                <a:gd name="T59" fmla="*/ 81 h 110"/>
                <a:gd name="T60" fmla="*/ 61 w 96"/>
                <a:gd name="T61" fmla="*/ 77 h 110"/>
                <a:gd name="T62" fmla="*/ 59 w 96"/>
                <a:gd name="T63" fmla="*/ 69 h 110"/>
                <a:gd name="T64" fmla="*/ 61 w 96"/>
                <a:gd name="T65" fmla="*/ 63 h 110"/>
                <a:gd name="T66" fmla="*/ 50 w 96"/>
                <a:gd name="T67" fmla="*/ 54 h 110"/>
                <a:gd name="T68" fmla="*/ 38 w 96"/>
                <a:gd name="T69" fmla="*/ 59 h 110"/>
                <a:gd name="T70" fmla="*/ 29 w 96"/>
                <a:gd name="T71" fmla="*/ 56 h 110"/>
                <a:gd name="T72" fmla="*/ 21 w 96"/>
                <a:gd name="T73" fmla="*/ 59 h 110"/>
                <a:gd name="T74" fmla="*/ 14 w 96"/>
                <a:gd name="T75" fmla="*/ 55 h 110"/>
                <a:gd name="T76" fmla="*/ 14 w 96"/>
                <a:gd name="T77" fmla="*/ 46 h 110"/>
                <a:gd name="T78" fmla="*/ 14 w 96"/>
                <a:gd name="T79" fmla="*/ 39 h 110"/>
                <a:gd name="T80" fmla="*/ 8 w 96"/>
                <a:gd name="T81" fmla="*/ 39 h 110"/>
                <a:gd name="T82" fmla="*/ 7 w 96"/>
                <a:gd name="T83" fmla="*/ 34 h 110"/>
                <a:gd name="T84" fmla="*/ 1 w 96"/>
                <a:gd name="T85" fmla="*/ 27 h 110"/>
                <a:gd name="T86" fmla="*/ 3 w 96"/>
                <a:gd name="T87" fmla="*/ 22 h 110"/>
                <a:gd name="T88" fmla="*/ 5 w 96"/>
                <a:gd name="T89" fmla="*/ 17 h 110"/>
                <a:gd name="T90" fmla="*/ 10 w 96"/>
                <a:gd name="T91" fmla="*/ 12 h 110"/>
                <a:gd name="T92" fmla="*/ 16 w 96"/>
                <a:gd name="T93" fmla="*/ 14 h 110"/>
                <a:gd name="T94" fmla="*/ 17 w 96"/>
                <a:gd name="T95" fmla="*/ 9 h 110"/>
                <a:gd name="T96" fmla="*/ 18 w 96"/>
                <a:gd name="T97" fmla="*/ 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6" h="110">
                  <a:moveTo>
                    <a:pt x="22" y="0"/>
                  </a:moveTo>
                  <a:lnTo>
                    <a:pt x="24" y="1"/>
                  </a:lnTo>
                  <a:lnTo>
                    <a:pt x="28" y="2"/>
                  </a:lnTo>
                  <a:lnTo>
                    <a:pt x="29" y="5"/>
                  </a:lnTo>
                  <a:lnTo>
                    <a:pt x="32" y="8"/>
                  </a:lnTo>
                  <a:lnTo>
                    <a:pt x="32" y="10"/>
                  </a:lnTo>
                  <a:lnTo>
                    <a:pt x="30" y="12"/>
                  </a:lnTo>
                  <a:lnTo>
                    <a:pt x="35" y="15"/>
                  </a:lnTo>
                  <a:lnTo>
                    <a:pt x="37" y="19"/>
                  </a:lnTo>
                  <a:lnTo>
                    <a:pt x="42" y="19"/>
                  </a:lnTo>
                  <a:lnTo>
                    <a:pt x="45" y="21"/>
                  </a:lnTo>
                  <a:lnTo>
                    <a:pt x="47" y="19"/>
                  </a:lnTo>
                  <a:lnTo>
                    <a:pt x="51" y="19"/>
                  </a:lnTo>
                  <a:lnTo>
                    <a:pt x="53" y="21"/>
                  </a:lnTo>
                  <a:lnTo>
                    <a:pt x="57" y="22"/>
                  </a:lnTo>
                  <a:lnTo>
                    <a:pt x="57" y="25"/>
                  </a:lnTo>
                  <a:lnTo>
                    <a:pt x="57" y="26"/>
                  </a:lnTo>
                  <a:lnTo>
                    <a:pt x="59" y="27"/>
                  </a:lnTo>
                  <a:lnTo>
                    <a:pt x="59" y="29"/>
                  </a:lnTo>
                  <a:lnTo>
                    <a:pt x="58" y="29"/>
                  </a:lnTo>
                  <a:lnTo>
                    <a:pt x="57" y="34"/>
                  </a:lnTo>
                  <a:lnTo>
                    <a:pt x="55" y="35"/>
                  </a:lnTo>
                  <a:lnTo>
                    <a:pt x="53" y="35"/>
                  </a:lnTo>
                  <a:lnTo>
                    <a:pt x="50" y="37"/>
                  </a:lnTo>
                  <a:lnTo>
                    <a:pt x="47" y="37"/>
                  </a:lnTo>
                  <a:lnTo>
                    <a:pt x="49" y="39"/>
                  </a:lnTo>
                  <a:lnTo>
                    <a:pt x="51" y="42"/>
                  </a:lnTo>
                  <a:lnTo>
                    <a:pt x="49" y="43"/>
                  </a:lnTo>
                  <a:lnTo>
                    <a:pt x="50" y="44"/>
                  </a:lnTo>
                  <a:lnTo>
                    <a:pt x="51" y="44"/>
                  </a:lnTo>
                  <a:lnTo>
                    <a:pt x="53" y="48"/>
                  </a:lnTo>
                  <a:lnTo>
                    <a:pt x="57" y="48"/>
                  </a:lnTo>
                  <a:lnTo>
                    <a:pt x="61" y="50"/>
                  </a:lnTo>
                  <a:lnTo>
                    <a:pt x="63" y="51"/>
                  </a:lnTo>
                  <a:lnTo>
                    <a:pt x="66" y="55"/>
                  </a:lnTo>
                  <a:lnTo>
                    <a:pt x="68" y="56"/>
                  </a:lnTo>
                  <a:lnTo>
                    <a:pt x="71" y="59"/>
                  </a:lnTo>
                  <a:lnTo>
                    <a:pt x="71" y="62"/>
                  </a:lnTo>
                  <a:lnTo>
                    <a:pt x="75" y="65"/>
                  </a:lnTo>
                  <a:lnTo>
                    <a:pt x="76" y="68"/>
                  </a:lnTo>
                  <a:lnTo>
                    <a:pt x="78" y="69"/>
                  </a:lnTo>
                  <a:lnTo>
                    <a:pt x="80" y="69"/>
                  </a:lnTo>
                  <a:lnTo>
                    <a:pt x="82" y="71"/>
                  </a:lnTo>
                  <a:lnTo>
                    <a:pt x="82" y="73"/>
                  </a:lnTo>
                  <a:lnTo>
                    <a:pt x="83" y="75"/>
                  </a:lnTo>
                  <a:lnTo>
                    <a:pt x="84" y="75"/>
                  </a:lnTo>
                  <a:lnTo>
                    <a:pt x="87" y="75"/>
                  </a:lnTo>
                  <a:lnTo>
                    <a:pt x="86" y="77"/>
                  </a:lnTo>
                  <a:lnTo>
                    <a:pt x="87" y="79"/>
                  </a:lnTo>
                  <a:lnTo>
                    <a:pt x="89" y="79"/>
                  </a:lnTo>
                  <a:lnTo>
                    <a:pt x="91" y="80"/>
                  </a:lnTo>
                  <a:lnTo>
                    <a:pt x="92" y="81"/>
                  </a:lnTo>
                  <a:lnTo>
                    <a:pt x="95" y="80"/>
                  </a:lnTo>
                  <a:lnTo>
                    <a:pt x="95" y="81"/>
                  </a:lnTo>
                  <a:lnTo>
                    <a:pt x="93" y="84"/>
                  </a:lnTo>
                  <a:lnTo>
                    <a:pt x="93" y="87"/>
                  </a:lnTo>
                  <a:lnTo>
                    <a:pt x="93" y="88"/>
                  </a:lnTo>
                  <a:lnTo>
                    <a:pt x="96" y="88"/>
                  </a:lnTo>
                  <a:lnTo>
                    <a:pt x="96" y="90"/>
                  </a:lnTo>
                  <a:lnTo>
                    <a:pt x="92" y="93"/>
                  </a:lnTo>
                  <a:lnTo>
                    <a:pt x="93" y="97"/>
                  </a:lnTo>
                  <a:lnTo>
                    <a:pt x="93" y="98"/>
                  </a:lnTo>
                  <a:lnTo>
                    <a:pt x="95" y="102"/>
                  </a:lnTo>
                  <a:lnTo>
                    <a:pt x="92" y="104"/>
                  </a:lnTo>
                  <a:lnTo>
                    <a:pt x="89" y="104"/>
                  </a:lnTo>
                  <a:lnTo>
                    <a:pt x="87" y="102"/>
                  </a:lnTo>
                  <a:lnTo>
                    <a:pt x="86" y="101"/>
                  </a:lnTo>
                  <a:lnTo>
                    <a:pt x="84" y="100"/>
                  </a:lnTo>
                  <a:lnTo>
                    <a:pt x="80" y="100"/>
                  </a:lnTo>
                  <a:lnTo>
                    <a:pt x="79" y="102"/>
                  </a:lnTo>
                  <a:lnTo>
                    <a:pt x="82" y="105"/>
                  </a:lnTo>
                  <a:lnTo>
                    <a:pt x="80" y="106"/>
                  </a:lnTo>
                  <a:lnTo>
                    <a:pt x="82" y="109"/>
                  </a:lnTo>
                  <a:lnTo>
                    <a:pt x="82" y="110"/>
                  </a:lnTo>
                  <a:lnTo>
                    <a:pt x="78" y="109"/>
                  </a:lnTo>
                  <a:lnTo>
                    <a:pt x="75" y="106"/>
                  </a:lnTo>
                  <a:lnTo>
                    <a:pt x="72" y="106"/>
                  </a:lnTo>
                  <a:lnTo>
                    <a:pt x="71" y="104"/>
                  </a:lnTo>
                  <a:lnTo>
                    <a:pt x="68" y="102"/>
                  </a:lnTo>
                  <a:lnTo>
                    <a:pt x="70" y="101"/>
                  </a:lnTo>
                  <a:lnTo>
                    <a:pt x="71" y="100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1" y="92"/>
                  </a:lnTo>
                  <a:lnTo>
                    <a:pt x="71" y="90"/>
                  </a:lnTo>
                  <a:lnTo>
                    <a:pt x="72" y="88"/>
                  </a:lnTo>
                  <a:lnTo>
                    <a:pt x="71" y="85"/>
                  </a:lnTo>
                  <a:lnTo>
                    <a:pt x="68" y="84"/>
                  </a:lnTo>
                  <a:lnTo>
                    <a:pt x="70" y="83"/>
                  </a:lnTo>
                  <a:lnTo>
                    <a:pt x="67" y="81"/>
                  </a:lnTo>
                  <a:lnTo>
                    <a:pt x="64" y="81"/>
                  </a:lnTo>
                  <a:lnTo>
                    <a:pt x="62" y="79"/>
                  </a:lnTo>
                  <a:lnTo>
                    <a:pt x="61" y="77"/>
                  </a:lnTo>
                  <a:lnTo>
                    <a:pt x="61" y="75"/>
                  </a:lnTo>
                  <a:lnTo>
                    <a:pt x="61" y="72"/>
                  </a:lnTo>
                  <a:lnTo>
                    <a:pt x="59" y="69"/>
                  </a:lnTo>
                  <a:lnTo>
                    <a:pt x="61" y="68"/>
                  </a:lnTo>
                  <a:lnTo>
                    <a:pt x="61" y="65"/>
                  </a:lnTo>
                  <a:lnTo>
                    <a:pt x="61" y="63"/>
                  </a:lnTo>
                  <a:lnTo>
                    <a:pt x="57" y="62"/>
                  </a:lnTo>
                  <a:lnTo>
                    <a:pt x="51" y="58"/>
                  </a:lnTo>
                  <a:lnTo>
                    <a:pt x="50" y="54"/>
                  </a:lnTo>
                  <a:lnTo>
                    <a:pt x="45" y="52"/>
                  </a:lnTo>
                  <a:lnTo>
                    <a:pt x="41" y="54"/>
                  </a:lnTo>
                  <a:lnTo>
                    <a:pt x="38" y="59"/>
                  </a:lnTo>
                  <a:lnTo>
                    <a:pt x="33" y="59"/>
                  </a:lnTo>
                  <a:lnTo>
                    <a:pt x="32" y="56"/>
                  </a:lnTo>
                  <a:lnTo>
                    <a:pt x="29" y="56"/>
                  </a:lnTo>
                  <a:lnTo>
                    <a:pt x="25" y="55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18" y="59"/>
                  </a:lnTo>
                  <a:lnTo>
                    <a:pt x="14" y="62"/>
                  </a:lnTo>
                  <a:lnTo>
                    <a:pt x="14" y="55"/>
                  </a:lnTo>
                  <a:lnTo>
                    <a:pt x="14" y="51"/>
                  </a:lnTo>
                  <a:lnTo>
                    <a:pt x="13" y="48"/>
                  </a:lnTo>
                  <a:lnTo>
                    <a:pt x="14" y="46"/>
                  </a:lnTo>
                  <a:lnTo>
                    <a:pt x="14" y="44"/>
                  </a:lnTo>
                  <a:lnTo>
                    <a:pt x="13" y="42"/>
                  </a:lnTo>
                  <a:lnTo>
                    <a:pt x="14" y="39"/>
                  </a:lnTo>
                  <a:lnTo>
                    <a:pt x="14" y="38"/>
                  </a:lnTo>
                  <a:lnTo>
                    <a:pt x="10" y="38"/>
                  </a:lnTo>
                  <a:lnTo>
                    <a:pt x="8" y="39"/>
                  </a:lnTo>
                  <a:lnTo>
                    <a:pt x="7" y="38"/>
                  </a:lnTo>
                  <a:lnTo>
                    <a:pt x="5" y="35"/>
                  </a:lnTo>
                  <a:lnTo>
                    <a:pt x="7" y="34"/>
                  </a:lnTo>
                  <a:lnTo>
                    <a:pt x="7" y="30"/>
                  </a:lnTo>
                  <a:lnTo>
                    <a:pt x="4" y="27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1" y="22"/>
                  </a:lnTo>
                  <a:lnTo>
                    <a:pt x="3" y="22"/>
                  </a:lnTo>
                  <a:lnTo>
                    <a:pt x="4" y="19"/>
                  </a:lnTo>
                  <a:lnTo>
                    <a:pt x="4" y="18"/>
                  </a:lnTo>
                  <a:lnTo>
                    <a:pt x="5" y="17"/>
                  </a:lnTo>
                  <a:lnTo>
                    <a:pt x="5" y="14"/>
                  </a:lnTo>
                  <a:lnTo>
                    <a:pt x="8" y="14"/>
                  </a:lnTo>
                  <a:lnTo>
                    <a:pt x="10" y="12"/>
                  </a:lnTo>
                  <a:lnTo>
                    <a:pt x="12" y="13"/>
                  </a:lnTo>
                  <a:lnTo>
                    <a:pt x="13" y="14"/>
                  </a:lnTo>
                  <a:lnTo>
                    <a:pt x="16" y="14"/>
                  </a:lnTo>
                  <a:lnTo>
                    <a:pt x="18" y="14"/>
                  </a:lnTo>
                  <a:lnTo>
                    <a:pt x="17" y="12"/>
                  </a:lnTo>
                  <a:lnTo>
                    <a:pt x="17" y="9"/>
                  </a:lnTo>
                  <a:lnTo>
                    <a:pt x="16" y="6"/>
                  </a:lnTo>
                  <a:lnTo>
                    <a:pt x="16" y="2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" name="Freeform 364">
              <a:extLst>
                <a:ext uri="{FF2B5EF4-FFF2-40B4-BE49-F238E27FC236}">
                  <a16:creationId xmlns:a16="http://schemas.microsoft.com/office/drawing/2014/main" id="{6C5BEE06-8983-4E92-8319-CBAC6A8148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26409" y="5634524"/>
              <a:ext cx="915791" cy="1695573"/>
            </a:xfrm>
            <a:custGeom>
              <a:avLst/>
              <a:gdLst>
                <a:gd name="T0" fmla="*/ 36 w 101"/>
                <a:gd name="T1" fmla="*/ 175 h 187"/>
                <a:gd name="T2" fmla="*/ 28 w 101"/>
                <a:gd name="T3" fmla="*/ 165 h 187"/>
                <a:gd name="T4" fmla="*/ 18 w 101"/>
                <a:gd name="T5" fmla="*/ 162 h 187"/>
                <a:gd name="T6" fmla="*/ 39 w 101"/>
                <a:gd name="T7" fmla="*/ 139 h 187"/>
                <a:gd name="T8" fmla="*/ 38 w 101"/>
                <a:gd name="T9" fmla="*/ 135 h 187"/>
                <a:gd name="T10" fmla="*/ 66 w 101"/>
                <a:gd name="T11" fmla="*/ 109 h 187"/>
                <a:gd name="T12" fmla="*/ 30 w 101"/>
                <a:gd name="T13" fmla="*/ 2 h 187"/>
                <a:gd name="T14" fmla="*/ 36 w 101"/>
                <a:gd name="T15" fmla="*/ 13 h 187"/>
                <a:gd name="T16" fmla="*/ 42 w 101"/>
                <a:gd name="T17" fmla="*/ 17 h 187"/>
                <a:gd name="T18" fmla="*/ 43 w 101"/>
                <a:gd name="T19" fmla="*/ 30 h 187"/>
                <a:gd name="T20" fmla="*/ 54 w 101"/>
                <a:gd name="T21" fmla="*/ 30 h 187"/>
                <a:gd name="T22" fmla="*/ 70 w 101"/>
                <a:gd name="T23" fmla="*/ 29 h 187"/>
                <a:gd name="T24" fmla="*/ 90 w 101"/>
                <a:gd name="T25" fmla="*/ 38 h 187"/>
                <a:gd name="T26" fmla="*/ 90 w 101"/>
                <a:gd name="T27" fmla="*/ 50 h 187"/>
                <a:gd name="T28" fmla="*/ 99 w 101"/>
                <a:gd name="T29" fmla="*/ 58 h 187"/>
                <a:gd name="T30" fmla="*/ 100 w 101"/>
                <a:gd name="T31" fmla="*/ 67 h 187"/>
                <a:gd name="T32" fmla="*/ 96 w 101"/>
                <a:gd name="T33" fmla="*/ 77 h 187"/>
                <a:gd name="T34" fmla="*/ 82 w 101"/>
                <a:gd name="T35" fmla="*/ 77 h 187"/>
                <a:gd name="T36" fmla="*/ 67 w 101"/>
                <a:gd name="T37" fmla="*/ 81 h 187"/>
                <a:gd name="T38" fmla="*/ 67 w 101"/>
                <a:gd name="T39" fmla="*/ 98 h 187"/>
                <a:gd name="T40" fmla="*/ 67 w 101"/>
                <a:gd name="T41" fmla="*/ 108 h 187"/>
                <a:gd name="T42" fmla="*/ 62 w 101"/>
                <a:gd name="T43" fmla="*/ 105 h 187"/>
                <a:gd name="T44" fmla="*/ 55 w 101"/>
                <a:gd name="T45" fmla="*/ 101 h 187"/>
                <a:gd name="T46" fmla="*/ 47 w 101"/>
                <a:gd name="T47" fmla="*/ 101 h 187"/>
                <a:gd name="T48" fmla="*/ 46 w 101"/>
                <a:gd name="T49" fmla="*/ 93 h 187"/>
                <a:gd name="T50" fmla="*/ 43 w 101"/>
                <a:gd name="T51" fmla="*/ 90 h 187"/>
                <a:gd name="T52" fmla="*/ 37 w 101"/>
                <a:gd name="T53" fmla="*/ 90 h 187"/>
                <a:gd name="T54" fmla="*/ 37 w 101"/>
                <a:gd name="T55" fmla="*/ 94 h 187"/>
                <a:gd name="T56" fmla="*/ 36 w 101"/>
                <a:gd name="T57" fmla="*/ 102 h 187"/>
                <a:gd name="T58" fmla="*/ 32 w 101"/>
                <a:gd name="T59" fmla="*/ 122 h 187"/>
                <a:gd name="T60" fmla="*/ 29 w 101"/>
                <a:gd name="T61" fmla="*/ 131 h 187"/>
                <a:gd name="T62" fmla="*/ 32 w 101"/>
                <a:gd name="T63" fmla="*/ 142 h 187"/>
                <a:gd name="T64" fmla="*/ 33 w 101"/>
                <a:gd name="T65" fmla="*/ 142 h 187"/>
                <a:gd name="T66" fmla="*/ 38 w 101"/>
                <a:gd name="T67" fmla="*/ 147 h 187"/>
                <a:gd name="T68" fmla="*/ 42 w 101"/>
                <a:gd name="T69" fmla="*/ 152 h 187"/>
                <a:gd name="T70" fmla="*/ 45 w 101"/>
                <a:gd name="T71" fmla="*/ 158 h 187"/>
                <a:gd name="T72" fmla="*/ 42 w 101"/>
                <a:gd name="T73" fmla="*/ 164 h 187"/>
                <a:gd name="T74" fmla="*/ 47 w 101"/>
                <a:gd name="T75" fmla="*/ 168 h 187"/>
                <a:gd name="T76" fmla="*/ 57 w 101"/>
                <a:gd name="T77" fmla="*/ 173 h 187"/>
                <a:gd name="T78" fmla="*/ 64 w 101"/>
                <a:gd name="T79" fmla="*/ 181 h 187"/>
                <a:gd name="T80" fmla="*/ 58 w 101"/>
                <a:gd name="T81" fmla="*/ 184 h 187"/>
                <a:gd name="T82" fmla="*/ 54 w 101"/>
                <a:gd name="T83" fmla="*/ 179 h 187"/>
                <a:gd name="T84" fmla="*/ 43 w 101"/>
                <a:gd name="T85" fmla="*/ 173 h 187"/>
                <a:gd name="T86" fmla="*/ 36 w 101"/>
                <a:gd name="T87" fmla="*/ 172 h 187"/>
                <a:gd name="T88" fmla="*/ 32 w 101"/>
                <a:gd name="T89" fmla="*/ 167 h 187"/>
                <a:gd name="T90" fmla="*/ 24 w 101"/>
                <a:gd name="T91" fmla="*/ 158 h 187"/>
                <a:gd name="T92" fmla="*/ 21 w 101"/>
                <a:gd name="T93" fmla="*/ 156 h 187"/>
                <a:gd name="T94" fmla="*/ 18 w 101"/>
                <a:gd name="T95" fmla="*/ 146 h 187"/>
                <a:gd name="T96" fmla="*/ 20 w 101"/>
                <a:gd name="T97" fmla="*/ 139 h 187"/>
                <a:gd name="T98" fmla="*/ 22 w 101"/>
                <a:gd name="T99" fmla="*/ 129 h 187"/>
                <a:gd name="T100" fmla="*/ 29 w 101"/>
                <a:gd name="T101" fmla="*/ 113 h 187"/>
                <a:gd name="T102" fmla="*/ 29 w 101"/>
                <a:gd name="T103" fmla="*/ 100 h 187"/>
                <a:gd name="T104" fmla="*/ 28 w 101"/>
                <a:gd name="T105" fmla="*/ 89 h 187"/>
                <a:gd name="T106" fmla="*/ 16 w 101"/>
                <a:gd name="T107" fmla="*/ 72 h 187"/>
                <a:gd name="T108" fmla="*/ 16 w 101"/>
                <a:gd name="T109" fmla="*/ 56 h 187"/>
                <a:gd name="T110" fmla="*/ 14 w 101"/>
                <a:gd name="T111" fmla="*/ 46 h 187"/>
                <a:gd name="T112" fmla="*/ 4 w 101"/>
                <a:gd name="T113" fmla="*/ 34 h 187"/>
                <a:gd name="T114" fmla="*/ 5 w 101"/>
                <a:gd name="T115" fmla="*/ 25 h 187"/>
                <a:gd name="T116" fmla="*/ 8 w 101"/>
                <a:gd name="T117" fmla="*/ 12 h 187"/>
                <a:gd name="T118" fmla="*/ 18 w 101"/>
                <a:gd name="T119" fmla="*/ 6 h 187"/>
                <a:gd name="T120" fmla="*/ 22 w 101"/>
                <a:gd name="T121" fmla="*/ 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1" h="187">
                  <a:moveTo>
                    <a:pt x="36" y="175"/>
                  </a:moveTo>
                  <a:lnTo>
                    <a:pt x="37" y="175"/>
                  </a:lnTo>
                  <a:lnTo>
                    <a:pt x="37" y="176"/>
                  </a:lnTo>
                  <a:lnTo>
                    <a:pt x="36" y="176"/>
                  </a:lnTo>
                  <a:lnTo>
                    <a:pt x="36" y="175"/>
                  </a:lnTo>
                  <a:lnTo>
                    <a:pt x="36" y="175"/>
                  </a:lnTo>
                  <a:close/>
                  <a:moveTo>
                    <a:pt x="28" y="163"/>
                  </a:moveTo>
                  <a:lnTo>
                    <a:pt x="28" y="163"/>
                  </a:lnTo>
                  <a:lnTo>
                    <a:pt x="28" y="164"/>
                  </a:lnTo>
                  <a:lnTo>
                    <a:pt x="28" y="165"/>
                  </a:lnTo>
                  <a:lnTo>
                    <a:pt x="28" y="163"/>
                  </a:lnTo>
                  <a:close/>
                  <a:moveTo>
                    <a:pt x="18" y="158"/>
                  </a:moveTo>
                  <a:lnTo>
                    <a:pt x="21" y="158"/>
                  </a:lnTo>
                  <a:lnTo>
                    <a:pt x="21" y="160"/>
                  </a:lnTo>
                  <a:lnTo>
                    <a:pt x="18" y="162"/>
                  </a:lnTo>
                  <a:lnTo>
                    <a:pt x="18" y="159"/>
                  </a:lnTo>
                  <a:lnTo>
                    <a:pt x="18" y="159"/>
                  </a:lnTo>
                  <a:lnTo>
                    <a:pt x="18" y="158"/>
                  </a:lnTo>
                  <a:close/>
                  <a:moveTo>
                    <a:pt x="39" y="138"/>
                  </a:moveTo>
                  <a:lnTo>
                    <a:pt x="39" y="139"/>
                  </a:lnTo>
                  <a:lnTo>
                    <a:pt x="39" y="142"/>
                  </a:lnTo>
                  <a:lnTo>
                    <a:pt x="38" y="140"/>
                  </a:lnTo>
                  <a:lnTo>
                    <a:pt x="38" y="139"/>
                  </a:lnTo>
                  <a:lnTo>
                    <a:pt x="39" y="138"/>
                  </a:lnTo>
                  <a:close/>
                  <a:moveTo>
                    <a:pt x="38" y="135"/>
                  </a:moveTo>
                  <a:lnTo>
                    <a:pt x="38" y="137"/>
                  </a:lnTo>
                  <a:lnTo>
                    <a:pt x="37" y="137"/>
                  </a:lnTo>
                  <a:lnTo>
                    <a:pt x="38" y="135"/>
                  </a:lnTo>
                  <a:close/>
                  <a:moveTo>
                    <a:pt x="62" y="106"/>
                  </a:moveTo>
                  <a:lnTo>
                    <a:pt x="66" y="109"/>
                  </a:lnTo>
                  <a:lnTo>
                    <a:pt x="64" y="109"/>
                  </a:lnTo>
                  <a:lnTo>
                    <a:pt x="62" y="108"/>
                  </a:lnTo>
                  <a:lnTo>
                    <a:pt x="62" y="106"/>
                  </a:lnTo>
                  <a:close/>
                  <a:moveTo>
                    <a:pt x="29" y="0"/>
                  </a:moveTo>
                  <a:lnTo>
                    <a:pt x="30" y="2"/>
                  </a:lnTo>
                  <a:lnTo>
                    <a:pt x="33" y="2"/>
                  </a:lnTo>
                  <a:lnTo>
                    <a:pt x="36" y="5"/>
                  </a:lnTo>
                  <a:lnTo>
                    <a:pt x="36" y="9"/>
                  </a:lnTo>
                  <a:lnTo>
                    <a:pt x="34" y="10"/>
                  </a:lnTo>
                  <a:lnTo>
                    <a:pt x="36" y="13"/>
                  </a:lnTo>
                  <a:lnTo>
                    <a:pt x="37" y="14"/>
                  </a:lnTo>
                  <a:lnTo>
                    <a:pt x="39" y="13"/>
                  </a:lnTo>
                  <a:lnTo>
                    <a:pt x="43" y="13"/>
                  </a:lnTo>
                  <a:lnTo>
                    <a:pt x="43" y="14"/>
                  </a:lnTo>
                  <a:lnTo>
                    <a:pt x="42" y="17"/>
                  </a:lnTo>
                  <a:lnTo>
                    <a:pt x="43" y="19"/>
                  </a:lnTo>
                  <a:lnTo>
                    <a:pt x="43" y="21"/>
                  </a:lnTo>
                  <a:lnTo>
                    <a:pt x="42" y="23"/>
                  </a:lnTo>
                  <a:lnTo>
                    <a:pt x="43" y="26"/>
                  </a:lnTo>
                  <a:lnTo>
                    <a:pt x="43" y="30"/>
                  </a:lnTo>
                  <a:lnTo>
                    <a:pt x="43" y="37"/>
                  </a:lnTo>
                  <a:lnTo>
                    <a:pt x="47" y="34"/>
                  </a:lnTo>
                  <a:lnTo>
                    <a:pt x="50" y="34"/>
                  </a:lnTo>
                  <a:lnTo>
                    <a:pt x="50" y="31"/>
                  </a:lnTo>
                  <a:lnTo>
                    <a:pt x="54" y="30"/>
                  </a:lnTo>
                  <a:lnTo>
                    <a:pt x="58" y="31"/>
                  </a:lnTo>
                  <a:lnTo>
                    <a:pt x="61" y="31"/>
                  </a:lnTo>
                  <a:lnTo>
                    <a:pt x="62" y="34"/>
                  </a:lnTo>
                  <a:lnTo>
                    <a:pt x="67" y="34"/>
                  </a:lnTo>
                  <a:lnTo>
                    <a:pt x="70" y="29"/>
                  </a:lnTo>
                  <a:lnTo>
                    <a:pt x="74" y="27"/>
                  </a:lnTo>
                  <a:lnTo>
                    <a:pt x="79" y="29"/>
                  </a:lnTo>
                  <a:lnTo>
                    <a:pt x="80" y="33"/>
                  </a:lnTo>
                  <a:lnTo>
                    <a:pt x="86" y="37"/>
                  </a:lnTo>
                  <a:lnTo>
                    <a:pt x="90" y="38"/>
                  </a:lnTo>
                  <a:lnTo>
                    <a:pt x="90" y="40"/>
                  </a:lnTo>
                  <a:lnTo>
                    <a:pt x="90" y="43"/>
                  </a:lnTo>
                  <a:lnTo>
                    <a:pt x="88" y="44"/>
                  </a:lnTo>
                  <a:lnTo>
                    <a:pt x="90" y="47"/>
                  </a:lnTo>
                  <a:lnTo>
                    <a:pt x="90" y="50"/>
                  </a:lnTo>
                  <a:lnTo>
                    <a:pt x="90" y="52"/>
                  </a:lnTo>
                  <a:lnTo>
                    <a:pt x="91" y="54"/>
                  </a:lnTo>
                  <a:lnTo>
                    <a:pt x="93" y="56"/>
                  </a:lnTo>
                  <a:lnTo>
                    <a:pt x="96" y="56"/>
                  </a:lnTo>
                  <a:lnTo>
                    <a:pt x="99" y="58"/>
                  </a:lnTo>
                  <a:lnTo>
                    <a:pt x="97" y="59"/>
                  </a:lnTo>
                  <a:lnTo>
                    <a:pt x="100" y="60"/>
                  </a:lnTo>
                  <a:lnTo>
                    <a:pt x="101" y="63"/>
                  </a:lnTo>
                  <a:lnTo>
                    <a:pt x="100" y="65"/>
                  </a:lnTo>
                  <a:lnTo>
                    <a:pt x="100" y="67"/>
                  </a:lnTo>
                  <a:lnTo>
                    <a:pt x="100" y="68"/>
                  </a:lnTo>
                  <a:lnTo>
                    <a:pt x="100" y="71"/>
                  </a:lnTo>
                  <a:lnTo>
                    <a:pt x="100" y="75"/>
                  </a:lnTo>
                  <a:lnTo>
                    <a:pt x="99" y="76"/>
                  </a:lnTo>
                  <a:lnTo>
                    <a:pt x="96" y="77"/>
                  </a:lnTo>
                  <a:lnTo>
                    <a:pt x="93" y="76"/>
                  </a:lnTo>
                  <a:lnTo>
                    <a:pt x="91" y="77"/>
                  </a:lnTo>
                  <a:lnTo>
                    <a:pt x="88" y="76"/>
                  </a:lnTo>
                  <a:lnTo>
                    <a:pt x="86" y="76"/>
                  </a:lnTo>
                  <a:lnTo>
                    <a:pt x="82" y="77"/>
                  </a:lnTo>
                  <a:lnTo>
                    <a:pt x="80" y="76"/>
                  </a:lnTo>
                  <a:lnTo>
                    <a:pt x="78" y="76"/>
                  </a:lnTo>
                  <a:lnTo>
                    <a:pt x="72" y="77"/>
                  </a:lnTo>
                  <a:lnTo>
                    <a:pt x="70" y="77"/>
                  </a:lnTo>
                  <a:lnTo>
                    <a:pt x="67" y="81"/>
                  </a:lnTo>
                  <a:lnTo>
                    <a:pt x="66" y="85"/>
                  </a:lnTo>
                  <a:lnTo>
                    <a:pt x="64" y="88"/>
                  </a:lnTo>
                  <a:lnTo>
                    <a:pt x="64" y="92"/>
                  </a:lnTo>
                  <a:lnTo>
                    <a:pt x="66" y="97"/>
                  </a:lnTo>
                  <a:lnTo>
                    <a:pt x="67" y="98"/>
                  </a:lnTo>
                  <a:lnTo>
                    <a:pt x="68" y="100"/>
                  </a:lnTo>
                  <a:lnTo>
                    <a:pt x="68" y="105"/>
                  </a:lnTo>
                  <a:lnTo>
                    <a:pt x="68" y="106"/>
                  </a:lnTo>
                  <a:lnTo>
                    <a:pt x="67" y="106"/>
                  </a:lnTo>
                  <a:lnTo>
                    <a:pt x="67" y="108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63" y="105"/>
                  </a:lnTo>
                  <a:lnTo>
                    <a:pt x="62" y="105"/>
                  </a:lnTo>
                  <a:lnTo>
                    <a:pt x="62" y="105"/>
                  </a:lnTo>
                  <a:lnTo>
                    <a:pt x="61" y="104"/>
                  </a:lnTo>
                  <a:lnTo>
                    <a:pt x="58" y="101"/>
                  </a:lnTo>
                  <a:lnTo>
                    <a:pt x="57" y="100"/>
                  </a:lnTo>
                  <a:lnTo>
                    <a:pt x="55" y="101"/>
                  </a:lnTo>
                  <a:lnTo>
                    <a:pt x="55" y="101"/>
                  </a:lnTo>
                  <a:lnTo>
                    <a:pt x="55" y="102"/>
                  </a:lnTo>
                  <a:lnTo>
                    <a:pt x="54" y="101"/>
                  </a:lnTo>
                  <a:lnTo>
                    <a:pt x="51" y="101"/>
                  </a:lnTo>
                  <a:lnTo>
                    <a:pt x="49" y="101"/>
                  </a:lnTo>
                  <a:lnTo>
                    <a:pt x="47" y="101"/>
                  </a:lnTo>
                  <a:lnTo>
                    <a:pt x="46" y="101"/>
                  </a:lnTo>
                  <a:lnTo>
                    <a:pt x="46" y="98"/>
                  </a:lnTo>
                  <a:lnTo>
                    <a:pt x="47" y="98"/>
                  </a:lnTo>
                  <a:lnTo>
                    <a:pt x="46" y="96"/>
                  </a:lnTo>
                  <a:lnTo>
                    <a:pt x="46" y="93"/>
                  </a:lnTo>
                  <a:lnTo>
                    <a:pt x="46" y="93"/>
                  </a:lnTo>
                  <a:lnTo>
                    <a:pt x="46" y="90"/>
                  </a:lnTo>
                  <a:lnTo>
                    <a:pt x="43" y="90"/>
                  </a:lnTo>
                  <a:lnTo>
                    <a:pt x="43" y="90"/>
                  </a:lnTo>
                  <a:lnTo>
                    <a:pt x="43" y="90"/>
                  </a:lnTo>
                  <a:lnTo>
                    <a:pt x="42" y="89"/>
                  </a:lnTo>
                  <a:lnTo>
                    <a:pt x="41" y="90"/>
                  </a:lnTo>
                  <a:lnTo>
                    <a:pt x="38" y="90"/>
                  </a:lnTo>
                  <a:lnTo>
                    <a:pt x="38" y="90"/>
                  </a:lnTo>
                  <a:lnTo>
                    <a:pt x="37" y="90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6" y="92"/>
                  </a:lnTo>
                  <a:lnTo>
                    <a:pt x="34" y="93"/>
                  </a:lnTo>
                  <a:lnTo>
                    <a:pt x="37" y="94"/>
                  </a:lnTo>
                  <a:lnTo>
                    <a:pt x="37" y="96"/>
                  </a:lnTo>
                  <a:lnTo>
                    <a:pt x="36" y="98"/>
                  </a:lnTo>
                  <a:lnTo>
                    <a:pt x="36" y="101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36" y="106"/>
                  </a:lnTo>
                  <a:lnTo>
                    <a:pt x="34" y="108"/>
                  </a:lnTo>
                  <a:lnTo>
                    <a:pt x="34" y="110"/>
                  </a:lnTo>
                  <a:lnTo>
                    <a:pt x="32" y="113"/>
                  </a:lnTo>
                  <a:lnTo>
                    <a:pt x="32" y="122"/>
                  </a:lnTo>
                  <a:lnTo>
                    <a:pt x="29" y="126"/>
                  </a:lnTo>
                  <a:lnTo>
                    <a:pt x="29" y="129"/>
                  </a:lnTo>
                  <a:lnTo>
                    <a:pt x="28" y="130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28" y="133"/>
                  </a:lnTo>
                  <a:lnTo>
                    <a:pt x="28" y="134"/>
                  </a:lnTo>
                  <a:lnTo>
                    <a:pt x="29" y="137"/>
                  </a:lnTo>
                  <a:lnTo>
                    <a:pt x="29" y="138"/>
                  </a:lnTo>
                  <a:lnTo>
                    <a:pt x="32" y="142"/>
                  </a:lnTo>
                  <a:lnTo>
                    <a:pt x="30" y="143"/>
                  </a:lnTo>
                  <a:lnTo>
                    <a:pt x="30" y="144"/>
                  </a:lnTo>
                  <a:lnTo>
                    <a:pt x="32" y="144"/>
                  </a:lnTo>
                  <a:lnTo>
                    <a:pt x="32" y="143"/>
                  </a:lnTo>
                  <a:lnTo>
                    <a:pt x="33" y="142"/>
                  </a:lnTo>
                  <a:lnTo>
                    <a:pt x="34" y="142"/>
                  </a:lnTo>
                  <a:lnTo>
                    <a:pt x="36" y="143"/>
                  </a:lnTo>
                  <a:lnTo>
                    <a:pt x="37" y="143"/>
                  </a:lnTo>
                  <a:lnTo>
                    <a:pt x="37" y="146"/>
                  </a:lnTo>
                  <a:lnTo>
                    <a:pt x="38" y="147"/>
                  </a:lnTo>
                  <a:lnTo>
                    <a:pt x="38" y="150"/>
                  </a:lnTo>
                  <a:lnTo>
                    <a:pt x="39" y="151"/>
                  </a:lnTo>
                  <a:lnTo>
                    <a:pt x="41" y="154"/>
                  </a:lnTo>
                  <a:lnTo>
                    <a:pt x="42" y="154"/>
                  </a:lnTo>
                  <a:lnTo>
                    <a:pt x="42" y="152"/>
                  </a:lnTo>
                  <a:lnTo>
                    <a:pt x="42" y="151"/>
                  </a:lnTo>
                  <a:lnTo>
                    <a:pt x="42" y="152"/>
                  </a:lnTo>
                  <a:lnTo>
                    <a:pt x="43" y="155"/>
                  </a:lnTo>
                  <a:lnTo>
                    <a:pt x="43" y="156"/>
                  </a:lnTo>
                  <a:lnTo>
                    <a:pt x="45" y="158"/>
                  </a:lnTo>
                  <a:lnTo>
                    <a:pt x="46" y="162"/>
                  </a:lnTo>
                  <a:lnTo>
                    <a:pt x="45" y="163"/>
                  </a:lnTo>
                  <a:lnTo>
                    <a:pt x="45" y="164"/>
                  </a:lnTo>
                  <a:lnTo>
                    <a:pt x="45" y="163"/>
                  </a:lnTo>
                  <a:lnTo>
                    <a:pt x="42" y="164"/>
                  </a:lnTo>
                  <a:lnTo>
                    <a:pt x="42" y="165"/>
                  </a:lnTo>
                  <a:lnTo>
                    <a:pt x="46" y="167"/>
                  </a:lnTo>
                  <a:lnTo>
                    <a:pt x="46" y="165"/>
                  </a:lnTo>
                  <a:lnTo>
                    <a:pt x="46" y="165"/>
                  </a:lnTo>
                  <a:lnTo>
                    <a:pt x="47" y="168"/>
                  </a:lnTo>
                  <a:lnTo>
                    <a:pt x="49" y="169"/>
                  </a:lnTo>
                  <a:lnTo>
                    <a:pt x="51" y="172"/>
                  </a:lnTo>
                  <a:lnTo>
                    <a:pt x="53" y="173"/>
                  </a:lnTo>
                  <a:lnTo>
                    <a:pt x="54" y="173"/>
                  </a:lnTo>
                  <a:lnTo>
                    <a:pt x="57" y="173"/>
                  </a:lnTo>
                  <a:lnTo>
                    <a:pt x="59" y="173"/>
                  </a:lnTo>
                  <a:lnTo>
                    <a:pt x="61" y="177"/>
                  </a:lnTo>
                  <a:lnTo>
                    <a:pt x="62" y="179"/>
                  </a:lnTo>
                  <a:lnTo>
                    <a:pt x="63" y="180"/>
                  </a:lnTo>
                  <a:lnTo>
                    <a:pt x="64" y="181"/>
                  </a:lnTo>
                  <a:lnTo>
                    <a:pt x="63" y="183"/>
                  </a:lnTo>
                  <a:lnTo>
                    <a:pt x="63" y="184"/>
                  </a:lnTo>
                  <a:lnTo>
                    <a:pt x="62" y="185"/>
                  </a:lnTo>
                  <a:lnTo>
                    <a:pt x="61" y="184"/>
                  </a:lnTo>
                  <a:lnTo>
                    <a:pt x="58" y="184"/>
                  </a:lnTo>
                  <a:lnTo>
                    <a:pt x="55" y="187"/>
                  </a:lnTo>
                  <a:lnTo>
                    <a:pt x="53" y="187"/>
                  </a:lnTo>
                  <a:lnTo>
                    <a:pt x="53" y="184"/>
                  </a:lnTo>
                  <a:lnTo>
                    <a:pt x="54" y="183"/>
                  </a:lnTo>
                  <a:lnTo>
                    <a:pt x="54" y="179"/>
                  </a:lnTo>
                  <a:lnTo>
                    <a:pt x="53" y="177"/>
                  </a:lnTo>
                  <a:lnTo>
                    <a:pt x="50" y="177"/>
                  </a:lnTo>
                  <a:lnTo>
                    <a:pt x="50" y="176"/>
                  </a:lnTo>
                  <a:lnTo>
                    <a:pt x="46" y="175"/>
                  </a:lnTo>
                  <a:lnTo>
                    <a:pt x="43" y="173"/>
                  </a:lnTo>
                  <a:lnTo>
                    <a:pt x="42" y="175"/>
                  </a:lnTo>
                  <a:lnTo>
                    <a:pt x="42" y="177"/>
                  </a:lnTo>
                  <a:lnTo>
                    <a:pt x="41" y="176"/>
                  </a:lnTo>
                  <a:lnTo>
                    <a:pt x="36" y="172"/>
                  </a:lnTo>
                  <a:lnTo>
                    <a:pt x="36" y="172"/>
                  </a:lnTo>
                  <a:lnTo>
                    <a:pt x="37" y="171"/>
                  </a:lnTo>
                  <a:lnTo>
                    <a:pt x="37" y="169"/>
                  </a:lnTo>
                  <a:lnTo>
                    <a:pt x="36" y="169"/>
                  </a:lnTo>
                  <a:lnTo>
                    <a:pt x="34" y="167"/>
                  </a:lnTo>
                  <a:lnTo>
                    <a:pt x="32" y="167"/>
                  </a:lnTo>
                  <a:lnTo>
                    <a:pt x="32" y="165"/>
                  </a:lnTo>
                  <a:lnTo>
                    <a:pt x="29" y="162"/>
                  </a:lnTo>
                  <a:lnTo>
                    <a:pt x="28" y="162"/>
                  </a:lnTo>
                  <a:lnTo>
                    <a:pt x="26" y="158"/>
                  </a:lnTo>
                  <a:lnTo>
                    <a:pt x="24" y="158"/>
                  </a:lnTo>
                  <a:lnTo>
                    <a:pt x="24" y="155"/>
                  </a:lnTo>
                  <a:lnTo>
                    <a:pt x="22" y="154"/>
                  </a:lnTo>
                  <a:lnTo>
                    <a:pt x="24" y="154"/>
                  </a:lnTo>
                  <a:lnTo>
                    <a:pt x="21" y="154"/>
                  </a:lnTo>
                  <a:lnTo>
                    <a:pt x="21" y="156"/>
                  </a:lnTo>
                  <a:lnTo>
                    <a:pt x="20" y="156"/>
                  </a:lnTo>
                  <a:lnTo>
                    <a:pt x="18" y="155"/>
                  </a:lnTo>
                  <a:lnTo>
                    <a:pt x="17" y="151"/>
                  </a:lnTo>
                  <a:lnTo>
                    <a:pt x="18" y="150"/>
                  </a:lnTo>
                  <a:lnTo>
                    <a:pt x="18" y="146"/>
                  </a:lnTo>
                  <a:lnTo>
                    <a:pt x="20" y="146"/>
                  </a:lnTo>
                  <a:lnTo>
                    <a:pt x="20" y="140"/>
                  </a:lnTo>
                  <a:lnTo>
                    <a:pt x="21" y="140"/>
                  </a:lnTo>
                  <a:lnTo>
                    <a:pt x="21" y="139"/>
                  </a:lnTo>
                  <a:lnTo>
                    <a:pt x="20" y="139"/>
                  </a:lnTo>
                  <a:lnTo>
                    <a:pt x="22" y="137"/>
                  </a:lnTo>
                  <a:lnTo>
                    <a:pt x="21" y="135"/>
                  </a:lnTo>
                  <a:lnTo>
                    <a:pt x="22" y="134"/>
                  </a:lnTo>
                  <a:lnTo>
                    <a:pt x="21" y="133"/>
                  </a:lnTo>
                  <a:lnTo>
                    <a:pt x="22" y="129"/>
                  </a:lnTo>
                  <a:lnTo>
                    <a:pt x="22" y="127"/>
                  </a:lnTo>
                  <a:lnTo>
                    <a:pt x="24" y="126"/>
                  </a:lnTo>
                  <a:lnTo>
                    <a:pt x="24" y="122"/>
                  </a:lnTo>
                  <a:lnTo>
                    <a:pt x="26" y="121"/>
                  </a:lnTo>
                  <a:lnTo>
                    <a:pt x="29" y="113"/>
                  </a:lnTo>
                  <a:lnTo>
                    <a:pt x="30" y="113"/>
                  </a:lnTo>
                  <a:lnTo>
                    <a:pt x="30" y="109"/>
                  </a:lnTo>
                  <a:lnTo>
                    <a:pt x="29" y="106"/>
                  </a:lnTo>
                  <a:lnTo>
                    <a:pt x="29" y="102"/>
                  </a:lnTo>
                  <a:lnTo>
                    <a:pt x="29" y="100"/>
                  </a:lnTo>
                  <a:lnTo>
                    <a:pt x="28" y="97"/>
                  </a:lnTo>
                  <a:lnTo>
                    <a:pt x="26" y="96"/>
                  </a:lnTo>
                  <a:lnTo>
                    <a:pt x="26" y="93"/>
                  </a:lnTo>
                  <a:lnTo>
                    <a:pt x="26" y="90"/>
                  </a:lnTo>
                  <a:lnTo>
                    <a:pt x="28" y="89"/>
                  </a:lnTo>
                  <a:lnTo>
                    <a:pt x="26" y="84"/>
                  </a:lnTo>
                  <a:lnTo>
                    <a:pt x="22" y="80"/>
                  </a:lnTo>
                  <a:lnTo>
                    <a:pt x="18" y="77"/>
                  </a:lnTo>
                  <a:lnTo>
                    <a:pt x="16" y="73"/>
                  </a:lnTo>
                  <a:lnTo>
                    <a:pt x="16" y="72"/>
                  </a:lnTo>
                  <a:lnTo>
                    <a:pt x="14" y="68"/>
                  </a:lnTo>
                  <a:lnTo>
                    <a:pt x="17" y="65"/>
                  </a:lnTo>
                  <a:lnTo>
                    <a:pt x="17" y="64"/>
                  </a:lnTo>
                  <a:lnTo>
                    <a:pt x="16" y="58"/>
                  </a:lnTo>
                  <a:lnTo>
                    <a:pt x="16" y="56"/>
                  </a:lnTo>
                  <a:lnTo>
                    <a:pt x="18" y="55"/>
                  </a:lnTo>
                  <a:lnTo>
                    <a:pt x="18" y="52"/>
                  </a:lnTo>
                  <a:lnTo>
                    <a:pt x="16" y="52"/>
                  </a:lnTo>
                  <a:lnTo>
                    <a:pt x="16" y="50"/>
                  </a:lnTo>
                  <a:lnTo>
                    <a:pt x="14" y="46"/>
                  </a:lnTo>
                  <a:lnTo>
                    <a:pt x="12" y="46"/>
                  </a:lnTo>
                  <a:lnTo>
                    <a:pt x="9" y="39"/>
                  </a:lnTo>
                  <a:lnTo>
                    <a:pt x="7" y="37"/>
                  </a:lnTo>
                  <a:lnTo>
                    <a:pt x="5" y="35"/>
                  </a:lnTo>
                  <a:lnTo>
                    <a:pt x="4" y="34"/>
                  </a:lnTo>
                  <a:lnTo>
                    <a:pt x="3" y="30"/>
                  </a:lnTo>
                  <a:lnTo>
                    <a:pt x="0" y="30"/>
                  </a:lnTo>
                  <a:lnTo>
                    <a:pt x="0" y="27"/>
                  </a:lnTo>
                  <a:lnTo>
                    <a:pt x="3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19"/>
                  </a:lnTo>
                  <a:lnTo>
                    <a:pt x="7" y="18"/>
                  </a:lnTo>
                  <a:lnTo>
                    <a:pt x="5" y="14"/>
                  </a:lnTo>
                  <a:lnTo>
                    <a:pt x="8" y="12"/>
                  </a:lnTo>
                  <a:lnTo>
                    <a:pt x="12" y="13"/>
                  </a:lnTo>
                  <a:lnTo>
                    <a:pt x="14" y="10"/>
                  </a:lnTo>
                  <a:lnTo>
                    <a:pt x="17" y="12"/>
                  </a:lnTo>
                  <a:lnTo>
                    <a:pt x="18" y="10"/>
                  </a:lnTo>
                  <a:lnTo>
                    <a:pt x="18" y="6"/>
                  </a:lnTo>
                  <a:lnTo>
                    <a:pt x="20" y="5"/>
                  </a:lnTo>
                  <a:lnTo>
                    <a:pt x="22" y="6"/>
                  </a:lnTo>
                  <a:lnTo>
                    <a:pt x="24" y="5"/>
                  </a:lnTo>
                  <a:lnTo>
                    <a:pt x="22" y="2"/>
                  </a:lnTo>
                  <a:lnTo>
                    <a:pt x="22" y="1"/>
                  </a:lnTo>
                  <a:lnTo>
                    <a:pt x="25" y="1"/>
                  </a:lnTo>
                  <a:lnTo>
                    <a:pt x="28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" name="Freeform 365">
              <a:extLst>
                <a:ext uri="{FF2B5EF4-FFF2-40B4-BE49-F238E27FC236}">
                  <a16:creationId xmlns:a16="http://schemas.microsoft.com/office/drawing/2014/main" id="{03D0DCD5-B6DD-451B-B892-95ACE971A6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7046" y="4709670"/>
              <a:ext cx="961126" cy="2148932"/>
            </a:xfrm>
            <a:custGeom>
              <a:avLst/>
              <a:gdLst>
                <a:gd name="T0" fmla="*/ 18 w 106"/>
                <a:gd name="T1" fmla="*/ 125 h 237"/>
                <a:gd name="T2" fmla="*/ 61 w 106"/>
                <a:gd name="T3" fmla="*/ 6 h 237"/>
                <a:gd name="T4" fmla="*/ 68 w 106"/>
                <a:gd name="T5" fmla="*/ 23 h 237"/>
                <a:gd name="T6" fmla="*/ 62 w 106"/>
                <a:gd name="T7" fmla="*/ 35 h 237"/>
                <a:gd name="T8" fmla="*/ 58 w 106"/>
                <a:gd name="T9" fmla="*/ 44 h 237"/>
                <a:gd name="T10" fmla="*/ 62 w 106"/>
                <a:gd name="T11" fmla="*/ 53 h 237"/>
                <a:gd name="T12" fmla="*/ 72 w 106"/>
                <a:gd name="T13" fmla="*/ 58 h 237"/>
                <a:gd name="T14" fmla="*/ 81 w 106"/>
                <a:gd name="T15" fmla="*/ 65 h 237"/>
                <a:gd name="T16" fmla="*/ 87 w 106"/>
                <a:gd name="T17" fmla="*/ 70 h 237"/>
                <a:gd name="T18" fmla="*/ 83 w 106"/>
                <a:gd name="T19" fmla="*/ 81 h 237"/>
                <a:gd name="T20" fmla="*/ 91 w 106"/>
                <a:gd name="T21" fmla="*/ 87 h 237"/>
                <a:gd name="T22" fmla="*/ 106 w 106"/>
                <a:gd name="T23" fmla="*/ 87 h 237"/>
                <a:gd name="T24" fmla="*/ 97 w 106"/>
                <a:gd name="T25" fmla="*/ 99 h 237"/>
                <a:gd name="T26" fmla="*/ 89 w 106"/>
                <a:gd name="T27" fmla="*/ 107 h 237"/>
                <a:gd name="T28" fmla="*/ 79 w 106"/>
                <a:gd name="T29" fmla="*/ 112 h 237"/>
                <a:gd name="T30" fmla="*/ 69 w 106"/>
                <a:gd name="T31" fmla="*/ 125 h 237"/>
                <a:gd name="T32" fmla="*/ 69 w 106"/>
                <a:gd name="T33" fmla="*/ 136 h 237"/>
                <a:gd name="T34" fmla="*/ 81 w 106"/>
                <a:gd name="T35" fmla="*/ 152 h 237"/>
                <a:gd name="T36" fmla="*/ 82 w 106"/>
                <a:gd name="T37" fmla="*/ 166 h 237"/>
                <a:gd name="T38" fmla="*/ 87 w 106"/>
                <a:gd name="T39" fmla="*/ 182 h 237"/>
                <a:gd name="T40" fmla="*/ 93 w 106"/>
                <a:gd name="T41" fmla="*/ 199 h 237"/>
                <a:gd name="T42" fmla="*/ 94 w 106"/>
                <a:gd name="T43" fmla="*/ 215 h 237"/>
                <a:gd name="T44" fmla="*/ 87 w 106"/>
                <a:gd name="T45" fmla="*/ 231 h 237"/>
                <a:gd name="T46" fmla="*/ 83 w 106"/>
                <a:gd name="T47" fmla="*/ 227 h 237"/>
                <a:gd name="T48" fmla="*/ 86 w 106"/>
                <a:gd name="T49" fmla="*/ 219 h 237"/>
                <a:gd name="T50" fmla="*/ 85 w 106"/>
                <a:gd name="T51" fmla="*/ 208 h 237"/>
                <a:gd name="T52" fmla="*/ 82 w 106"/>
                <a:gd name="T53" fmla="*/ 192 h 237"/>
                <a:gd name="T54" fmla="*/ 77 w 106"/>
                <a:gd name="T55" fmla="*/ 187 h 237"/>
                <a:gd name="T56" fmla="*/ 74 w 106"/>
                <a:gd name="T57" fmla="*/ 171 h 237"/>
                <a:gd name="T58" fmla="*/ 70 w 106"/>
                <a:gd name="T59" fmla="*/ 157 h 237"/>
                <a:gd name="T60" fmla="*/ 65 w 106"/>
                <a:gd name="T61" fmla="*/ 154 h 237"/>
                <a:gd name="T62" fmla="*/ 60 w 106"/>
                <a:gd name="T63" fmla="*/ 142 h 237"/>
                <a:gd name="T64" fmla="*/ 60 w 106"/>
                <a:gd name="T65" fmla="*/ 149 h 237"/>
                <a:gd name="T66" fmla="*/ 52 w 106"/>
                <a:gd name="T67" fmla="*/ 152 h 237"/>
                <a:gd name="T68" fmla="*/ 49 w 106"/>
                <a:gd name="T69" fmla="*/ 156 h 237"/>
                <a:gd name="T70" fmla="*/ 40 w 106"/>
                <a:gd name="T71" fmla="*/ 161 h 237"/>
                <a:gd name="T72" fmla="*/ 32 w 106"/>
                <a:gd name="T73" fmla="*/ 164 h 237"/>
                <a:gd name="T74" fmla="*/ 29 w 106"/>
                <a:gd name="T75" fmla="*/ 162 h 237"/>
                <a:gd name="T76" fmla="*/ 32 w 106"/>
                <a:gd name="T77" fmla="*/ 144 h 237"/>
                <a:gd name="T78" fmla="*/ 27 w 106"/>
                <a:gd name="T79" fmla="*/ 129 h 237"/>
                <a:gd name="T80" fmla="*/ 22 w 106"/>
                <a:gd name="T81" fmla="*/ 121 h 237"/>
                <a:gd name="T82" fmla="*/ 14 w 106"/>
                <a:gd name="T83" fmla="*/ 116 h 237"/>
                <a:gd name="T84" fmla="*/ 16 w 106"/>
                <a:gd name="T85" fmla="*/ 116 h 237"/>
                <a:gd name="T86" fmla="*/ 15 w 106"/>
                <a:gd name="T87" fmla="*/ 111 h 237"/>
                <a:gd name="T88" fmla="*/ 8 w 106"/>
                <a:gd name="T89" fmla="*/ 108 h 237"/>
                <a:gd name="T90" fmla="*/ 3 w 106"/>
                <a:gd name="T91" fmla="*/ 103 h 237"/>
                <a:gd name="T92" fmla="*/ 3 w 106"/>
                <a:gd name="T93" fmla="*/ 91 h 237"/>
                <a:gd name="T94" fmla="*/ 8 w 106"/>
                <a:gd name="T95" fmla="*/ 82 h 237"/>
                <a:gd name="T96" fmla="*/ 11 w 106"/>
                <a:gd name="T97" fmla="*/ 66 h 237"/>
                <a:gd name="T98" fmla="*/ 20 w 106"/>
                <a:gd name="T99" fmla="*/ 54 h 237"/>
                <a:gd name="T100" fmla="*/ 25 w 106"/>
                <a:gd name="T101" fmla="*/ 29 h 237"/>
                <a:gd name="T102" fmla="*/ 35 w 106"/>
                <a:gd name="T103" fmla="*/ 11 h 237"/>
                <a:gd name="T104" fmla="*/ 47 w 106"/>
                <a:gd name="T105" fmla="*/ 6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6" h="237">
                  <a:moveTo>
                    <a:pt x="18" y="125"/>
                  </a:moveTo>
                  <a:lnTo>
                    <a:pt x="19" y="127"/>
                  </a:lnTo>
                  <a:lnTo>
                    <a:pt x="19" y="129"/>
                  </a:lnTo>
                  <a:lnTo>
                    <a:pt x="16" y="128"/>
                  </a:lnTo>
                  <a:lnTo>
                    <a:pt x="16" y="125"/>
                  </a:lnTo>
                  <a:lnTo>
                    <a:pt x="18" y="125"/>
                  </a:lnTo>
                  <a:close/>
                  <a:moveTo>
                    <a:pt x="49" y="0"/>
                  </a:moveTo>
                  <a:lnTo>
                    <a:pt x="52" y="2"/>
                  </a:lnTo>
                  <a:lnTo>
                    <a:pt x="54" y="0"/>
                  </a:lnTo>
                  <a:lnTo>
                    <a:pt x="57" y="0"/>
                  </a:lnTo>
                  <a:lnTo>
                    <a:pt x="58" y="3"/>
                  </a:lnTo>
                  <a:lnTo>
                    <a:pt x="61" y="6"/>
                  </a:lnTo>
                  <a:lnTo>
                    <a:pt x="61" y="8"/>
                  </a:lnTo>
                  <a:lnTo>
                    <a:pt x="64" y="8"/>
                  </a:lnTo>
                  <a:lnTo>
                    <a:pt x="65" y="11"/>
                  </a:lnTo>
                  <a:lnTo>
                    <a:pt x="65" y="15"/>
                  </a:lnTo>
                  <a:lnTo>
                    <a:pt x="68" y="19"/>
                  </a:lnTo>
                  <a:lnTo>
                    <a:pt x="68" y="23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5" y="32"/>
                  </a:lnTo>
                  <a:lnTo>
                    <a:pt x="64" y="35"/>
                  </a:lnTo>
                  <a:lnTo>
                    <a:pt x="62" y="35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2" y="40"/>
                  </a:lnTo>
                  <a:lnTo>
                    <a:pt x="61" y="40"/>
                  </a:lnTo>
                  <a:lnTo>
                    <a:pt x="60" y="41"/>
                  </a:lnTo>
                  <a:lnTo>
                    <a:pt x="58" y="44"/>
                  </a:lnTo>
                  <a:lnTo>
                    <a:pt x="60" y="45"/>
                  </a:lnTo>
                  <a:lnTo>
                    <a:pt x="58" y="46"/>
                  </a:lnTo>
                  <a:lnTo>
                    <a:pt x="58" y="49"/>
                  </a:lnTo>
                  <a:lnTo>
                    <a:pt x="60" y="49"/>
                  </a:lnTo>
                  <a:lnTo>
                    <a:pt x="61" y="50"/>
                  </a:lnTo>
                  <a:lnTo>
                    <a:pt x="62" y="53"/>
                  </a:lnTo>
                  <a:lnTo>
                    <a:pt x="62" y="56"/>
                  </a:lnTo>
                  <a:lnTo>
                    <a:pt x="64" y="58"/>
                  </a:lnTo>
                  <a:lnTo>
                    <a:pt x="66" y="56"/>
                  </a:lnTo>
                  <a:lnTo>
                    <a:pt x="72" y="54"/>
                  </a:lnTo>
                  <a:lnTo>
                    <a:pt x="73" y="57"/>
                  </a:lnTo>
                  <a:lnTo>
                    <a:pt x="72" y="58"/>
                  </a:lnTo>
                  <a:lnTo>
                    <a:pt x="73" y="60"/>
                  </a:lnTo>
                  <a:lnTo>
                    <a:pt x="76" y="58"/>
                  </a:lnTo>
                  <a:lnTo>
                    <a:pt x="77" y="61"/>
                  </a:lnTo>
                  <a:lnTo>
                    <a:pt x="76" y="62"/>
                  </a:lnTo>
                  <a:lnTo>
                    <a:pt x="77" y="65"/>
                  </a:lnTo>
                  <a:lnTo>
                    <a:pt x="81" y="65"/>
                  </a:lnTo>
                  <a:lnTo>
                    <a:pt x="79" y="66"/>
                  </a:lnTo>
                  <a:lnTo>
                    <a:pt x="81" y="67"/>
                  </a:lnTo>
                  <a:lnTo>
                    <a:pt x="81" y="67"/>
                  </a:lnTo>
                  <a:lnTo>
                    <a:pt x="85" y="66"/>
                  </a:lnTo>
                  <a:lnTo>
                    <a:pt x="87" y="67"/>
                  </a:lnTo>
                  <a:lnTo>
                    <a:pt x="87" y="70"/>
                  </a:lnTo>
                  <a:lnTo>
                    <a:pt x="86" y="71"/>
                  </a:lnTo>
                  <a:lnTo>
                    <a:pt x="86" y="74"/>
                  </a:lnTo>
                  <a:lnTo>
                    <a:pt x="83" y="78"/>
                  </a:lnTo>
                  <a:lnTo>
                    <a:pt x="81" y="79"/>
                  </a:lnTo>
                  <a:lnTo>
                    <a:pt x="81" y="81"/>
                  </a:lnTo>
                  <a:lnTo>
                    <a:pt x="83" y="81"/>
                  </a:lnTo>
                  <a:lnTo>
                    <a:pt x="87" y="81"/>
                  </a:lnTo>
                  <a:lnTo>
                    <a:pt x="87" y="82"/>
                  </a:lnTo>
                  <a:lnTo>
                    <a:pt x="89" y="79"/>
                  </a:lnTo>
                  <a:lnTo>
                    <a:pt x="91" y="82"/>
                  </a:lnTo>
                  <a:lnTo>
                    <a:pt x="90" y="85"/>
                  </a:lnTo>
                  <a:lnTo>
                    <a:pt x="91" y="87"/>
                  </a:lnTo>
                  <a:lnTo>
                    <a:pt x="94" y="89"/>
                  </a:lnTo>
                  <a:lnTo>
                    <a:pt x="95" y="87"/>
                  </a:lnTo>
                  <a:lnTo>
                    <a:pt x="98" y="87"/>
                  </a:lnTo>
                  <a:lnTo>
                    <a:pt x="103" y="85"/>
                  </a:lnTo>
                  <a:lnTo>
                    <a:pt x="106" y="86"/>
                  </a:lnTo>
                  <a:lnTo>
                    <a:pt x="106" y="87"/>
                  </a:lnTo>
                  <a:lnTo>
                    <a:pt x="102" y="91"/>
                  </a:lnTo>
                  <a:lnTo>
                    <a:pt x="99" y="91"/>
                  </a:lnTo>
                  <a:lnTo>
                    <a:pt x="99" y="94"/>
                  </a:lnTo>
                  <a:lnTo>
                    <a:pt x="98" y="95"/>
                  </a:lnTo>
                  <a:lnTo>
                    <a:pt x="98" y="96"/>
                  </a:lnTo>
                  <a:lnTo>
                    <a:pt x="97" y="99"/>
                  </a:lnTo>
                  <a:lnTo>
                    <a:pt x="95" y="99"/>
                  </a:lnTo>
                  <a:lnTo>
                    <a:pt x="93" y="102"/>
                  </a:lnTo>
                  <a:lnTo>
                    <a:pt x="90" y="103"/>
                  </a:lnTo>
                  <a:lnTo>
                    <a:pt x="87" y="103"/>
                  </a:lnTo>
                  <a:lnTo>
                    <a:pt x="87" y="104"/>
                  </a:lnTo>
                  <a:lnTo>
                    <a:pt x="89" y="107"/>
                  </a:lnTo>
                  <a:lnTo>
                    <a:pt x="87" y="108"/>
                  </a:lnTo>
                  <a:lnTo>
                    <a:pt x="85" y="107"/>
                  </a:lnTo>
                  <a:lnTo>
                    <a:pt x="83" y="108"/>
                  </a:lnTo>
                  <a:lnTo>
                    <a:pt x="83" y="112"/>
                  </a:lnTo>
                  <a:lnTo>
                    <a:pt x="82" y="114"/>
                  </a:lnTo>
                  <a:lnTo>
                    <a:pt x="79" y="112"/>
                  </a:lnTo>
                  <a:lnTo>
                    <a:pt x="77" y="115"/>
                  </a:lnTo>
                  <a:lnTo>
                    <a:pt x="73" y="114"/>
                  </a:lnTo>
                  <a:lnTo>
                    <a:pt x="70" y="116"/>
                  </a:lnTo>
                  <a:lnTo>
                    <a:pt x="72" y="120"/>
                  </a:lnTo>
                  <a:lnTo>
                    <a:pt x="69" y="121"/>
                  </a:lnTo>
                  <a:lnTo>
                    <a:pt x="69" y="125"/>
                  </a:lnTo>
                  <a:lnTo>
                    <a:pt x="70" y="127"/>
                  </a:lnTo>
                  <a:lnTo>
                    <a:pt x="68" y="128"/>
                  </a:lnTo>
                  <a:lnTo>
                    <a:pt x="65" y="129"/>
                  </a:lnTo>
                  <a:lnTo>
                    <a:pt x="65" y="132"/>
                  </a:lnTo>
                  <a:lnTo>
                    <a:pt x="68" y="132"/>
                  </a:lnTo>
                  <a:lnTo>
                    <a:pt x="69" y="136"/>
                  </a:lnTo>
                  <a:lnTo>
                    <a:pt x="70" y="137"/>
                  </a:lnTo>
                  <a:lnTo>
                    <a:pt x="72" y="139"/>
                  </a:lnTo>
                  <a:lnTo>
                    <a:pt x="74" y="141"/>
                  </a:lnTo>
                  <a:lnTo>
                    <a:pt x="77" y="148"/>
                  </a:lnTo>
                  <a:lnTo>
                    <a:pt x="79" y="148"/>
                  </a:lnTo>
                  <a:lnTo>
                    <a:pt x="81" y="152"/>
                  </a:lnTo>
                  <a:lnTo>
                    <a:pt x="81" y="154"/>
                  </a:lnTo>
                  <a:lnTo>
                    <a:pt x="83" y="154"/>
                  </a:lnTo>
                  <a:lnTo>
                    <a:pt x="83" y="157"/>
                  </a:lnTo>
                  <a:lnTo>
                    <a:pt x="81" y="158"/>
                  </a:lnTo>
                  <a:lnTo>
                    <a:pt x="81" y="160"/>
                  </a:lnTo>
                  <a:lnTo>
                    <a:pt x="82" y="166"/>
                  </a:lnTo>
                  <a:lnTo>
                    <a:pt x="82" y="167"/>
                  </a:lnTo>
                  <a:lnTo>
                    <a:pt x="79" y="170"/>
                  </a:lnTo>
                  <a:lnTo>
                    <a:pt x="81" y="174"/>
                  </a:lnTo>
                  <a:lnTo>
                    <a:pt x="81" y="175"/>
                  </a:lnTo>
                  <a:lnTo>
                    <a:pt x="83" y="179"/>
                  </a:lnTo>
                  <a:lnTo>
                    <a:pt x="87" y="182"/>
                  </a:lnTo>
                  <a:lnTo>
                    <a:pt x="91" y="186"/>
                  </a:lnTo>
                  <a:lnTo>
                    <a:pt x="93" y="191"/>
                  </a:lnTo>
                  <a:lnTo>
                    <a:pt x="91" y="192"/>
                  </a:lnTo>
                  <a:lnTo>
                    <a:pt x="91" y="195"/>
                  </a:lnTo>
                  <a:lnTo>
                    <a:pt x="91" y="198"/>
                  </a:lnTo>
                  <a:lnTo>
                    <a:pt x="93" y="199"/>
                  </a:lnTo>
                  <a:lnTo>
                    <a:pt x="94" y="202"/>
                  </a:lnTo>
                  <a:lnTo>
                    <a:pt x="94" y="204"/>
                  </a:lnTo>
                  <a:lnTo>
                    <a:pt x="94" y="208"/>
                  </a:lnTo>
                  <a:lnTo>
                    <a:pt x="95" y="211"/>
                  </a:lnTo>
                  <a:lnTo>
                    <a:pt x="95" y="215"/>
                  </a:lnTo>
                  <a:lnTo>
                    <a:pt x="94" y="215"/>
                  </a:lnTo>
                  <a:lnTo>
                    <a:pt x="91" y="223"/>
                  </a:lnTo>
                  <a:lnTo>
                    <a:pt x="89" y="224"/>
                  </a:lnTo>
                  <a:lnTo>
                    <a:pt x="89" y="228"/>
                  </a:lnTo>
                  <a:lnTo>
                    <a:pt x="87" y="229"/>
                  </a:lnTo>
                  <a:lnTo>
                    <a:pt x="87" y="231"/>
                  </a:lnTo>
                  <a:lnTo>
                    <a:pt x="87" y="231"/>
                  </a:lnTo>
                  <a:lnTo>
                    <a:pt x="86" y="233"/>
                  </a:lnTo>
                  <a:lnTo>
                    <a:pt x="86" y="237"/>
                  </a:lnTo>
                  <a:lnTo>
                    <a:pt x="85" y="233"/>
                  </a:lnTo>
                  <a:lnTo>
                    <a:pt x="85" y="229"/>
                  </a:lnTo>
                  <a:lnTo>
                    <a:pt x="83" y="228"/>
                  </a:lnTo>
                  <a:lnTo>
                    <a:pt x="83" y="227"/>
                  </a:lnTo>
                  <a:lnTo>
                    <a:pt x="85" y="228"/>
                  </a:lnTo>
                  <a:lnTo>
                    <a:pt x="85" y="227"/>
                  </a:lnTo>
                  <a:lnTo>
                    <a:pt x="87" y="224"/>
                  </a:lnTo>
                  <a:lnTo>
                    <a:pt x="87" y="223"/>
                  </a:lnTo>
                  <a:lnTo>
                    <a:pt x="86" y="221"/>
                  </a:lnTo>
                  <a:lnTo>
                    <a:pt x="86" y="219"/>
                  </a:lnTo>
                  <a:lnTo>
                    <a:pt x="87" y="219"/>
                  </a:lnTo>
                  <a:lnTo>
                    <a:pt x="87" y="217"/>
                  </a:lnTo>
                  <a:lnTo>
                    <a:pt x="86" y="214"/>
                  </a:lnTo>
                  <a:lnTo>
                    <a:pt x="89" y="212"/>
                  </a:lnTo>
                  <a:lnTo>
                    <a:pt x="86" y="211"/>
                  </a:lnTo>
                  <a:lnTo>
                    <a:pt x="85" y="208"/>
                  </a:lnTo>
                  <a:lnTo>
                    <a:pt x="85" y="206"/>
                  </a:lnTo>
                  <a:lnTo>
                    <a:pt x="86" y="204"/>
                  </a:lnTo>
                  <a:lnTo>
                    <a:pt x="85" y="203"/>
                  </a:lnTo>
                  <a:lnTo>
                    <a:pt x="85" y="202"/>
                  </a:lnTo>
                  <a:lnTo>
                    <a:pt x="83" y="194"/>
                  </a:lnTo>
                  <a:lnTo>
                    <a:pt x="82" y="192"/>
                  </a:lnTo>
                  <a:lnTo>
                    <a:pt x="81" y="190"/>
                  </a:lnTo>
                  <a:lnTo>
                    <a:pt x="79" y="187"/>
                  </a:lnTo>
                  <a:lnTo>
                    <a:pt x="79" y="191"/>
                  </a:lnTo>
                  <a:lnTo>
                    <a:pt x="78" y="191"/>
                  </a:lnTo>
                  <a:lnTo>
                    <a:pt x="78" y="190"/>
                  </a:lnTo>
                  <a:lnTo>
                    <a:pt x="77" y="187"/>
                  </a:lnTo>
                  <a:lnTo>
                    <a:pt x="78" y="182"/>
                  </a:lnTo>
                  <a:lnTo>
                    <a:pt x="76" y="181"/>
                  </a:lnTo>
                  <a:lnTo>
                    <a:pt x="76" y="178"/>
                  </a:lnTo>
                  <a:lnTo>
                    <a:pt x="77" y="177"/>
                  </a:lnTo>
                  <a:lnTo>
                    <a:pt x="74" y="175"/>
                  </a:lnTo>
                  <a:lnTo>
                    <a:pt x="74" y="171"/>
                  </a:lnTo>
                  <a:lnTo>
                    <a:pt x="73" y="171"/>
                  </a:lnTo>
                  <a:lnTo>
                    <a:pt x="72" y="162"/>
                  </a:lnTo>
                  <a:lnTo>
                    <a:pt x="70" y="161"/>
                  </a:lnTo>
                  <a:lnTo>
                    <a:pt x="70" y="160"/>
                  </a:lnTo>
                  <a:lnTo>
                    <a:pt x="70" y="158"/>
                  </a:lnTo>
                  <a:lnTo>
                    <a:pt x="70" y="157"/>
                  </a:lnTo>
                  <a:lnTo>
                    <a:pt x="69" y="154"/>
                  </a:lnTo>
                  <a:lnTo>
                    <a:pt x="70" y="153"/>
                  </a:lnTo>
                  <a:lnTo>
                    <a:pt x="70" y="152"/>
                  </a:lnTo>
                  <a:lnTo>
                    <a:pt x="69" y="153"/>
                  </a:lnTo>
                  <a:lnTo>
                    <a:pt x="68" y="154"/>
                  </a:lnTo>
                  <a:lnTo>
                    <a:pt x="65" y="154"/>
                  </a:lnTo>
                  <a:lnTo>
                    <a:pt x="65" y="152"/>
                  </a:lnTo>
                  <a:lnTo>
                    <a:pt x="64" y="150"/>
                  </a:lnTo>
                  <a:lnTo>
                    <a:pt x="61" y="145"/>
                  </a:lnTo>
                  <a:lnTo>
                    <a:pt x="61" y="144"/>
                  </a:lnTo>
                  <a:lnTo>
                    <a:pt x="60" y="144"/>
                  </a:lnTo>
                  <a:lnTo>
                    <a:pt x="60" y="142"/>
                  </a:lnTo>
                  <a:lnTo>
                    <a:pt x="58" y="141"/>
                  </a:lnTo>
                  <a:lnTo>
                    <a:pt x="60" y="142"/>
                  </a:lnTo>
                  <a:lnTo>
                    <a:pt x="58" y="144"/>
                  </a:lnTo>
                  <a:lnTo>
                    <a:pt x="58" y="145"/>
                  </a:lnTo>
                  <a:lnTo>
                    <a:pt x="60" y="146"/>
                  </a:lnTo>
                  <a:lnTo>
                    <a:pt x="60" y="149"/>
                  </a:lnTo>
                  <a:lnTo>
                    <a:pt x="58" y="150"/>
                  </a:lnTo>
                  <a:lnTo>
                    <a:pt x="58" y="152"/>
                  </a:lnTo>
                  <a:lnTo>
                    <a:pt x="56" y="154"/>
                  </a:lnTo>
                  <a:lnTo>
                    <a:pt x="54" y="153"/>
                  </a:lnTo>
                  <a:lnTo>
                    <a:pt x="53" y="152"/>
                  </a:lnTo>
                  <a:lnTo>
                    <a:pt x="52" y="152"/>
                  </a:lnTo>
                  <a:lnTo>
                    <a:pt x="53" y="153"/>
                  </a:lnTo>
                  <a:lnTo>
                    <a:pt x="53" y="154"/>
                  </a:lnTo>
                  <a:lnTo>
                    <a:pt x="54" y="154"/>
                  </a:lnTo>
                  <a:lnTo>
                    <a:pt x="52" y="157"/>
                  </a:lnTo>
                  <a:lnTo>
                    <a:pt x="50" y="157"/>
                  </a:lnTo>
                  <a:lnTo>
                    <a:pt x="49" y="156"/>
                  </a:lnTo>
                  <a:lnTo>
                    <a:pt x="48" y="158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61"/>
                  </a:lnTo>
                  <a:lnTo>
                    <a:pt x="40" y="162"/>
                  </a:lnTo>
                  <a:lnTo>
                    <a:pt x="39" y="162"/>
                  </a:lnTo>
                  <a:lnTo>
                    <a:pt x="37" y="161"/>
                  </a:lnTo>
                  <a:lnTo>
                    <a:pt x="33" y="162"/>
                  </a:lnTo>
                  <a:lnTo>
                    <a:pt x="33" y="164"/>
                  </a:lnTo>
                  <a:lnTo>
                    <a:pt x="32" y="164"/>
                  </a:lnTo>
                  <a:lnTo>
                    <a:pt x="32" y="161"/>
                  </a:lnTo>
                  <a:lnTo>
                    <a:pt x="35" y="157"/>
                  </a:lnTo>
                  <a:lnTo>
                    <a:pt x="35" y="153"/>
                  </a:lnTo>
                  <a:lnTo>
                    <a:pt x="33" y="157"/>
                  </a:lnTo>
                  <a:lnTo>
                    <a:pt x="31" y="160"/>
                  </a:lnTo>
                  <a:lnTo>
                    <a:pt x="29" y="162"/>
                  </a:lnTo>
                  <a:lnTo>
                    <a:pt x="29" y="161"/>
                  </a:lnTo>
                  <a:lnTo>
                    <a:pt x="29" y="160"/>
                  </a:lnTo>
                  <a:lnTo>
                    <a:pt x="29" y="158"/>
                  </a:lnTo>
                  <a:lnTo>
                    <a:pt x="31" y="146"/>
                  </a:lnTo>
                  <a:lnTo>
                    <a:pt x="33" y="144"/>
                  </a:lnTo>
                  <a:lnTo>
                    <a:pt x="32" y="144"/>
                  </a:lnTo>
                  <a:lnTo>
                    <a:pt x="31" y="139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8" y="132"/>
                  </a:lnTo>
                  <a:lnTo>
                    <a:pt x="29" y="131"/>
                  </a:lnTo>
                  <a:lnTo>
                    <a:pt x="27" y="129"/>
                  </a:lnTo>
                  <a:lnTo>
                    <a:pt x="27" y="127"/>
                  </a:lnTo>
                  <a:lnTo>
                    <a:pt x="25" y="124"/>
                  </a:lnTo>
                  <a:lnTo>
                    <a:pt x="24" y="123"/>
                  </a:lnTo>
                  <a:lnTo>
                    <a:pt x="24" y="120"/>
                  </a:lnTo>
                  <a:lnTo>
                    <a:pt x="22" y="119"/>
                  </a:lnTo>
                  <a:lnTo>
                    <a:pt x="22" y="121"/>
                  </a:lnTo>
                  <a:lnTo>
                    <a:pt x="23" y="125"/>
                  </a:lnTo>
                  <a:lnTo>
                    <a:pt x="19" y="124"/>
                  </a:lnTo>
                  <a:lnTo>
                    <a:pt x="16" y="121"/>
                  </a:lnTo>
                  <a:lnTo>
                    <a:pt x="16" y="120"/>
                  </a:lnTo>
                  <a:lnTo>
                    <a:pt x="14" y="117"/>
                  </a:lnTo>
                  <a:lnTo>
                    <a:pt x="14" y="116"/>
                  </a:lnTo>
                  <a:lnTo>
                    <a:pt x="16" y="116"/>
                  </a:lnTo>
                  <a:lnTo>
                    <a:pt x="16" y="119"/>
                  </a:lnTo>
                  <a:lnTo>
                    <a:pt x="19" y="119"/>
                  </a:lnTo>
                  <a:lnTo>
                    <a:pt x="19" y="119"/>
                  </a:lnTo>
                  <a:lnTo>
                    <a:pt x="19" y="119"/>
                  </a:lnTo>
                  <a:lnTo>
                    <a:pt x="16" y="116"/>
                  </a:lnTo>
                  <a:lnTo>
                    <a:pt x="19" y="116"/>
                  </a:lnTo>
                  <a:lnTo>
                    <a:pt x="20" y="117"/>
                  </a:lnTo>
                  <a:lnTo>
                    <a:pt x="22" y="116"/>
                  </a:lnTo>
                  <a:lnTo>
                    <a:pt x="22" y="115"/>
                  </a:lnTo>
                  <a:lnTo>
                    <a:pt x="19" y="111"/>
                  </a:lnTo>
                  <a:lnTo>
                    <a:pt x="15" y="111"/>
                  </a:lnTo>
                  <a:lnTo>
                    <a:pt x="14" y="108"/>
                  </a:lnTo>
                  <a:lnTo>
                    <a:pt x="12" y="108"/>
                  </a:lnTo>
                  <a:lnTo>
                    <a:pt x="11" y="107"/>
                  </a:lnTo>
                  <a:lnTo>
                    <a:pt x="11" y="108"/>
                  </a:lnTo>
                  <a:lnTo>
                    <a:pt x="10" y="108"/>
                  </a:lnTo>
                  <a:lnTo>
                    <a:pt x="8" y="108"/>
                  </a:lnTo>
                  <a:lnTo>
                    <a:pt x="11" y="106"/>
                  </a:lnTo>
                  <a:lnTo>
                    <a:pt x="8" y="106"/>
                  </a:lnTo>
                  <a:lnTo>
                    <a:pt x="7" y="104"/>
                  </a:lnTo>
                  <a:lnTo>
                    <a:pt x="7" y="106"/>
                  </a:lnTo>
                  <a:lnTo>
                    <a:pt x="8" y="107"/>
                  </a:lnTo>
                  <a:lnTo>
                    <a:pt x="3" y="103"/>
                  </a:lnTo>
                  <a:lnTo>
                    <a:pt x="2" y="99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96"/>
                  </a:lnTo>
                  <a:lnTo>
                    <a:pt x="0" y="94"/>
                  </a:lnTo>
                  <a:lnTo>
                    <a:pt x="3" y="91"/>
                  </a:lnTo>
                  <a:lnTo>
                    <a:pt x="4" y="92"/>
                  </a:lnTo>
                  <a:lnTo>
                    <a:pt x="4" y="89"/>
                  </a:lnTo>
                  <a:lnTo>
                    <a:pt x="4" y="85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2"/>
                  </a:lnTo>
                  <a:lnTo>
                    <a:pt x="10" y="79"/>
                  </a:lnTo>
                  <a:lnTo>
                    <a:pt x="8" y="77"/>
                  </a:lnTo>
                  <a:lnTo>
                    <a:pt x="10" y="73"/>
                  </a:lnTo>
                  <a:lnTo>
                    <a:pt x="8" y="70"/>
                  </a:lnTo>
                  <a:lnTo>
                    <a:pt x="11" y="70"/>
                  </a:lnTo>
                  <a:lnTo>
                    <a:pt x="11" y="66"/>
                  </a:lnTo>
                  <a:lnTo>
                    <a:pt x="11" y="64"/>
                  </a:lnTo>
                  <a:lnTo>
                    <a:pt x="10" y="57"/>
                  </a:lnTo>
                  <a:lnTo>
                    <a:pt x="12" y="57"/>
                  </a:lnTo>
                  <a:lnTo>
                    <a:pt x="15" y="58"/>
                  </a:lnTo>
                  <a:lnTo>
                    <a:pt x="18" y="58"/>
                  </a:lnTo>
                  <a:lnTo>
                    <a:pt x="20" y="54"/>
                  </a:lnTo>
                  <a:lnTo>
                    <a:pt x="20" y="49"/>
                  </a:lnTo>
                  <a:lnTo>
                    <a:pt x="23" y="42"/>
                  </a:lnTo>
                  <a:lnTo>
                    <a:pt x="20" y="41"/>
                  </a:lnTo>
                  <a:lnTo>
                    <a:pt x="20" y="40"/>
                  </a:lnTo>
                  <a:lnTo>
                    <a:pt x="24" y="35"/>
                  </a:lnTo>
                  <a:lnTo>
                    <a:pt x="25" y="29"/>
                  </a:lnTo>
                  <a:lnTo>
                    <a:pt x="24" y="28"/>
                  </a:lnTo>
                  <a:lnTo>
                    <a:pt x="24" y="25"/>
                  </a:lnTo>
                  <a:lnTo>
                    <a:pt x="28" y="19"/>
                  </a:lnTo>
                  <a:lnTo>
                    <a:pt x="31" y="17"/>
                  </a:lnTo>
                  <a:lnTo>
                    <a:pt x="35" y="15"/>
                  </a:lnTo>
                  <a:lnTo>
                    <a:pt x="35" y="11"/>
                  </a:lnTo>
                  <a:lnTo>
                    <a:pt x="39" y="11"/>
                  </a:lnTo>
                  <a:lnTo>
                    <a:pt x="43" y="8"/>
                  </a:lnTo>
                  <a:lnTo>
                    <a:pt x="44" y="10"/>
                  </a:lnTo>
                  <a:lnTo>
                    <a:pt x="47" y="11"/>
                  </a:lnTo>
                  <a:lnTo>
                    <a:pt x="47" y="8"/>
                  </a:lnTo>
                  <a:lnTo>
                    <a:pt x="47" y="6"/>
                  </a:lnTo>
                  <a:lnTo>
                    <a:pt x="48" y="3"/>
                  </a:lnTo>
                  <a:lnTo>
                    <a:pt x="48" y="2"/>
                  </a:lnTo>
                  <a:lnTo>
                    <a:pt x="48" y="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" name="Freeform 367">
              <a:extLst>
                <a:ext uri="{FF2B5EF4-FFF2-40B4-BE49-F238E27FC236}">
                  <a16:creationId xmlns:a16="http://schemas.microsoft.com/office/drawing/2014/main" id="{FD40DFDE-35CB-4DBA-85BB-92664FB9A3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1954" y="4120302"/>
              <a:ext cx="3010315" cy="2946850"/>
            </a:xfrm>
            <a:custGeom>
              <a:avLst/>
              <a:gdLst>
                <a:gd name="T0" fmla="*/ 236 w 332"/>
                <a:gd name="T1" fmla="*/ 154 h 325"/>
                <a:gd name="T2" fmla="*/ 234 w 332"/>
                <a:gd name="T3" fmla="*/ 155 h 325"/>
                <a:gd name="T4" fmla="*/ 99 w 332"/>
                <a:gd name="T5" fmla="*/ 7 h 325"/>
                <a:gd name="T6" fmla="*/ 111 w 332"/>
                <a:gd name="T7" fmla="*/ 23 h 325"/>
                <a:gd name="T8" fmla="*/ 122 w 332"/>
                <a:gd name="T9" fmla="*/ 31 h 325"/>
                <a:gd name="T10" fmla="*/ 133 w 332"/>
                <a:gd name="T11" fmla="*/ 50 h 325"/>
                <a:gd name="T12" fmla="*/ 149 w 332"/>
                <a:gd name="T13" fmla="*/ 69 h 325"/>
                <a:gd name="T14" fmla="*/ 186 w 332"/>
                <a:gd name="T15" fmla="*/ 80 h 325"/>
                <a:gd name="T16" fmla="*/ 228 w 332"/>
                <a:gd name="T17" fmla="*/ 89 h 325"/>
                <a:gd name="T18" fmla="*/ 233 w 332"/>
                <a:gd name="T19" fmla="*/ 75 h 325"/>
                <a:gd name="T20" fmla="*/ 252 w 332"/>
                <a:gd name="T21" fmla="*/ 88 h 325"/>
                <a:gd name="T22" fmla="*/ 267 w 332"/>
                <a:gd name="T23" fmla="*/ 76 h 325"/>
                <a:gd name="T24" fmla="*/ 280 w 332"/>
                <a:gd name="T25" fmla="*/ 64 h 325"/>
                <a:gd name="T26" fmla="*/ 299 w 332"/>
                <a:gd name="T27" fmla="*/ 50 h 325"/>
                <a:gd name="T28" fmla="*/ 320 w 332"/>
                <a:gd name="T29" fmla="*/ 48 h 325"/>
                <a:gd name="T30" fmla="*/ 323 w 332"/>
                <a:gd name="T31" fmla="*/ 61 h 325"/>
                <a:gd name="T32" fmla="*/ 331 w 332"/>
                <a:gd name="T33" fmla="*/ 76 h 325"/>
                <a:gd name="T34" fmla="*/ 308 w 332"/>
                <a:gd name="T35" fmla="*/ 93 h 325"/>
                <a:gd name="T36" fmla="*/ 299 w 332"/>
                <a:gd name="T37" fmla="*/ 123 h 325"/>
                <a:gd name="T38" fmla="*/ 294 w 332"/>
                <a:gd name="T39" fmla="*/ 144 h 325"/>
                <a:gd name="T40" fmla="*/ 287 w 332"/>
                <a:gd name="T41" fmla="*/ 148 h 325"/>
                <a:gd name="T42" fmla="*/ 279 w 332"/>
                <a:gd name="T43" fmla="*/ 127 h 325"/>
                <a:gd name="T44" fmla="*/ 275 w 332"/>
                <a:gd name="T45" fmla="*/ 135 h 325"/>
                <a:gd name="T46" fmla="*/ 273 w 332"/>
                <a:gd name="T47" fmla="*/ 121 h 325"/>
                <a:gd name="T48" fmla="*/ 279 w 332"/>
                <a:gd name="T49" fmla="*/ 109 h 325"/>
                <a:gd name="T50" fmla="*/ 254 w 332"/>
                <a:gd name="T51" fmla="*/ 105 h 325"/>
                <a:gd name="T52" fmla="*/ 245 w 332"/>
                <a:gd name="T53" fmla="*/ 94 h 325"/>
                <a:gd name="T54" fmla="*/ 236 w 332"/>
                <a:gd name="T55" fmla="*/ 90 h 325"/>
                <a:gd name="T56" fmla="*/ 229 w 332"/>
                <a:gd name="T57" fmla="*/ 97 h 325"/>
                <a:gd name="T58" fmla="*/ 234 w 332"/>
                <a:gd name="T59" fmla="*/ 107 h 325"/>
                <a:gd name="T60" fmla="*/ 241 w 332"/>
                <a:gd name="T61" fmla="*/ 132 h 325"/>
                <a:gd name="T62" fmla="*/ 244 w 332"/>
                <a:gd name="T63" fmla="*/ 152 h 325"/>
                <a:gd name="T64" fmla="*/ 238 w 332"/>
                <a:gd name="T65" fmla="*/ 152 h 325"/>
                <a:gd name="T66" fmla="*/ 234 w 332"/>
                <a:gd name="T67" fmla="*/ 147 h 325"/>
                <a:gd name="T68" fmla="*/ 221 w 332"/>
                <a:gd name="T69" fmla="*/ 163 h 325"/>
                <a:gd name="T70" fmla="*/ 215 w 332"/>
                <a:gd name="T71" fmla="*/ 177 h 325"/>
                <a:gd name="T72" fmla="*/ 204 w 332"/>
                <a:gd name="T73" fmla="*/ 181 h 325"/>
                <a:gd name="T74" fmla="*/ 173 w 332"/>
                <a:gd name="T75" fmla="*/ 213 h 325"/>
                <a:gd name="T76" fmla="*/ 155 w 332"/>
                <a:gd name="T77" fmla="*/ 230 h 325"/>
                <a:gd name="T78" fmla="*/ 149 w 332"/>
                <a:gd name="T79" fmla="*/ 259 h 325"/>
                <a:gd name="T80" fmla="*/ 146 w 332"/>
                <a:gd name="T81" fmla="*/ 298 h 325"/>
                <a:gd name="T82" fmla="*/ 142 w 332"/>
                <a:gd name="T83" fmla="*/ 311 h 325"/>
                <a:gd name="T84" fmla="*/ 128 w 332"/>
                <a:gd name="T85" fmla="*/ 318 h 325"/>
                <a:gd name="T86" fmla="*/ 105 w 332"/>
                <a:gd name="T87" fmla="*/ 300 h 325"/>
                <a:gd name="T88" fmla="*/ 90 w 332"/>
                <a:gd name="T89" fmla="*/ 275 h 325"/>
                <a:gd name="T90" fmla="*/ 80 w 332"/>
                <a:gd name="T91" fmla="*/ 246 h 325"/>
                <a:gd name="T92" fmla="*/ 68 w 332"/>
                <a:gd name="T93" fmla="*/ 229 h 325"/>
                <a:gd name="T94" fmla="*/ 61 w 332"/>
                <a:gd name="T95" fmla="*/ 193 h 325"/>
                <a:gd name="T96" fmla="*/ 55 w 332"/>
                <a:gd name="T97" fmla="*/ 168 h 325"/>
                <a:gd name="T98" fmla="*/ 51 w 332"/>
                <a:gd name="T99" fmla="*/ 155 h 325"/>
                <a:gd name="T100" fmla="*/ 53 w 332"/>
                <a:gd name="T101" fmla="*/ 146 h 325"/>
                <a:gd name="T102" fmla="*/ 46 w 332"/>
                <a:gd name="T103" fmla="*/ 161 h 325"/>
                <a:gd name="T104" fmla="*/ 13 w 332"/>
                <a:gd name="T105" fmla="*/ 154 h 325"/>
                <a:gd name="T106" fmla="*/ 15 w 332"/>
                <a:gd name="T107" fmla="*/ 148 h 325"/>
                <a:gd name="T108" fmla="*/ 25 w 332"/>
                <a:gd name="T109" fmla="*/ 138 h 325"/>
                <a:gd name="T110" fmla="*/ 1 w 332"/>
                <a:gd name="T111" fmla="*/ 135 h 325"/>
                <a:gd name="T112" fmla="*/ 5 w 332"/>
                <a:gd name="T113" fmla="*/ 122 h 325"/>
                <a:gd name="T114" fmla="*/ 28 w 332"/>
                <a:gd name="T115" fmla="*/ 121 h 325"/>
                <a:gd name="T116" fmla="*/ 17 w 332"/>
                <a:gd name="T117" fmla="*/ 101 h 325"/>
                <a:gd name="T118" fmla="*/ 9 w 332"/>
                <a:gd name="T119" fmla="*/ 81 h 325"/>
                <a:gd name="T120" fmla="*/ 28 w 332"/>
                <a:gd name="T121" fmla="*/ 73 h 325"/>
                <a:gd name="T122" fmla="*/ 54 w 332"/>
                <a:gd name="T123" fmla="*/ 43 h 325"/>
                <a:gd name="T124" fmla="*/ 61 w 332"/>
                <a:gd name="T125" fmla="*/ 17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32" h="325">
                  <a:moveTo>
                    <a:pt x="241" y="154"/>
                  </a:moveTo>
                  <a:lnTo>
                    <a:pt x="241" y="155"/>
                  </a:lnTo>
                  <a:lnTo>
                    <a:pt x="241" y="156"/>
                  </a:lnTo>
                  <a:lnTo>
                    <a:pt x="241" y="154"/>
                  </a:lnTo>
                  <a:close/>
                  <a:moveTo>
                    <a:pt x="236" y="154"/>
                  </a:moveTo>
                  <a:lnTo>
                    <a:pt x="237" y="155"/>
                  </a:lnTo>
                  <a:lnTo>
                    <a:pt x="238" y="156"/>
                  </a:lnTo>
                  <a:lnTo>
                    <a:pt x="237" y="155"/>
                  </a:lnTo>
                  <a:lnTo>
                    <a:pt x="236" y="154"/>
                  </a:lnTo>
                  <a:close/>
                  <a:moveTo>
                    <a:pt x="240" y="152"/>
                  </a:moveTo>
                  <a:lnTo>
                    <a:pt x="240" y="154"/>
                  </a:lnTo>
                  <a:lnTo>
                    <a:pt x="240" y="155"/>
                  </a:lnTo>
                  <a:lnTo>
                    <a:pt x="238" y="155"/>
                  </a:lnTo>
                  <a:lnTo>
                    <a:pt x="238" y="154"/>
                  </a:lnTo>
                  <a:lnTo>
                    <a:pt x="240" y="152"/>
                  </a:lnTo>
                  <a:close/>
                  <a:moveTo>
                    <a:pt x="234" y="151"/>
                  </a:moveTo>
                  <a:lnTo>
                    <a:pt x="234" y="152"/>
                  </a:lnTo>
                  <a:lnTo>
                    <a:pt x="234" y="155"/>
                  </a:lnTo>
                  <a:lnTo>
                    <a:pt x="233" y="155"/>
                  </a:lnTo>
                  <a:lnTo>
                    <a:pt x="233" y="154"/>
                  </a:lnTo>
                  <a:lnTo>
                    <a:pt x="234" y="151"/>
                  </a:lnTo>
                  <a:close/>
                  <a:moveTo>
                    <a:pt x="82" y="0"/>
                  </a:moveTo>
                  <a:lnTo>
                    <a:pt x="84" y="0"/>
                  </a:lnTo>
                  <a:lnTo>
                    <a:pt x="91" y="5"/>
                  </a:lnTo>
                  <a:lnTo>
                    <a:pt x="94" y="2"/>
                  </a:lnTo>
                  <a:lnTo>
                    <a:pt x="97" y="4"/>
                  </a:lnTo>
                  <a:lnTo>
                    <a:pt x="99" y="7"/>
                  </a:lnTo>
                  <a:lnTo>
                    <a:pt x="101" y="6"/>
                  </a:lnTo>
                  <a:lnTo>
                    <a:pt x="107" y="10"/>
                  </a:lnTo>
                  <a:lnTo>
                    <a:pt x="107" y="10"/>
                  </a:lnTo>
                  <a:lnTo>
                    <a:pt x="107" y="11"/>
                  </a:lnTo>
                  <a:lnTo>
                    <a:pt x="107" y="13"/>
                  </a:lnTo>
                  <a:lnTo>
                    <a:pt x="111" y="15"/>
                  </a:lnTo>
                  <a:lnTo>
                    <a:pt x="109" y="19"/>
                  </a:lnTo>
                  <a:lnTo>
                    <a:pt x="111" y="22"/>
                  </a:lnTo>
                  <a:lnTo>
                    <a:pt x="111" y="23"/>
                  </a:lnTo>
                  <a:lnTo>
                    <a:pt x="112" y="25"/>
                  </a:lnTo>
                  <a:lnTo>
                    <a:pt x="113" y="26"/>
                  </a:lnTo>
                  <a:lnTo>
                    <a:pt x="113" y="27"/>
                  </a:lnTo>
                  <a:lnTo>
                    <a:pt x="115" y="29"/>
                  </a:lnTo>
                  <a:lnTo>
                    <a:pt x="115" y="31"/>
                  </a:lnTo>
                  <a:lnTo>
                    <a:pt x="117" y="32"/>
                  </a:lnTo>
                  <a:lnTo>
                    <a:pt x="119" y="30"/>
                  </a:lnTo>
                  <a:lnTo>
                    <a:pt x="121" y="30"/>
                  </a:lnTo>
                  <a:lnTo>
                    <a:pt x="122" y="31"/>
                  </a:lnTo>
                  <a:lnTo>
                    <a:pt x="125" y="31"/>
                  </a:lnTo>
                  <a:lnTo>
                    <a:pt x="128" y="34"/>
                  </a:lnTo>
                  <a:lnTo>
                    <a:pt x="129" y="35"/>
                  </a:lnTo>
                  <a:lnTo>
                    <a:pt x="130" y="38"/>
                  </a:lnTo>
                  <a:lnTo>
                    <a:pt x="133" y="38"/>
                  </a:lnTo>
                  <a:lnTo>
                    <a:pt x="134" y="40"/>
                  </a:lnTo>
                  <a:lnTo>
                    <a:pt x="134" y="39"/>
                  </a:lnTo>
                  <a:lnTo>
                    <a:pt x="134" y="43"/>
                  </a:lnTo>
                  <a:lnTo>
                    <a:pt x="133" y="50"/>
                  </a:lnTo>
                  <a:lnTo>
                    <a:pt x="133" y="54"/>
                  </a:lnTo>
                  <a:lnTo>
                    <a:pt x="129" y="57"/>
                  </a:lnTo>
                  <a:lnTo>
                    <a:pt x="130" y="61"/>
                  </a:lnTo>
                  <a:lnTo>
                    <a:pt x="133" y="61"/>
                  </a:lnTo>
                  <a:lnTo>
                    <a:pt x="136" y="63"/>
                  </a:lnTo>
                  <a:lnTo>
                    <a:pt x="137" y="63"/>
                  </a:lnTo>
                  <a:lnTo>
                    <a:pt x="140" y="64"/>
                  </a:lnTo>
                  <a:lnTo>
                    <a:pt x="144" y="65"/>
                  </a:lnTo>
                  <a:lnTo>
                    <a:pt x="149" y="69"/>
                  </a:lnTo>
                  <a:lnTo>
                    <a:pt x="153" y="73"/>
                  </a:lnTo>
                  <a:lnTo>
                    <a:pt x="157" y="75"/>
                  </a:lnTo>
                  <a:lnTo>
                    <a:pt x="159" y="76"/>
                  </a:lnTo>
                  <a:lnTo>
                    <a:pt x="162" y="76"/>
                  </a:lnTo>
                  <a:lnTo>
                    <a:pt x="166" y="79"/>
                  </a:lnTo>
                  <a:lnTo>
                    <a:pt x="173" y="79"/>
                  </a:lnTo>
                  <a:lnTo>
                    <a:pt x="174" y="80"/>
                  </a:lnTo>
                  <a:lnTo>
                    <a:pt x="180" y="79"/>
                  </a:lnTo>
                  <a:lnTo>
                    <a:pt x="186" y="80"/>
                  </a:lnTo>
                  <a:lnTo>
                    <a:pt x="187" y="82"/>
                  </a:lnTo>
                  <a:lnTo>
                    <a:pt x="190" y="85"/>
                  </a:lnTo>
                  <a:lnTo>
                    <a:pt x="196" y="88"/>
                  </a:lnTo>
                  <a:lnTo>
                    <a:pt x="199" y="86"/>
                  </a:lnTo>
                  <a:lnTo>
                    <a:pt x="203" y="86"/>
                  </a:lnTo>
                  <a:lnTo>
                    <a:pt x="213" y="89"/>
                  </a:lnTo>
                  <a:lnTo>
                    <a:pt x="216" y="88"/>
                  </a:lnTo>
                  <a:lnTo>
                    <a:pt x="220" y="90"/>
                  </a:lnTo>
                  <a:lnTo>
                    <a:pt x="228" y="89"/>
                  </a:lnTo>
                  <a:lnTo>
                    <a:pt x="228" y="84"/>
                  </a:lnTo>
                  <a:lnTo>
                    <a:pt x="227" y="79"/>
                  </a:lnTo>
                  <a:lnTo>
                    <a:pt x="227" y="73"/>
                  </a:lnTo>
                  <a:lnTo>
                    <a:pt x="227" y="71"/>
                  </a:lnTo>
                  <a:lnTo>
                    <a:pt x="227" y="71"/>
                  </a:lnTo>
                  <a:lnTo>
                    <a:pt x="229" y="69"/>
                  </a:lnTo>
                  <a:lnTo>
                    <a:pt x="232" y="69"/>
                  </a:lnTo>
                  <a:lnTo>
                    <a:pt x="233" y="71"/>
                  </a:lnTo>
                  <a:lnTo>
                    <a:pt x="233" y="75"/>
                  </a:lnTo>
                  <a:lnTo>
                    <a:pt x="236" y="76"/>
                  </a:lnTo>
                  <a:lnTo>
                    <a:pt x="236" y="76"/>
                  </a:lnTo>
                  <a:lnTo>
                    <a:pt x="234" y="79"/>
                  </a:lnTo>
                  <a:lnTo>
                    <a:pt x="234" y="80"/>
                  </a:lnTo>
                  <a:lnTo>
                    <a:pt x="237" y="84"/>
                  </a:lnTo>
                  <a:lnTo>
                    <a:pt x="241" y="85"/>
                  </a:lnTo>
                  <a:lnTo>
                    <a:pt x="242" y="84"/>
                  </a:lnTo>
                  <a:lnTo>
                    <a:pt x="248" y="88"/>
                  </a:lnTo>
                  <a:lnTo>
                    <a:pt x="252" y="88"/>
                  </a:lnTo>
                  <a:lnTo>
                    <a:pt x="253" y="84"/>
                  </a:lnTo>
                  <a:lnTo>
                    <a:pt x="255" y="84"/>
                  </a:lnTo>
                  <a:lnTo>
                    <a:pt x="258" y="85"/>
                  </a:lnTo>
                  <a:lnTo>
                    <a:pt x="263" y="84"/>
                  </a:lnTo>
                  <a:lnTo>
                    <a:pt x="266" y="84"/>
                  </a:lnTo>
                  <a:lnTo>
                    <a:pt x="271" y="82"/>
                  </a:lnTo>
                  <a:lnTo>
                    <a:pt x="271" y="81"/>
                  </a:lnTo>
                  <a:lnTo>
                    <a:pt x="271" y="77"/>
                  </a:lnTo>
                  <a:lnTo>
                    <a:pt x="267" y="76"/>
                  </a:lnTo>
                  <a:lnTo>
                    <a:pt x="267" y="73"/>
                  </a:lnTo>
                  <a:lnTo>
                    <a:pt x="267" y="71"/>
                  </a:lnTo>
                  <a:lnTo>
                    <a:pt x="269" y="71"/>
                  </a:lnTo>
                  <a:lnTo>
                    <a:pt x="274" y="69"/>
                  </a:lnTo>
                  <a:lnTo>
                    <a:pt x="275" y="69"/>
                  </a:lnTo>
                  <a:lnTo>
                    <a:pt x="277" y="67"/>
                  </a:lnTo>
                  <a:lnTo>
                    <a:pt x="278" y="65"/>
                  </a:lnTo>
                  <a:lnTo>
                    <a:pt x="280" y="65"/>
                  </a:lnTo>
                  <a:lnTo>
                    <a:pt x="280" y="64"/>
                  </a:lnTo>
                  <a:lnTo>
                    <a:pt x="283" y="64"/>
                  </a:lnTo>
                  <a:lnTo>
                    <a:pt x="283" y="61"/>
                  </a:lnTo>
                  <a:lnTo>
                    <a:pt x="286" y="59"/>
                  </a:lnTo>
                  <a:lnTo>
                    <a:pt x="288" y="59"/>
                  </a:lnTo>
                  <a:lnTo>
                    <a:pt x="292" y="57"/>
                  </a:lnTo>
                  <a:lnTo>
                    <a:pt x="295" y="54"/>
                  </a:lnTo>
                  <a:lnTo>
                    <a:pt x="295" y="51"/>
                  </a:lnTo>
                  <a:lnTo>
                    <a:pt x="296" y="51"/>
                  </a:lnTo>
                  <a:lnTo>
                    <a:pt x="299" y="50"/>
                  </a:lnTo>
                  <a:lnTo>
                    <a:pt x="302" y="52"/>
                  </a:lnTo>
                  <a:lnTo>
                    <a:pt x="304" y="51"/>
                  </a:lnTo>
                  <a:lnTo>
                    <a:pt x="309" y="52"/>
                  </a:lnTo>
                  <a:lnTo>
                    <a:pt x="311" y="51"/>
                  </a:lnTo>
                  <a:lnTo>
                    <a:pt x="309" y="50"/>
                  </a:lnTo>
                  <a:lnTo>
                    <a:pt x="315" y="47"/>
                  </a:lnTo>
                  <a:lnTo>
                    <a:pt x="317" y="47"/>
                  </a:lnTo>
                  <a:lnTo>
                    <a:pt x="319" y="48"/>
                  </a:lnTo>
                  <a:lnTo>
                    <a:pt x="320" y="48"/>
                  </a:lnTo>
                  <a:lnTo>
                    <a:pt x="320" y="50"/>
                  </a:lnTo>
                  <a:lnTo>
                    <a:pt x="319" y="52"/>
                  </a:lnTo>
                  <a:lnTo>
                    <a:pt x="320" y="55"/>
                  </a:lnTo>
                  <a:lnTo>
                    <a:pt x="321" y="54"/>
                  </a:lnTo>
                  <a:lnTo>
                    <a:pt x="323" y="54"/>
                  </a:lnTo>
                  <a:lnTo>
                    <a:pt x="323" y="55"/>
                  </a:lnTo>
                  <a:lnTo>
                    <a:pt x="325" y="57"/>
                  </a:lnTo>
                  <a:lnTo>
                    <a:pt x="325" y="59"/>
                  </a:lnTo>
                  <a:lnTo>
                    <a:pt x="323" y="61"/>
                  </a:lnTo>
                  <a:lnTo>
                    <a:pt x="324" y="63"/>
                  </a:lnTo>
                  <a:lnTo>
                    <a:pt x="327" y="64"/>
                  </a:lnTo>
                  <a:lnTo>
                    <a:pt x="328" y="63"/>
                  </a:lnTo>
                  <a:lnTo>
                    <a:pt x="329" y="64"/>
                  </a:lnTo>
                  <a:lnTo>
                    <a:pt x="332" y="67"/>
                  </a:lnTo>
                  <a:lnTo>
                    <a:pt x="332" y="68"/>
                  </a:lnTo>
                  <a:lnTo>
                    <a:pt x="331" y="71"/>
                  </a:lnTo>
                  <a:lnTo>
                    <a:pt x="331" y="73"/>
                  </a:lnTo>
                  <a:lnTo>
                    <a:pt x="331" y="76"/>
                  </a:lnTo>
                  <a:lnTo>
                    <a:pt x="328" y="75"/>
                  </a:lnTo>
                  <a:lnTo>
                    <a:pt x="327" y="73"/>
                  </a:lnTo>
                  <a:lnTo>
                    <a:pt x="323" y="76"/>
                  </a:lnTo>
                  <a:lnTo>
                    <a:pt x="319" y="76"/>
                  </a:lnTo>
                  <a:lnTo>
                    <a:pt x="319" y="80"/>
                  </a:lnTo>
                  <a:lnTo>
                    <a:pt x="315" y="82"/>
                  </a:lnTo>
                  <a:lnTo>
                    <a:pt x="312" y="84"/>
                  </a:lnTo>
                  <a:lnTo>
                    <a:pt x="308" y="90"/>
                  </a:lnTo>
                  <a:lnTo>
                    <a:pt x="308" y="93"/>
                  </a:lnTo>
                  <a:lnTo>
                    <a:pt x="309" y="94"/>
                  </a:lnTo>
                  <a:lnTo>
                    <a:pt x="308" y="100"/>
                  </a:lnTo>
                  <a:lnTo>
                    <a:pt x="304" y="105"/>
                  </a:lnTo>
                  <a:lnTo>
                    <a:pt x="304" y="106"/>
                  </a:lnTo>
                  <a:lnTo>
                    <a:pt x="307" y="107"/>
                  </a:lnTo>
                  <a:lnTo>
                    <a:pt x="304" y="114"/>
                  </a:lnTo>
                  <a:lnTo>
                    <a:pt x="304" y="119"/>
                  </a:lnTo>
                  <a:lnTo>
                    <a:pt x="302" y="123"/>
                  </a:lnTo>
                  <a:lnTo>
                    <a:pt x="299" y="123"/>
                  </a:lnTo>
                  <a:lnTo>
                    <a:pt x="296" y="122"/>
                  </a:lnTo>
                  <a:lnTo>
                    <a:pt x="294" y="122"/>
                  </a:lnTo>
                  <a:lnTo>
                    <a:pt x="295" y="129"/>
                  </a:lnTo>
                  <a:lnTo>
                    <a:pt x="295" y="131"/>
                  </a:lnTo>
                  <a:lnTo>
                    <a:pt x="295" y="135"/>
                  </a:lnTo>
                  <a:lnTo>
                    <a:pt x="292" y="135"/>
                  </a:lnTo>
                  <a:lnTo>
                    <a:pt x="294" y="138"/>
                  </a:lnTo>
                  <a:lnTo>
                    <a:pt x="292" y="142"/>
                  </a:lnTo>
                  <a:lnTo>
                    <a:pt x="294" y="144"/>
                  </a:lnTo>
                  <a:lnTo>
                    <a:pt x="292" y="147"/>
                  </a:lnTo>
                  <a:lnTo>
                    <a:pt x="291" y="148"/>
                  </a:lnTo>
                  <a:lnTo>
                    <a:pt x="290" y="148"/>
                  </a:lnTo>
                  <a:lnTo>
                    <a:pt x="288" y="150"/>
                  </a:lnTo>
                  <a:lnTo>
                    <a:pt x="288" y="151"/>
                  </a:lnTo>
                  <a:lnTo>
                    <a:pt x="288" y="151"/>
                  </a:lnTo>
                  <a:lnTo>
                    <a:pt x="288" y="150"/>
                  </a:lnTo>
                  <a:lnTo>
                    <a:pt x="288" y="148"/>
                  </a:lnTo>
                  <a:lnTo>
                    <a:pt x="287" y="148"/>
                  </a:lnTo>
                  <a:lnTo>
                    <a:pt x="287" y="146"/>
                  </a:lnTo>
                  <a:lnTo>
                    <a:pt x="286" y="143"/>
                  </a:lnTo>
                  <a:lnTo>
                    <a:pt x="284" y="138"/>
                  </a:lnTo>
                  <a:lnTo>
                    <a:pt x="284" y="136"/>
                  </a:lnTo>
                  <a:lnTo>
                    <a:pt x="284" y="134"/>
                  </a:lnTo>
                  <a:lnTo>
                    <a:pt x="283" y="130"/>
                  </a:lnTo>
                  <a:lnTo>
                    <a:pt x="282" y="129"/>
                  </a:lnTo>
                  <a:lnTo>
                    <a:pt x="282" y="127"/>
                  </a:lnTo>
                  <a:lnTo>
                    <a:pt x="279" y="127"/>
                  </a:lnTo>
                  <a:lnTo>
                    <a:pt x="278" y="127"/>
                  </a:lnTo>
                  <a:lnTo>
                    <a:pt x="277" y="127"/>
                  </a:lnTo>
                  <a:lnTo>
                    <a:pt x="278" y="129"/>
                  </a:lnTo>
                  <a:lnTo>
                    <a:pt x="277" y="130"/>
                  </a:lnTo>
                  <a:lnTo>
                    <a:pt x="277" y="131"/>
                  </a:lnTo>
                  <a:lnTo>
                    <a:pt x="275" y="132"/>
                  </a:lnTo>
                  <a:lnTo>
                    <a:pt x="277" y="134"/>
                  </a:lnTo>
                  <a:lnTo>
                    <a:pt x="277" y="135"/>
                  </a:lnTo>
                  <a:lnTo>
                    <a:pt x="275" y="135"/>
                  </a:lnTo>
                  <a:lnTo>
                    <a:pt x="274" y="132"/>
                  </a:lnTo>
                  <a:lnTo>
                    <a:pt x="271" y="131"/>
                  </a:lnTo>
                  <a:lnTo>
                    <a:pt x="271" y="130"/>
                  </a:lnTo>
                  <a:lnTo>
                    <a:pt x="270" y="129"/>
                  </a:lnTo>
                  <a:lnTo>
                    <a:pt x="269" y="126"/>
                  </a:lnTo>
                  <a:lnTo>
                    <a:pt x="269" y="125"/>
                  </a:lnTo>
                  <a:lnTo>
                    <a:pt x="270" y="123"/>
                  </a:lnTo>
                  <a:lnTo>
                    <a:pt x="270" y="122"/>
                  </a:lnTo>
                  <a:lnTo>
                    <a:pt x="273" y="121"/>
                  </a:lnTo>
                  <a:lnTo>
                    <a:pt x="273" y="121"/>
                  </a:lnTo>
                  <a:lnTo>
                    <a:pt x="274" y="122"/>
                  </a:lnTo>
                  <a:lnTo>
                    <a:pt x="275" y="121"/>
                  </a:lnTo>
                  <a:lnTo>
                    <a:pt x="275" y="119"/>
                  </a:lnTo>
                  <a:lnTo>
                    <a:pt x="277" y="118"/>
                  </a:lnTo>
                  <a:lnTo>
                    <a:pt x="278" y="114"/>
                  </a:lnTo>
                  <a:lnTo>
                    <a:pt x="279" y="111"/>
                  </a:lnTo>
                  <a:lnTo>
                    <a:pt x="280" y="109"/>
                  </a:lnTo>
                  <a:lnTo>
                    <a:pt x="279" y="109"/>
                  </a:lnTo>
                  <a:lnTo>
                    <a:pt x="277" y="106"/>
                  </a:lnTo>
                  <a:lnTo>
                    <a:pt x="275" y="106"/>
                  </a:lnTo>
                  <a:lnTo>
                    <a:pt x="274" y="106"/>
                  </a:lnTo>
                  <a:lnTo>
                    <a:pt x="273" y="106"/>
                  </a:lnTo>
                  <a:lnTo>
                    <a:pt x="269" y="106"/>
                  </a:lnTo>
                  <a:lnTo>
                    <a:pt x="265" y="106"/>
                  </a:lnTo>
                  <a:lnTo>
                    <a:pt x="261" y="106"/>
                  </a:lnTo>
                  <a:lnTo>
                    <a:pt x="257" y="106"/>
                  </a:lnTo>
                  <a:lnTo>
                    <a:pt x="254" y="105"/>
                  </a:lnTo>
                  <a:lnTo>
                    <a:pt x="253" y="105"/>
                  </a:lnTo>
                  <a:lnTo>
                    <a:pt x="250" y="105"/>
                  </a:lnTo>
                  <a:lnTo>
                    <a:pt x="250" y="102"/>
                  </a:lnTo>
                  <a:lnTo>
                    <a:pt x="249" y="100"/>
                  </a:lnTo>
                  <a:lnTo>
                    <a:pt x="249" y="98"/>
                  </a:lnTo>
                  <a:lnTo>
                    <a:pt x="249" y="96"/>
                  </a:lnTo>
                  <a:lnTo>
                    <a:pt x="246" y="93"/>
                  </a:lnTo>
                  <a:lnTo>
                    <a:pt x="246" y="93"/>
                  </a:lnTo>
                  <a:lnTo>
                    <a:pt x="245" y="94"/>
                  </a:lnTo>
                  <a:lnTo>
                    <a:pt x="244" y="93"/>
                  </a:lnTo>
                  <a:lnTo>
                    <a:pt x="242" y="92"/>
                  </a:lnTo>
                  <a:lnTo>
                    <a:pt x="240" y="90"/>
                  </a:lnTo>
                  <a:lnTo>
                    <a:pt x="240" y="90"/>
                  </a:lnTo>
                  <a:lnTo>
                    <a:pt x="238" y="92"/>
                  </a:lnTo>
                  <a:lnTo>
                    <a:pt x="241" y="93"/>
                  </a:lnTo>
                  <a:lnTo>
                    <a:pt x="240" y="93"/>
                  </a:lnTo>
                  <a:lnTo>
                    <a:pt x="237" y="93"/>
                  </a:lnTo>
                  <a:lnTo>
                    <a:pt x="236" y="90"/>
                  </a:lnTo>
                  <a:lnTo>
                    <a:pt x="236" y="89"/>
                  </a:lnTo>
                  <a:lnTo>
                    <a:pt x="233" y="88"/>
                  </a:lnTo>
                  <a:lnTo>
                    <a:pt x="233" y="86"/>
                  </a:lnTo>
                  <a:lnTo>
                    <a:pt x="232" y="88"/>
                  </a:lnTo>
                  <a:lnTo>
                    <a:pt x="230" y="88"/>
                  </a:lnTo>
                  <a:lnTo>
                    <a:pt x="230" y="90"/>
                  </a:lnTo>
                  <a:lnTo>
                    <a:pt x="232" y="90"/>
                  </a:lnTo>
                  <a:lnTo>
                    <a:pt x="230" y="94"/>
                  </a:lnTo>
                  <a:lnTo>
                    <a:pt x="229" y="97"/>
                  </a:lnTo>
                  <a:lnTo>
                    <a:pt x="228" y="100"/>
                  </a:lnTo>
                  <a:lnTo>
                    <a:pt x="234" y="101"/>
                  </a:lnTo>
                  <a:lnTo>
                    <a:pt x="236" y="101"/>
                  </a:lnTo>
                  <a:lnTo>
                    <a:pt x="240" y="101"/>
                  </a:lnTo>
                  <a:lnTo>
                    <a:pt x="238" y="102"/>
                  </a:lnTo>
                  <a:lnTo>
                    <a:pt x="240" y="105"/>
                  </a:lnTo>
                  <a:lnTo>
                    <a:pt x="238" y="106"/>
                  </a:lnTo>
                  <a:lnTo>
                    <a:pt x="237" y="106"/>
                  </a:lnTo>
                  <a:lnTo>
                    <a:pt x="234" y="107"/>
                  </a:lnTo>
                  <a:lnTo>
                    <a:pt x="233" y="110"/>
                  </a:lnTo>
                  <a:lnTo>
                    <a:pt x="232" y="110"/>
                  </a:lnTo>
                  <a:lnTo>
                    <a:pt x="232" y="115"/>
                  </a:lnTo>
                  <a:lnTo>
                    <a:pt x="234" y="118"/>
                  </a:lnTo>
                  <a:lnTo>
                    <a:pt x="237" y="119"/>
                  </a:lnTo>
                  <a:lnTo>
                    <a:pt x="240" y="123"/>
                  </a:lnTo>
                  <a:lnTo>
                    <a:pt x="240" y="127"/>
                  </a:lnTo>
                  <a:lnTo>
                    <a:pt x="241" y="130"/>
                  </a:lnTo>
                  <a:lnTo>
                    <a:pt x="241" y="132"/>
                  </a:lnTo>
                  <a:lnTo>
                    <a:pt x="241" y="136"/>
                  </a:lnTo>
                  <a:lnTo>
                    <a:pt x="245" y="140"/>
                  </a:lnTo>
                  <a:lnTo>
                    <a:pt x="245" y="144"/>
                  </a:lnTo>
                  <a:lnTo>
                    <a:pt x="245" y="146"/>
                  </a:lnTo>
                  <a:lnTo>
                    <a:pt x="246" y="150"/>
                  </a:lnTo>
                  <a:lnTo>
                    <a:pt x="245" y="150"/>
                  </a:lnTo>
                  <a:lnTo>
                    <a:pt x="246" y="152"/>
                  </a:lnTo>
                  <a:lnTo>
                    <a:pt x="245" y="155"/>
                  </a:lnTo>
                  <a:lnTo>
                    <a:pt x="244" y="152"/>
                  </a:lnTo>
                  <a:lnTo>
                    <a:pt x="244" y="154"/>
                  </a:lnTo>
                  <a:lnTo>
                    <a:pt x="242" y="154"/>
                  </a:lnTo>
                  <a:lnTo>
                    <a:pt x="241" y="151"/>
                  </a:lnTo>
                  <a:lnTo>
                    <a:pt x="241" y="150"/>
                  </a:lnTo>
                  <a:lnTo>
                    <a:pt x="241" y="151"/>
                  </a:lnTo>
                  <a:lnTo>
                    <a:pt x="240" y="152"/>
                  </a:lnTo>
                  <a:lnTo>
                    <a:pt x="240" y="151"/>
                  </a:lnTo>
                  <a:lnTo>
                    <a:pt x="240" y="152"/>
                  </a:lnTo>
                  <a:lnTo>
                    <a:pt x="238" y="152"/>
                  </a:lnTo>
                  <a:lnTo>
                    <a:pt x="237" y="152"/>
                  </a:lnTo>
                  <a:lnTo>
                    <a:pt x="236" y="152"/>
                  </a:lnTo>
                  <a:lnTo>
                    <a:pt x="234" y="148"/>
                  </a:lnTo>
                  <a:lnTo>
                    <a:pt x="236" y="147"/>
                  </a:lnTo>
                  <a:lnTo>
                    <a:pt x="233" y="146"/>
                  </a:lnTo>
                  <a:lnTo>
                    <a:pt x="232" y="146"/>
                  </a:lnTo>
                  <a:lnTo>
                    <a:pt x="232" y="146"/>
                  </a:lnTo>
                  <a:lnTo>
                    <a:pt x="233" y="147"/>
                  </a:lnTo>
                  <a:lnTo>
                    <a:pt x="234" y="147"/>
                  </a:lnTo>
                  <a:lnTo>
                    <a:pt x="233" y="148"/>
                  </a:lnTo>
                  <a:lnTo>
                    <a:pt x="233" y="150"/>
                  </a:lnTo>
                  <a:lnTo>
                    <a:pt x="233" y="151"/>
                  </a:lnTo>
                  <a:lnTo>
                    <a:pt x="230" y="154"/>
                  </a:lnTo>
                  <a:lnTo>
                    <a:pt x="224" y="156"/>
                  </a:lnTo>
                  <a:lnTo>
                    <a:pt x="223" y="157"/>
                  </a:lnTo>
                  <a:lnTo>
                    <a:pt x="221" y="159"/>
                  </a:lnTo>
                  <a:lnTo>
                    <a:pt x="220" y="161"/>
                  </a:lnTo>
                  <a:lnTo>
                    <a:pt x="221" y="163"/>
                  </a:lnTo>
                  <a:lnTo>
                    <a:pt x="223" y="165"/>
                  </a:lnTo>
                  <a:lnTo>
                    <a:pt x="223" y="165"/>
                  </a:lnTo>
                  <a:lnTo>
                    <a:pt x="223" y="167"/>
                  </a:lnTo>
                  <a:lnTo>
                    <a:pt x="220" y="168"/>
                  </a:lnTo>
                  <a:lnTo>
                    <a:pt x="220" y="171"/>
                  </a:lnTo>
                  <a:lnTo>
                    <a:pt x="219" y="171"/>
                  </a:lnTo>
                  <a:lnTo>
                    <a:pt x="219" y="172"/>
                  </a:lnTo>
                  <a:lnTo>
                    <a:pt x="215" y="176"/>
                  </a:lnTo>
                  <a:lnTo>
                    <a:pt x="215" y="177"/>
                  </a:lnTo>
                  <a:lnTo>
                    <a:pt x="208" y="180"/>
                  </a:lnTo>
                  <a:lnTo>
                    <a:pt x="207" y="180"/>
                  </a:lnTo>
                  <a:lnTo>
                    <a:pt x="207" y="179"/>
                  </a:lnTo>
                  <a:lnTo>
                    <a:pt x="207" y="177"/>
                  </a:lnTo>
                  <a:lnTo>
                    <a:pt x="205" y="177"/>
                  </a:lnTo>
                  <a:lnTo>
                    <a:pt x="204" y="180"/>
                  </a:lnTo>
                  <a:lnTo>
                    <a:pt x="203" y="180"/>
                  </a:lnTo>
                  <a:lnTo>
                    <a:pt x="201" y="182"/>
                  </a:lnTo>
                  <a:lnTo>
                    <a:pt x="204" y="181"/>
                  </a:lnTo>
                  <a:lnTo>
                    <a:pt x="204" y="181"/>
                  </a:lnTo>
                  <a:lnTo>
                    <a:pt x="205" y="181"/>
                  </a:lnTo>
                  <a:lnTo>
                    <a:pt x="198" y="189"/>
                  </a:lnTo>
                  <a:lnTo>
                    <a:pt x="195" y="194"/>
                  </a:lnTo>
                  <a:lnTo>
                    <a:pt x="184" y="202"/>
                  </a:lnTo>
                  <a:lnTo>
                    <a:pt x="183" y="206"/>
                  </a:lnTo>
                  <a:lnTo>
                    <a:pt x="180" y="209"/>
                  </a:lnTo>
                  <a:lnTo>
                    <a:pt x="176" y="210"/>
                  </a:lnTo>
                  <a:lnTo>
                    <a:pt x="173" y="213"/>
                  </a:lnTo>
                  <a:lnTo>
                    <a:pt x="173" y="215"/>
                  </a:lnTo>
                  <a:lnTo>
                    <a:pt x="173" y="218"/>
                  </a:lnTo>
                  <a:lnTo>
                    <a:pt x="171" y="221"/>
                  </a:lnTo>
                  <a:lnTo>
                    <a:pt x="169" y="222"/>
                  </a:lnTo>
                  <a:lnTo>
                    <a:pt x="163" y="222"/>
                  </a:lnTo>
                  <a:lnTo>
                    <a:pt x="161" y="223"/>
                  </a:lnTo>
                  <a:lnTo>
                    <a:pt x="161" y="226"/>
                  </a:lnTo>
                  <a:lnTo>
                    <a:pt x="157" y="230"/>
                  </a:lnTo>
                  <a:lnTo>
                    <a:pt x="155" y="230"/>
                  </a:lnTo>
                  <a:lnTo>
                    <a:pt x="154" y="229"/>
                  </a:lnTo>
                  <a:lnTo>
                    <a:pt x="153" y="229"/>
                  </a:lnTo>
                  <a:lnTo>
                    <a:pt x="149" y="232"/>
                  </a:lnTo>
                  <a:lnTo>
                    <a:pt x="149" y="234"/>
                  </a:lnTo>
                  <a:lnTo>
                    <a:pt x="149" y="239"/>
                  </a:lnTo>
                  <a:lnTo>
                    <a:pt x="150" y="244"/>
                  </a:lnTo>
                  <a:lnTo>
                    <a:pt x="149" y="247"/>
                  </a:lnTo>
                  <a:lnTo>
                    <a:pt x="149" y="250"/>
                  </a:lnTo>
                  <a:lnTo>
                    <a:pt x="149" y="259"/>
                  </a:lnTo>
                  <a:lnTo>
                    <a:pt x="151" y="260"/>
                  </a:lnTo>
                  <a:lnTo>
                    <a:pt x="153" y="265"/>
                  </a:lnTo>
                  <a:lnTo>
                    <a:pt x="150" y="273"/>
                  </a:lnTo>
                  <a:lnTo>
                    <a:pt x="146" y="279"/>
                  </a:lnTo>
                  <a:lnTo>
                    <a:pt x="146" y="284"/>
                  </a:lnTo>
                  <a:lnTo>
                    <a:pt x="148" y="285"/>
                  </a:lnTo>
                  <a:lnTo>
                    <a:pt x="149" y="296"/>
                  </a:lnTo>
                  <a:lnTo>
                    <a:pt x="149" y="298"/>
                  </a:lnTo>
                  <a:lnTo>
                    <a:pt x="146" y="298"/>
                  </a:lnTo>
                  <a:lnTo>
                    <a:pt x="145" y="298"/>
                  </a:lnTo>
                  <a:lnTo>
                    <a:pt x="142" y="298"/>
                  </a:lnTo>
                  <a:lnTo>
                    <a:pt x="141" y="301"/>
                  </a:lnTo>
                  <a:lnTo>
                    <a:pt x="141" y="302"/>
                  </a:lnTo>
                  <a:lnTo>
                    <a:pt x="138" y="306"/>
                  </a:lnTo>
                  <a:lnTo>
                    <a:pt x="137" y="307"/>
                  </a:lnTo>
                  <a:lnTo>
                    <a:pt x="137" y="309"/>
                  </a:lnTo>
                  <a:lnTo>
                    <a:pt x="141" y="311"/>
                  </a:lnTo>
                  <a:lnTo>
                    <a:pt x="142" y="311"/>
                  </a:lnTo>
                  <a:lnTo>
                    <a:pt x="142" y="313"/>
                  </a:lnTo>
                  <a:lnTo>
                    <a:pt x="141" y="311"/>
                  </a:lnTo>
                  <a:lnTo>
                    <a:pt x="140" y="310"/>
                  </a:lnTo>
                  <a:lnTo>
                    <a:pt x="134" y="313"/>
                  </a:lnTo>
                  <a:lnTo>
                    <a:pt x="133" y="313"/>
                  </a:lnTo>
                  <a:lnTo>
                    <a:pt x="129" y="314"/>
                  </a:lnTo>
                  <a:lnTo>
                    <a:pt x="128" y="317"/>
                  </a:lnTo>
                  <a:lnTo>
                    <a:pt x="128" y="318"/>
                  </a:lnTo>
                  <a:lnTo>
                    <a:pt x="128" y="318"/>
                  </a:lnTo>
                  <a:lnTo>
                    <a:pt x="128" y="319"/>
                  </a:lnTo>
                  <a:lnTo>
                    <a:pt x="126" y="322"/>
                  </a:lnTo>
                  <a:lnTo>
                    <a:pt x="122" y="325"/>
                  </a:lnTo>
                  <a:lnTo>
                    <a:pt x="119" y="325"/>
                  </a:lnTo>
                  <a:lnTo>
                    <a:pt x="115" y="322"/>
                  </a:lnTo>
                  <a:lnTo>
                    <a:pt x="111" y="318"/>
                  </a:lnTo>
                  <a:lnTo>
                    <a:pt x="107" y="309"/>
                  </a:lnTo>
                  <a:lnTo>
                    <a:pt x="107" y="305"/>
                  </a:lnTo>
                  <a:lnTo>
                    <a:pt x="105" y="300"/>
                  </a:lnTo>
                  <a:lnTo>
                    <a:pt x="103" y="294"/>
                  </a:lnTo>
                  <a:lnTo>
                    <a:pt x="103" y="293"/>
                  </a:lnTo>
                  <a:lnTo>
                    <a:pt x="101" y="293"/>
                  </a:lnTo>
                  <a:lnTo>
                    <a:pt x="100" y="289"/>
                  </a:lnTo>
                  <a:lnTo>
                    <a:pt x="100" y="285"/>
                  </a:lnTo>
                  <a:lnTo>
                    <a:pt x="96" y="281"/>
                  </a:lnTo>
                  <a:lnTo>
                    <a:pt x="94" y="277"/>
                  </a:lnTo>
                  <a:lnTo>
                    <a:pt x="94" y="277"/>
                  </a:lnTo>
                  <a:lnTo>
                    <a:pt x="90" y="275"/>
                  </a:lnTo>
                  <a:lnTo>
                    <a:pt x="88" y="271"/>
                  </a:lnTo>
                  <a:lnTo>
                    <a:pt x="87" y="271"/>
                  </a:lnTo>
                  <a:lnTo>
                    <a:pt x="87" y="265"/>
                  </a:lnTo>
                  <a:lnTo>
                    <a:pt x="86" y="263"/>
                  </a:lnTo>
                  <a:lnTo>
                    <a:pt x="84" y="257"/>
                  </a:lnTo>
                  <a:lnTo>
                    <a:pt x="83" y="255"/>
                  </a:lnTo>
                  <a:lnTo>
                    <a:pt x="82" y="252"/>
                  </a:lnTo>
                  <a:lnTo>
                    <a:pt x="80" y="250"/>
                  </a:lnTo>
                  <a:lnTo>
                    <a:pt x="80" y="246"/>
                  </a:lnTo>
                  <a:lnTo>
                    <a:pt x="79" y="246"/>
                  </a:lnTo>
                  <a:lnTo>
                    <a:pt x="76" y="242"/>
                  </a:lnTo>
                  <a:lnTo>
                    <a:pt x="76" y="240"/>
                  </a:lnTo>
                  <a:lnTo>
                    <a:pt x="75" y="240"/>
                  </a:lnTo>
                  <a:lnTo>
                    <a:pt x="72" y="235"/>
                  </a:lnTo>
                  <a:lnTo>
                    <a:pt x="72" y="234"/>
                  </a:lnTo>
                  <a:lnTo>
                    <a:pt x="71" y="232"/>
                  </a:lnTo>
                  <a:lnTo>
                    <a:pt x="70" y="230"/>
                  </a:lnTo>
                  <a:lnTo>
                    <a:pt x="68" y="229"/>
                  </a:lnTo>
                  <a:lnTo>
                    <a:pt x="67" y="223"/>
                  </a:lnTo>
                  <a:lnTo>
                    <a:pt x="66" y="217"/>
                  </a:lnTo>
                  <a:lnTo>
                    <a:pt x="62" y="206"/>
                  </a:lnTo>
                  <a:lnTo>
                    <a:pt x="62" y="204"/>
                  </a:lnTo>
                  <a:lnTo>
                    <a:pt x="59" y="200"/>
                  </a:lnTo>
                  <a:lnTo>
                    <a:pt x="62" y="200"/>
                  </a:lnTo>
                  <a:lnTo>
                    <a:pt x="58" y="196"/>
                  </a:lnTo>
                  <a:lnTo>
                    <a:pt x="58" y="193"/>
                  </a:lnTo>
                  <a:lnTo>
                    <a:pt x="61" y="193"/>
                  </a:lnTo>
                  <a:lnTo>
                    <a:pt x="59" y="190"/>
                  </a:lnTo>
                  <a:lnTo>
                    <a:pt x="58" y="189"/>
                  </a:lnTo>
                  <a:lnTo>
                    <a:pt x="55" y="182"/>
                  </a:lnTo>
                  <a:lnTo>
                    <a:pt x="54" y="179"/>
                  </a:lnTo>
                  <a:lnTo>
                    <a:pt x="57" y="177"/>
                  </a:lnTo>
                  <a:lnTo>
                    <a:pt x="55" y="176"/>
                  </a:lnTo>
                  <a:lnTo>
                    <a:pt x="54" y="175"/>
                  </a:lnTo>
                  <a:lnTo>
                    <a:pt x="55" y="172"/>
                  </a:lnTo>
                  <a:lnTo>
                    <a:pt x="55" y="168"/>
                  </a:lnTo>
                  <a:lnTo>
                    <a:pt x="54" y="164"/>
                  </a:lnTo>
                  <a:lnTo>
                    <a:pt x="53" y="164"/>
                  </a:lnTo>
                  <a:lnTo>
                    <a:pt x="53" y="157"/>
                  </a:lnTo>
                  <a:lnTo>
                    <a:pt x="55" y="156"/>
                  </a:lnTo>
                  <a:lnTo>
                    <a:pt x="55" y="155"/>
                  </a:lnTo>
                  <a:lnTo>
                    <a:pt x="58" y="155"/>
                  </a:lnTo>
                  <a:lnTo>
                    <a:pt x="55" y="155"/>
                  </a:lnTo>
                  <a:lnTo>
                    <a:pt x="53" y="155"/>
                  </a:lnTo>
                  <a:lnTo>
                    <a:pt x="51" y="155"/>
                  </a:lnTo>
                  <a:lnTo>
                    <a:pt x="51" y="152"/>
                  </a:lnTo>
                  <a:lnTo>
                    <a:pt x="50" y="151"/>
                  </a:lnTo>
                  <a:lnTo>
                    <a:pt x="51" y="148"/>
                  </a:lnTo>
                  <a:lnTo>
                    <a:pt x="51" y="148"/>
                  </a:lnTo>
                  <a:lnTo>
                    <a:pt x="53" y="148"/>
                  </a:lnTo>
                  <a:lnTo>
                    <a:pt x="55" y="147"/>
                  </a:lnTo>
                  <a:lnTo>
                    <a:pt x="55" y="144"/>
                  </a:lnTo>
                  <a:lnTo>
                    <a:pt x="54" y="146"/>
                  </a:lnTo>
                  <a:lnTo>
                    <a:pt x="53" y="146"/>
                  </a:lnTo>
                  <a:lnTo>
                    <a:pt x="50" y="146"/>
                  </a:lnTo>
                  <a:lnTo>
                    <a:pt x="49" y="144"/>
                  </a:lnTo>
                  <a:lnTo>
                    <a:pt x="49" y="146"/>
                  </a:lnTo>
                  <a:lnTo>
                    <a:pt x="49" y="148"/>
                  </a:lnTo>
                  <a:lnTo>
                    <a:pt x="46" y="152"/>
                  </a:lnTo>
                  <a:lnTo>
                    <a:pt x="49" y="155"/>
                  </a:lnTo>
                  <a:lnTo>
                    <a:pt x="47" y="159"/>
                  </a:lnTo>
                  <a:lnTo>
                    <a:pt x="46" y="160"/>
                  </a:lnTo>
                  <a:lnTo>
                    <a:pt x="46" y="161"/>
                  </a:lnTo>
                  <a:lnTo>
                    <a:pt x="42" y="164"/>
                  </a:lnTo>
                  <a:lnTo>
                    <a:pt x="36" y="168"/>
                  </a:lnTo>
                  <a:lnTo>
                    <a:pt x="33" y="168"/>
                  </a:lnTo>
                  <a:lnTo>
                    <a:pt x="29" y="168"/>
                  </a:lnTo>
                  <a:lnTo>
                    <a:pt x="20" y="160"/>
                  </a:lnTo>
                  <a:lnTo>
                    <a:pt x="16" y="155"/>
                  </a:lnTo>
                  <a:lnTo>
                    <a:pt x="16" y="155"/>
                  </a:lnTo>
                  <a:lnTo>
                    <a:pt x="15" y="155"/>
                  </a:lnTo>
                  <a:lnTo>
                    <a:pt x="13" y="154"/>
                  </a:lnTo>
                  <a:lnTo>
                    <a:pt x="8" y="148"/>
                  </a:lnTo>
                  <a:lnTo>
                    <a:pt x="8" y="147"/>
                  </a:lnTo>
                  <a:lnTo>
                    <a:pt x="8" y="146"/>
                  </a:lnTo>
                  <a:lnTo>
                    <a:pt x="9" y="146"/>
                  </a:lnTo>
                  <a:lnTo>
                    <a:pt x="9" y="147"/>
                  </a:lnTo>
                  <a:lnTo>
                    <a:pt x="11" y="146"/>
                  </a:lnTo>
                  <a:lnTo>
                    <a:pt x="11" y="148"/>
                  </a:lnTo>
                  <a:lnTo>
                    <a:pt x="13" y="148"/>
                  </a:lnTo>
                  <a:lnTo>
                    <a:pt x="15" y="148"/>
                  </a:lnTo>
                  <a:lnTo>
                    <a:pt x="15" y="147"/>
                  </a:lnTo>
                  <a:lnTo>
                    <a:pt x="16" y="148"/>
                  </a:lnTo>
                  <a:lnTo>
                    <a:pt x="17" y="147"/>
                  </a:lnTo>
                  <a:lnTo>
                    <a:pt x="21" y="143"/>
                  </a:lnTo>
                  <a:lnTo>
                    <a:pt x="22" y="143"/>
                  </a:lnTo>
                  <a:lnTo>
                    <a:pt x="25" y="140"/>
                  </a:lnTo>
                  <a:lnTo>
                    <a:pt x="26" y="140"/>
                  </a:lnTo>
                  <a:lnTo>
                    <a:pt x="26" y="138"/>
                  </a:lnTo>
                  <a:lnTo>
                    <a:pt x="25" y="138"/>
                  </a:lnTo>
                  <a:lnTo>
                    <a:pt x="24" y="138"/>
                  </a:lnTo>
                  <a:lnTo>
                    <a:pt x="24" y="138"/>
                  </a:lnTo>
                  <a:lnTo>
                    <a:pt x="24" y="139"/>
                  </a:lnTo>
                  <a:lnTo>
                    <a:pt x="18" y="142"/>
                  </a:lnTo>
                  <a:lnTo>
                    <a:pt x="16" y="142"/>
                  </a:lnTo>
                  <a:lnTo>
                    <a:pt x="15" y="142"/>
                  </a:lnTo>
                  <a:lnTo>
                    <a:pt x="7" y="139"/>
                  </a:lnTo>
                  <a:lnTo>
                    <a:pt x="3" y="135"/>
                  </a:lnTo>
                  <a:lnTo>
                    <a:pt x="1" y="135"/>
                  </a:lnTo>
                  <a:lnTo>
                    <a:pt x="1" y="132"/>
                  </a:lnTo>
                  <a:lnTo>
                    <a:pt x="4" y="130"/>
                  </a:lnTo>
                  <a:lnTo>
                    <a:pt x="7" y="129"/>
                  </a:lnTo>
                  <a:lnTo>
                    <a:pt x="3" y="129"/>
                  </a:lnTo>
                  <a:lnTo>
                    <a:pt x="0" y="131"/>
                  </a:lnTo>
                  <a:lnTo>
                    <a:pt x="0" y="127"/>
                  </a:lnTo>
                  <a:lnTo>
                    <a:pt x="3" y="126"/>
                  </a:lnTo>
                  <a:lnTo>
                    <a:pt x="4" y="126"/>
                  </a:lnTo>
                  <a:lnTo>
                    <a:pt x="5" y="122"/>
                  </a:lnTo>
                  <a:lnTo>
                    <a:pt x="7" y="123"/>
                  </a:lnTo>
                  <a:lnTo>
                    <a:pt x="8" y="122"/>
                  </a:lnTo>
                  <a:lnTo>
                    <a:pt x="17" y="122"/>
                  </a:lnTo>
                  <a:lnTo>
                    <a:pt x="21" y="121"/>
                  </a:lnTo>
                  <a:lnTo>
                    <a:pt x="22" y="119"/>
                  </a:lnTo>
                  <a:lnTo>
                    <a:pt x="25" y="119"/>
                  </a:lnTo>
                  <a:lnTo>
                    <a:pt x="24" y="121"/>
                  </a:lnTo>
                  <a:lnTo>
                    <a:pt x="25" y="122"/>
                  </a:lnTo>
                  <a:lnTo>
                    <a:pt x="28" y="121"/>
                  </a:lnTo>
                  <a:lnTo>
                    <a:pt x="30" y="119"/>
                  </a:lnTo>
                  <a:lnTo>
                    <a:pt x="29" y="118"/>
                  </a:lnTo>
                  <a:lnTo>
                    <a:pt x="29" y="117"/>
                  </a:lnTo>
                  <a:lnTo>
                    <a:pt x="26" y="109"/>
                  </a:lnTo>
                  <a:lnTo>
                    <a:pt x="25" y="106"/>
                  </a:lnTo>
                  <a:lnTo>
                    <a:pt x="25" y="105"/>
                  </a:lnTo>
                  <a:lnTo>
                    <a:pt x="24" y="104"/>
                  </a:lnTo>
                  <a:lnTo>
                    <a:pt x="21" y="104"/>
                  </a:lnTo>
                  <a:lnTo>
                    <a:pt x="17" y="101"/>
                  </a:lnTo>
                  <a:lnTo>
                    <a:pt x="17" y="97"/>
                  </a:lnTo>
                  <a:lnTo>
                    <a:pt x="17" y="93"/>
                  </a:lnTo>
                  <a:lnTo>
                    <a:pt x="16" y="90"/>
                  </a:lnTo>
                  <a:lnTo>
                    <a:pt x="13" y="89"/>
                  </a:lnTo>
                  <a:lnTo>
                    <a:pt x="12" y="90"/>
                  </a:lnTo>
                  <a:lnTo>
                    <a:pt x="9" y="89"/>
                  </a:lnTo>
                  <a:lnTo>
                    <a:pt x="7" y="89"/>
                  </a:lnTo>
                  <a:lnTo>
                    <a:pt x="7" y="86"/>
                  </a:lnTo>
                  <a:lnTo>
                    <a:pt x="9" y="81"/>
                  </a:lnTo>
                  <a:lnTo>
                    <a:pt x="11" y="81"/>
                  </a:lnTo>
                  <a:lnTo>
                    <a:pt x="13" y="77"/>
                  </a:lnTo>
                  <a:lnTo>
                    <a:pt x="15" y="75"/>
                  </a:lnTo>
                  <a:lnTo>
                    <a:pt x="16" y="73"/>
                  </a:lnTo>
                  <a:lnTo>
                    <a:pt x="18" y="72"/>
                  </a:lnTo>
                  <a:lnTo>
                    <a:pt x="21" y="73"/>
                  </a:lnTo>
                  <a:lnTo>
                    <a:pt x="21" y="76"/>
                  </a:lnTo>
                  <a:lnTo>
                    <a:pt x="22" y="76"/>
                  </a:lnTo>
                  <a:lnTo>
                    <a:pt x="28" y="73"/>
                  </a:lnTo>
                  <a:lnTo>
                    <a:pt x="33" y="73"/>
                  </a:lnTo>
                  <a:lnTo>
                    <a:pt x="37" y="69"/>
                  </a:lnTo>
                  <a:lnTo>
                    <a:pt x="40" y="63"/>
                  </a:lnTo>
                  <a:lnTo>
                    <a:pt x="45" y="59"/>
                  </a:lnTo>
                  <a:lnTo>
                    <a:pt x="46" y="56"/>
                  </a:lnTo>
                  <a:lnTo>
                    <a:pt x="47" y="52"/>
                  </a:lnTo>
                  <a:lnTo>
                    <a:pt x="50" y="48"/>
                  </a:lnTo>
                  <a:lnTo>
                    <a:pt x="53" y="47"/>
                  </a:lnTo>
                  <a:lnTo>
                    <a:pt x="54" y="43"/>
                  </a:lnTo>
                  <a:lnTo>
                    <a:pt x="54" y="42"/>
                  </a:lnTo>
                  <a:lnTo>
                    <a:pt x="53" y="40"/>
                  </a:lnTo>
                  <a:lnTo>
                    <a:pt x="57" y="36"/>
                  </a:lnTo>
                  <a:lnTo>
                    <a:pt x="58" y="35"/>
                  </a:lnTo>
                  <a:lnTo>
                    <a:pt x="59" y="32"/>
                  </a:lnTo>
                  <a:lnTo>
                    <a:pt x="59" y="26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61" y="17"/>
                  </a:lnTo>
                  <a:lnTo>
                    <a:pt x="63" y="17"/>
                  </a:lnTo>
                  <a:lnTo>
                    <a:pt x="66" y="15"/>
                  </a:lnTo>
                  <a:lnTo>
                    <a:pt x="67" y="15"/>
                  </a:lnTo>
                  <a:lnTo>
                    <a:pt x="70" y="11"/>
                  </a:lnTo>
                  <a:lnTo>
                    <a:pt x="74" y="6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3" name="Freeform 368">
              <a:extLst>
                <a:ext uri="{FF2B5EF4-FFF2-40B4-BE49-F238E27FC236}">
                  <a16:creationId xmlns:a16="http://schemas.microsoft.com/office/drawing/2014/main" id="{CF81E07C-1521-423D-8588-F0B87C0310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29280" y="4900082"/>
              <a:ext cx="544034" cy="716314"/>
            </a:xfrm>
            <a:custGeom>
              <a:avLst/>
              <a:gdLst>
                <a:gd name="T0" fmla="*/ 45 w 60"/>
                <a:gd name="T1" fmla="*/ 57 h 79"/>
                <a:gd name="T2" fmla="*/ 45 w 60"/>
                <a:gd name="T3" fmla="*/ 54 h 79"/>
                <a:gd name="T4" fmla="*/ 42 w 60"/>
                <a:gd name="T5" fmla="*/ 58 h 79"/>
                <a:gd name="T6" fmla="*/ 41 w 60"/>
                <a:gd name="T7" fmla="*/ 57 h 79"/>
                <a:gd name="T8" fmla="*/ 37 w 60"/>
                <a:gd name="T9" fmla="*/ 53 h 79"/>
                <a:gd name="T10" fmla="*/ 35 w 60"/>
                <a:gd name="T11" fmla="*/ 58 h 79"/>
                <a:gd name="T12" fmla="*/ 37 w 60"/>
                <a:gd name="T13" fmla="*/ 53 h 79"/>
                <a:gd name="T14" fmla="*/ 8 w 60"/>
                <a:gd name="T15" fmla="*/ 3 h 79"/>
                <a:gd name="T16" fmla="*/ 12 w 60"/>
                <a:gd name="T17" fmla="*/ 7 h 79"/>
                <a:gd name="T18" fmla="*/ 12 w 60"/>
                <a:gd name="T19" fmla="*/ 4 h 79"/>
                <a:gd name="T20" fmla="*/ 16 w 60"/>
                <a:gd name="T21" fmla="*/ 7 h 79"/>
                <a:gd name="T22" fmla="*/ 18 w 60"/>
                <a:gd name="T23" fmla="*/ 7 h 79"/>
                <a:gd name="T24" fmla="*/ 21 w 60"/>
                <a:gd name="T25" fmla="*/ 14 h 79"/>
                <a:gd name="T26" fmla="*/ 25 w 60"/>
                <a:gd name="T27" fmla="*/ 19 h 79"/>
                <a:gd name="T28" fmla="*/ 33 w 60"/>
                <a:gd name="T29" fmla="*/ 20 h 79"/>
                <a:gd name="T30" fmla="*/ 45 w 60"/>
                <a:gd name="T31" fmla="*/ 20 h 79"/>
                <a:gd name="T32" fmla="*/ 49 w 60"/>
                <a:gd name="T33" fmla="*/ 20 h 79"/>
                <a:gd name="T34" fmla="*/ 51 w 60"/>
                <a:gd name="T35" fmla="*/ 25 h 79"/>
                <a:gd name="T36" fmla="*/ 47 w 60"/>
                <a:gd name="T37" fmla="*/ 33 h 79"/>
                <a:gd name="T38" fmla="*/ 45 w 60"/>
                <a:gd name="T39" fmla="*/ 35 h 79"/>
                <a:gd name="T40" fmla="*/ 42 w 60"/>
                <a:gd name="T41" fmla="*/ 37 h 79"/>
                <a:gd name="T42" fmla="*/ 42 w 60"/>
                <a:gd name="T43" fmla="*/ 43 h 79"/>
                <a:gd name="T44" fmla="*/ 46 w 60"/>
                <a:gd name="T45" fmla="*/ 46 h 79"/>
                <a:gd name="T46" fmla="*/ 49 w 60"/>
                <a:gd name="T47" fmla="*/ 48 h 79"/>
                <a:gd name="T48" fmla="*/ 49 w 60"/>
                <a:gd name="T49" fmla="*/ 44 h 79"/>
                <a:gd name="T50" fmla="*/ 50 w 60"/>
                <a:gd name="T51" fmla="*/ 41 h 79"/>
                <a:gd name="T52" fmla="*/ 54 w 60"/>
                <a:gd name="T53" fmla="*/ 43 h 79"/>
                <a:gd name="T54" fmla="*/ 56 w 60"/>
                <a:gd name="T55" fmla="*/ 50 h 79"/>
                <a:gd name="T56" fmla="*/ 59 w 60"/>
                <a:gd name="T57" fmla="*/ 60 h 79"/>
                <a:gd name="T58" fmla="*/ 60 w 60"/>
                <a:gd name="T59" fmla="*/ 64 h 79"/>
                <a:gd name="T60" fmla="*/ 60 w 60"/>
                <a:gd name="T61" fmla="*/ 68 h 79"/>
                <a:gd name="T62" fmla="*/ 56 w 60"/>
                <a:gd name="T63" fmla="*/ 73 h 79"/>
                <a:gd name="T64" fmla="*/ 56 w 60"/>
                <a:gd name="T65" fmla="*/ 77 h 79"/>
                <a:gd name="T66" fmla="*/ 55 w 60"/>
                <a:gd name="T67" fmla="*/ 75 h 79"/>
                <a:gd name="T68" fmla="*/ 52 w 60"/>
                <a:gd name="T69" fmla="*/ 70 h 79"/>
                <a:gd name="T70" fmla="*/ 50 w 60"/>
                <a:gd name="T71" fmla="*/ 70 h 79"/>
                <a:gd name="T72" fmla="*/ 50 w 60"/>
                <a:gd name="T73" fmla="*/ 65 h 79"/>
                <a:gd name="T74" fmla="*/ 49 w 60"/>
                <a:gd name="T75" fmla="*/ 60 h 79"/>
                <a:gd name="T76" fmla="*/ 45 w 60"/>
                <a:gd name="T77" fmla="*/ 53 h 79"/>
                <a:gd name="T78" fmla="*/ 37 w 60"/>
                <a:gd name="T79" fmla="*/ 52 h 79"/>
                <a:gd name="T80" fmla="*/ 33 w 60"/>
                <a:gd name="T81" fmla="*/ 49 h 79"/>
                <a:gd name="T82" fmla="*/ 34 w 60"/>
                <a:gd name="T83" fmla="*/ 52 h 79"/>
                <a:gd name="T84" fmla="*/ 33 w 60"/>
                <a:gd name="T85" fmla="*/ 54 h 79"/>
                <a:gd name="T86" fmla="*/ 31 w 60"/>
                <a:gd name="T87" fmla="*/ 61 h 79"/>
                <a:gd name="T88" fmla="*/ 29 w 60"/>
                <a:gd name="T89" fmla="*/ 61 h 79"/>
                <a:gd name="T90" fmla="*/ 29 w 60"/>
                <a:gd name="T91" fmla="*/ 61 h 79"/>
                <a:gd name="T92" fmla="*/ 27 w 60"/>
                <a:gd name="T93" fmla="*/ 57 h 79"/>
                <a:gd name="T94" fmla="*/ 27 w 60"/>
                <a:gd name="T95" fmla="*/ 57 h 79"/>
                <a:gd name="T96" fmla="*/ 25 w 60"/>
                <a:gd name="T97" fmla="*/ 61 h 79"/>
                <a:gd name="T98" fmla="*/ 25 w 60"/>
                <a:gd name="T99" fmla="*/ 66 h 79"/>
                <a:gd name="T100" fmla="*/ 22 w 60"/>
                <a:gd name="T101" fmla="*/ 65 h 79"/>
                <a:gd name="T102" fmla="*/ 20 w 60"/>
                <a:gd name="T103" fmla="*/ 66 h 79"/>
                <a:gd name="T104" fmla="*/ 17 w 60"/>
                <a:gd name="T105" fmla="*/ 60 h 79"/>
                <a:gd name="T106" fmla="*/ 13 w 60"/>
                <a:gd name="T107" fmla="*/ 50 h 79"/>
                <a:gd name="T108" fmla="*/ 12 w 60"/>
                <a:gd name="T109" fmla="*/ 41 h 79"/>
                <a:gd name="T110" fmla="*/ 6 w 60"/>
                <a:gd name="T111" fmla="*/ 32 h 79"/>
                <a:gd name="T112" fmla="*/ 5 w 60"/>
                <a:gd name="T113" fmla="*/ 24 h 79"/>
                <a:gd name="T114" fmla="*/ 10 w 60"/>
                <a:gd name="T115" fmla="*/ 20 h 79"/>
                <a:gd name="T116" fmla="*/ 12 w 60"/>
                <a:gd name="T117" fmla="*/ 15 h 79"/>
                <a:gd name="T118" fmla="*/ 0 w 60"/>
                <a:gd name="T119" fmla="*/ 14 h 79"/>
                <a:gd name="T120" fmla="*/ 4 w 60"/>
                <a:gd name="T121" fmla="*/ 4 h 79"/>
                <a:gd name="T122" fmla="*/ 4 w 60"/>
                <a:gd name="T123" fmla="*/ 2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0" h="79">
                  <a:moveTo>
                    <a:pt x="45" y="54"/>
                  </a:moveTo>
                  <a:lnTo>
                    <a:pt x="45" y="56"/>
                  </a:lnTo>
                  <a:lnTo>
                    <a:pt x="45" y="57"/>
                  </a:lnTo>
                  <a:lnTo>
                    <a:pt x="43" y="58"/>
                  </a:lnTo>
                  <a:lnTo>
                    <a:pt x="43" y="56"/>
                  </a:lnTo>
                  <a:lnTo>
                    <a:pt x="45" y="54"/>
                  </a:lnTo>
                  <a:close/>
                  <a:moveTo>
                    <a:pt x="39" y="54"/>
                  </a:moveTo>
                  <a:lnTo>
                    <a:pt x="42" y="56"/>
                  </a:lnTo>
                  <a:lnTo>
                    <a:pt x="42" y="58"/>
                  </a:lnTo>
                  <a:lnTo>
                    <a:pt x="41" y="61"/>
                  </a:lnTo>
                  <a:lnTo>
                    <a:pt x="39" y="60"/>
                  </a:lnTo>
                  <a:lnTo>
                    <a:pt x="41" y="57"/>
                  </a:lnTo>
                  <a:lnTo>
                    <a:pt x="39" y="56"/>
                  </a:lnTo>
                  <a:lnTo>
                    <a:pt x="39" y="54"/>
                  </a:lnTo>
                  <a:close/>
                  <a:moveTo>
                    <a:pt x="37" y="53"/>
                  </a:moveTo>
                  <a:lnTo>
                    <a:pt x="38" y="56"/>
                  </a:lnTo>
                  <a:lnTo>
                    <a:pt x="38" y="60"/>
                  </a:lnTo>
                  <a:lnTo>
                    <a:pt x="35" y="58"/>
                  </a:lnTo>
                  <a:lnTo>
                    <a:pt x="34" y="56"/>
                  </a:lnTo>
                  <a:lnTo>
                    <a:pt x="34" y="54"/>
                  </a:lnTo>
                  <a:lnTo>
                    <a:pt x="37" y="53"/>
                  </a:lnTo>
                  <a:close/>
                  <a:moveTo>
                    <a:pt x="5" y="0"/>
                  </a:moveTo>
                  <a:lnTo>
                    <a:pt x="5" y="2"/>
                  </a:lnTo>
                  <a:lnTo>
                    <a:pt x="8" y="3"/>
                  </a:lnTo>
                  <a:lnTo>
                    <a:pt x="8" y="4"/>
                  </a:lnTo>
                  <a:lnTo>
                    <a:pt x="9" y="7"/>
                  </a:lnTo>
                  <a:lnTo>
                    <a:pt x="12" y="7"/>
                  </a:lnTo>
                  <a:lnTo>
                    <a:pt x="13" y="7"/>
                  </a:lnTo>
                  <a:lnTo>
                    <a:pt x="10" y="6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16" y="7"/>
                  </a:lnTo>
                  <a:lnTo>
                    <a:pt x="17" y="8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21" y="10"/>
                  </a:lnTo>
                  <a:lnTo>
                    <a:pt x="21" y="12"/>
                  </a:lnTo>
                  <a:lnTo>
                    <a:pt x="21" y="14"/>
                  </a:lnTo>
                  <a:lnTo>
                    <a:pt x="22" y="16"/>
                  </a:lnTo>
                  <a:lnTo>
                    <a:pt x="22" y="19"/>
                  </a:lnTo>
                  <a:lnTo>
                    <a:pt x="25" y="19"/>
                  </a:lnTo>
                  <a:lnTo>
                    <a:pt x="26" y="19"/>
                  </a:lnTo>
                  <a:lnTo>
                    <a:pt x="29" y="20"/>
                  </a:lnTo>
                  <a:lnTo>
                    <a:pt x="33" y="20"/>
                  </a:lnTo>
                  <a:lnTo>
                    <a:pt x="37" y="20"/>
                  </a:lnTo>
                  <a:lnTo>
                    <a:pt x="41" y="20"/>
                  </a:lnTo>
                  <a:lnTo>
                    <a:pt x="45" y="20"/>
                  </a:lnTo>
                  <a:lnTo>
                    <a:pt x="46" y="20"/>
                  </a:lnTo>
                  <a:lnTo>
                    <a:pt x="47" y="20"/>
                  </a:lnTo>
                  <a:lnTo>
                    <a:pt x="49" y="20"/>
                  </a:lnTo>
                  <a:lnTo>
                    <a:pt x="51" y="23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0" y="28"/>
                  </a:lnTo>
                  <a:lnTo>
                    <a:pt x="49" y="32"/>
                  </a:lnTo>
                  <a:lnTo>
                    <a:pt x="47" y="33"/>
                  </a:lnTo>
                  <a:lnTo>
                    <a:pt x="47" y="35"/>
                  </a:lnTo>
                  <a:lnTo>
                    <a:pt x="46" y="36"/>
                  </a:lnTo>
                  <a:lnTo>
                    <a:pt x="45" y="35"/>
                  </a:lnTo>
                  <a:lnTo>
                    <a:pt x="45" y="35"/>
                  </a:lnTo>
                  <a:lnTo>
                    <a:pt x="42" y="36"/>
                  </a:lnTo>
                  <a:lnTo>
                    <a:pt x="42" y="37"/>
                  </a:lnTo>
                  <a:lnTo>
                    <a:pt x="41" y="39"/>
                  </a:lnTo>
                  <a:lnTo>
                    <a:pt x="41" y="40"/>
                  </a:lnTo>
                  <a:lnTo>
                    <a:pt x="42" y="43"/>
                  </a:lnTo>
                  <a:lnTo>
                    <a:pt x="43" y="44"/>
                  </a:lnTo>
                  <a:lnTo>
                    <a:pt x="43" y="45"/>
                  </a:lnTo>
                  <a:lnTo>
                    <a:pt x="46" y="46"/>
                  </a:lnTo>
                  <a:lnTo>
                    <a:pt x="47" y="49"/>
                  </a:lnTo>
                  <a:lnTo>
                    <a:pt x="49" y="49"/>
                  </a:lnTo>
                  <a:lnTo>
                    <a:pt x="49" y="48"/>
                  </a:lnTo>
                  <a:lnTo>
                    <a:pt x="47" y="46"/>
                  </a:lnTo>
                  <a:lnTo>
                    <a:pt x="49" y="45"/>
                  </a:lnTo>
                  <a:lnTo>
                    <a:pt x="49" y="44"/>
                  </a:lnTo>
                  <a:lnTo>
                    <a:pt x="50" y="43"/>
                  </a:lnTo>
                  <a:lnTo>
                    <a:pt x="49" y="41"/>
                  </a:lnTo>
                  <a:lnTo>
                    <a:pt x="50" y="41"/>
                  </a:lnTo>
                  <a:lnTo>
                    <a:pt x="51" y="41"/>
                  </a:lnTo>
                  <a:lnTo>
                    <a:pt x="54" y="41"/>
                  </a:lnTo>
                  <a:lnTo>
                    <a:pt x="54" y="43"/>
                  </a:lnTo>
                  <a:lnTo>
                    <a:pt x="55" y="44"/>
                  </a:lnTo>
                  <a:lnTo>
                    <a:pt x="56" y="48"/>
                  </a:lnTo>
                  <a:lnTo>
                    <a:pt x="56" y="50"/>
                  </a:lnTo>
                  <a:lnTo>
                    <a:pt x="56" y="52"/>
                  </a:lnTo>
                  <a:lnTo>
                    <a:pt x="58" y="57"/>
                  </a:lnTo>
                  <a:lnTo>
                    <a:pt x="59" y="60"/>
                  </a:lnTo>
                  <a:lnTo>
                    <a:pt x="59" y="62"/>
                  </a:lnTo>
                  <a:lnTo>
                    <a:pt x="60" y="62"/>
                  </a:lnTo>
                  <a:lnTo>
                    <a:pt x="60" y="64"/>
                  </a:lnTo>
                  <a:lnTo>
                    <a:pt x="60" y="65"/>
                  </a:lnTo>
                  <a:lnTo>
                    <a:pt x="60" y="65"/>
                  </a:lnTo>
                  <a:lnTo>
                    <a:pt x="60" y="68"/>
                  </a:lnTo>
                  <a:lnTo>
                    <a:pt x="60" y="71"/>
                  </a:lnTo>
                  <a:lnTo>
                    <a:pt x="59" y="70"/>
                  </a:lnTo>
                  <a:lnTo>
                    <a:pt x="56" y="73"/>
                  </a:lnTo>
                  <a:lnTo>
                    <a:pt x="56" y="75"/>
                  </a:lnTo>
                  <a:lnTo>
                    <a:pt x="56" y="77"/>
                  </a:lnTo>
                  <a:lnTo>
                    <a:pt x="56" y="77"/>
                  </a:lnTo>
                  <a:lnTo>
                    <a:pt x="56" y="79"/>
                  </a:lnTo>
                  <a:lnTo>
                    <a:pt x="56" y="79"/>
                  </a:lnTo>
                  <a:lnTo>
                    <a:pt x="55" y="75"/>
                  </a:lnTo>
                  <a:lnTo>
                    <a:pt x="52" y="73"/>
                  </a:lnTo>
                  <a:lnTo>
                    <a:pt x="51" y="71"/>
                  </a:lnTo>
                  <a:lnTo>
                    <a:pt x="52" y="70"/>
                  </a:lnTo>
                  <a:lnTo>
                    <a:pt x="52" y="68"/>
                  </a:lnTo>
                  <a:lnTo>
                    <a:pt x="51" y="69"/>
                  </a:lnTo>
                  <a:lnTo>
                    <a:pt x="50" y="70"/>
                  </a:lnTo>
                  <a:lnTo>
                    <a:pt x="50" y="69"/>
                  </a:lnTo>
                  <a:lnTo>
                    <a:pt x="51" y="66"/>
                  </a:lnTo>
                  <a:lnTo>
                    <a:pt x="50" y="65"/>
                  </a:lnTo>
                  <a:lnTo>
                    <a:pt x="50" y="62"/>
                  </a:lnTo>
                  <a:lnTo>
                    <a:pt x="50" y="61"/>
                  </a:lnTo>
                  <a:lnTo>
                    <a:pt x="49" y="60"/>
                  </a:lnTo>
                  <a:lnTo>
                    <a:pt x="45" y="52"/>
                  </a:lnTo>
                  <a:lnTo>
                    <a:pt x="45" y="52"/>
                  </a:lnTo>
                  <a:lnTo>
                    <a:pt x="45" y="53"/>
                  </a:lnTo>
                  <a:lnTo>
                    <a:pt x="43" y="52"/>
                  </a:lnTo>
                  <a:lnTo>
                    <a:pt x="41" y="53"/>
                  </a:lnTo>
                  <a:lnTo>
                    <a:pt x="37" y="52"/>
                  </a:lnTo>
                  <a:lnTo>
                    <a:pt x="37" y="50"/>
                  </a:lnTo>
                  <a:lnTo>
                    <a:pt x="35" y="50"/>
                  </a:lnTo>
                  <a:lnTo>
                    <a:pt x="33" y="49"/>
                  </a:lnTo>
                  <a:lnTo>
                    <a:pt x="33" y="45"/>
                  </a:lnTo>
                  <a:lnTo>
                    <a:pt x="33" y="49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1" y="54"/>
                  </a:lnTo>
                  <a:lnTo>
                    <a:pt x="33" y="54"/>
                  </a:lnTo>
                  <a:lnTo>
                    <a:pt x="34" y="57"/>
                  </a:lnTo>
                  <a:lnTo>
                    <a:pt x="34" y="61"/>
                  </a:lnTo>
                  <a:lnTo>
                    <a:pt x="31" y="61"/>
                  </a:lnTo>
                  <a:lnTo>
                    <a:pt x="30" y="65"/>
                  </a:lnTo>
                  <a:lnTo>
                    <a:pt x="29" y="64"/>
                  </a:lnTo>
                  <a:lnTo>
                    <a:pt x="29" y="61"/>
                  </a:lnTo>
                  <a:lnTo>
                    <a:pt x="30" y="61"/>
                  </a:lnTo>
                  <a:lnTo>
                    <a:pt x="31" y="60"/>
                  </a:lnTo>
                  <a:lnTo>
                    <a:pt x="29" y="61"/>
                  </a:lnTo>
                  <a:lnTo>
                    <a:pt x="27" y="64"/>
                  </a:lnTo>
                  <a:lnTo>
                    <a:pt x="26" y="61"/>
                  </a:lnTo>
                  <a:lnTo>
                    <a:pt x="27" y="57"/>
                  </a:lnTo>
                  <a:lnTo>
                    <a:pt x="27" y="57"/>
                  </a:lnTo>
                  <a:lnTo>
                    <a:pt x="26" y="56"/>
                  </a:lnTo>
                  <a:lnTo>
                    <a:pt x="27" y="57"/>
                  </a:lnTo>
                  <a:lnTo>
                    <a:pt x="26" y="58"/>
                  </a:lnTo>
                  <a:lnTo>
                    <a:pt x="26" y="61"/>
                  </a:lnTo>
                  <a:lnTo>
                    <a:pt x="25" y="61"/>
                  </a:lnTo>
                  <a:lnTo>
                    <a:pt x="26" y="64"/>
                  </a:lnTo>
                  <a:lnTo>
                    <a:pt x="26" y="65"/>
                  </a:lnTo>
                  <a:lnTo>
                    <a:pt x="25" y="66"/>
                  </a:lnTo>
                  <a:lnTo>
                    <a:pt x="25" y="66"/>
                  </a:lnTo>
                  <a:lnTo>
                    <a:pt x="24" y="65"/>
                  </a:lnTo>
                  <a:lnTo>
                    <a:pt x="22" y="65"/>
                  </a:lnTo>
                  <a:lnTo>
                    <a:pt x="22" y="66"/>
                  </a:lnTo>
                  <a:lnTo>
                    <a:pt x="21" y="66"/>
                  </a:lnTo>
                  <a:lnTo>
                    <a:pt x="20" y="66"/>
                  </a:lnTo>
                  <a:lnTo>
                    <a:pt x="20" y="64"/>
                  </a:lnTo>
                  <a:lnTo>
                    <a:pt x="18" y="64"/>
                  </a:lnTo>
                  <a:lnTo>
                    <a:pt x="17" y="60"/>
                  </a:lnTo>
                  <a:lnTo>
                    <a:pt x="17" y="58"/>
                  </a:lnTo>
                  <a:lnTo>
                    <a:pt x="17" y="54"/>
                  </a:lnTo>
                  <a:lnTo>
                    <a:pt x="13" y="50"/>
                  </a:lnTo>
                  <a:lnTo>
                    <a:pt x="13" y="46"/>
                  </a:lnTo>
                  <a:lnTo>
                    <a:pt x="13" y="44"/>
                  </a:lnTo>
                  <a:lnTo>
                    <a:pt x="12" y="41"/>
                  </a:lnTo>
                  <a:lnTo>
                    <a:pt x="12" y="37"/>
                  </a:lnTo>
                  <a:lnTo>
                    <a:pt x="9" y="33"/>
                  </a:lnTo>
                  <a:lnTo>
                    <a:pt x="6" y="32"/>
                  </a:lnTo>
                  <a:lnTo>
                    <a:pt x="4" y="29"/>
                  </a:lnTo>
                  <a:lnTo>
                    <a:pt x="4" y="24"/>
                  </a:lnTo>
                  <a:lnTo>
                    <a:pt x="5" y="24"/>
                  </a:lnTo>
                  <a:lnTo>
                    <a:pt x="6" y="21"/>
                  </a:lnTo>
                  <a:lnTo>
                    <a:pt x="9" y="20"/>
                  </a:lnTo>
                  <a:lnTo>
                    <a:pt x="10" y="20"/>
                  </a:lnTo>
                  <a:lnTo>
                    <a:pt x="12" y="19"/>
                  </a:lnTo>
                  <a:lnTo>
                    <a:pt x="10" y="16"/>
                  </a:lnTo>
                  <a:lnTo>
                    <a:pt x="12" y="15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0" y="14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4"/>
                  </a:lnTo>
                  <a:lnTo>
                    <a:pt x="2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" name="Freeform 369">
              <a:extLst>
                <a:ext uri="{FF2B5EF4-FFF2-40B4-BE49-F238E27FC236}">
                  <a16:creationId xmlns:a16="http://schemas.microsoft.com/office/drawing/2014/main" id="{4064CF77-DC04-4569-9FBA-2CCD002AB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683" y="4709670"/>
              <a:ext cx="335489" cy="208548"/>
            </a:xfrm>
            <a:custGeom>
              <a:avLst/>
              <a:gdLst>
                <a:gd name="T0" fmla="*/ 16 w 37"/>
                <a:gd name="T1" fmla="*/ 0 h 23"/>
                <a:gd name="T2" fmla="*/ 18 w 37"/>
                <a:gd name="T3" fmla="*/ 3 h 23"/>
                <a:gd name="T4" fmla="*/ 23 w 37"/>
                <a:gd name="T5" fmla="*/ 3 h 23"/>
                <a:gd name="T6" fmla="*/ 25 w 37"/>
                <a:gd name="T7" fmla="*/ 4 h 23"/>
                <a:gd name="T8" fmla="*/ 28 w 37"/>
                <a:gd name="T9" fmla="*/ 3 h 23"/>
                <a:gd name="T10" fmla="*/ 31 w 37"/>
                <a:gd name="T11" fmla="*/ 3 h 23"/>
                <a:gd name="T12" fmla="*/ 33 w 37"/>
                <a:gd name="T13" fmla="*/ 6 h 23"/>
                <a:gd name="T14" fmla="*/ 33 w 37"/>
                <a:gd name="T15" fmla="*/ 6 h 23"/>
                <a:gd name="T16" fmla="*/ 33 w 37"/>
                <a:gd name="T17" fmla="*/ 8 h 23"/>
                <a:gd name="T18" fmla="*/ 33 w 37"/>
                <a:gd name="T19" fmla="*/ 11 h 23"/>
                <a:gd name="T20" fmla="*/ 37 w 37"/>
                <a:gd name="T21" fmla="*/ 12 h 23"/>
                <a:gd name="T22" fmla="*/ 37 w 37"/>
                <a:gd name="T23" fmla="*/ 16 h 23"/>
                <a:gd name="T24" fmla="*/ 37 w 37"/>
                <a:gd name="T25" fmla="*/ 17 h 23"/>
                <a:gd name="T26" fmla="*/ 32 w 37"/>
                <a:gd name="T27" fmla="*/ 19 h 23"/>
                <a:gd name="T28" fmla="*/ 29 w 37"/>
                <a:gd name="T29" fmla="*/ 19 h 23"/>
                <a:gd name="T30" fmla="*/ 24 w 37"/>
                <a:gd name="T31" fmla="*/ 20 h 23"/>
                <a:gd name="T32" fmla="*/ 21 w 37"/>
                <a:gd name="T33" fmla="*/ 19 h 23"/>
                <a:gd name="T34" fmla="*/ 19 w 37"/>
                <a:gd name="T35" fmla="*/ 19 h 23"/>
                <a:gd name="T36" fmla="*/ 18 w 37"/>
                <a:gd name="T37" fmla="*/ 23 h 23"/>
                <a:gd name="T38" fmla="*/ 14 w 37"/>
                <a:gd name="T39" fmla="*/ 23 h 23"/>
                <a:gd name="T40" fmla="*/ 8 w 37"/>
                <a:gd name="T41" fmla="*/ 19 h 23"/>
                <a:gd name="T42" fmla="*/ 7 w 37"/>
                <a:gd name="T43" fmla="*/ 20 h 23"/>
                <a:gd name="T44" fmla="*/ 3 w 37"/>
                <a:gd name="T45" fmla="*/ 19 h 23"/>
                <a:gd name="T46" fmla="*/ 0 w 37"/>
                <a:gd name="T47" fmla="*/ 15 h 23"/>
                <a:gd name="T48" fmla="*/ 0 w 37"/>
                <a:gd name="T49" fmla="*/ 14 h 23"/>
                <a:gd name="T50" fmla="*/ 2 w 37"/>
                <a:gd name="T51" fmla="*/ 11 h 23"/>
                <a:gd name="T52" fmla="*/ 3 w 37"/>
                <a:gd name="T53" fmla="*/ 10 h 23"/>
                <a:gd name="T54" fmla="*/ 6 w 37"/>
                <a:gd name="T55" fmla="*/ 4 h 23"/>
                <a:gd name="T56" fmla="*/ 12 w 37"/>
                <a:gd name="T57" fmla="*/ 2 h 23"/>
                <a:gd name="T58" fmla="*/ 16 w 37"/>
                <a:gd name="T5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" h="23">
                  <a:moveTo>
                    <a:pt x="16" y="0"/>
                  </a:moveTo>
                  <a:lnTo>
                    <a:pt x="18" y="3"/>
                  </a:lnTo>
                  <a:lnTo>
                    <a:pt x="23" y="3"/>
                  </a:lnTo>
                  <a:lnTo>
                    <a:pt x="25" y="4"/>
                  </a:lnTo>
                  <a:lnTo>
                    <a:pt x="28" y="3"/>
                  </a:lnTo>
                  <a:lnTo>
                    <a:pt x="31" y="3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8"/>
                  </a:lnTo>
                  <a:lnTo>
                    <a:pt x="33" y="11"/>
                  </a:lnTo>
                  <a:lnTo>
                    <a:pt x="37" y="12"/>
                  </a:lnTo>
                  <a:lnTo>
                    <a:pt x="37" y="16"/>
                  </a:lnTo>
                  <a:lnTo>
                    <a:pt x="37" y="17"/>
                  </a:lnTo>
                  <a:lnTo>
                    <a:pt x="32" y="19"/>
                  </a:lnTo>
                  <a:lnTo>
                    <a:pt x="29" y="19"/>
                  </a:lnTo>
                  <a:lnTo>
                    <a:pt x="24" y="20"/>
                  </a:lnTo>
                  <a:lnTo>
                    <a:pt x="21" y="19"/>
                  </a:lnTo>
                  <a:lnTo>
                    <a:pt x="19" y="19"/>
                  </a:lnTo>
                  <a:lnTo>
                    <a:pt x="18" y="23"/>
                  </a:lnTo>
                  <a:lnTo>
                    <a:pt x="14" y="23"/>
                  </a:lnTo>
                  <a:lnTo>
                    <a:pt x="8" y="19"/>
                  </a:lnTo>
                  <a:lnTo>
                    <a:pt x="7" y="20"/>
                  </a:lnTo>
                  <a:lnTo>
                    <a:pt x="3" y="19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2" y="11"/>
                  </a:lnTo>
                  <a:lnTo>
                    <a:pt x="3" y="10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" name="Freeform 370">
              <a:extLst>
                <a:ext uri="{FF2B5EF4-FFF2-40B4-BE49-F238E27FC236}">
                  <a16:creationId xmlns:a16="http://schemas.microsoft.com/office/drawing/2014/main" id="{96B1452D-97BE-4210-A0EC-7071B92AC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620" y="4473923"/>
              <a:ext cx="897659" cy="462432"/>
            </a:xfrm>
            <a:custGeom>
              <a:avLst/>
              <a:gdLst>
                <a:gd name="T0" fmla="*/ 9 w 99"/>
                <a:gd name="T1" fmla="*/ 1 h 51"/>
                <a:gd name="T2" fmla="*/ 12 w 99"/>
                <a:gd name="T3" fmla="*/ 3 h 51"/>
                <a:gd name="T4" fmla="*/ 15 w 99"/>
                <a:gd name="T5" fmla="*/ 1 h 51"/>
                <a:gd name="T6" fmla="*/ 22 w 99"/>
                <a:gd name="T7" fmla="*/ 3 h 51"/>
                <a:gd name="T8" fmla="*/ 26 w 99"/>
                <a:gd name="T9" fmla="*/ 4 h 51"/>
                <a:gd name="T10" fmla="*/ 32 w 99"/>
                <a:gd name="T11" fmla="*/ 9 h 51"/>
                <a:gd name="T12" fmla="*/ 37 w 99"/>
                <a:gd name="T13" fmla="*/ 11 h 51"/>
                <a:gd name="T14" fmla="*/ 40 w 99"/>
                <a:gd name="T15" fmla="*/ 15 h 51"/>
                <a:gd name="T16" fmla="*/ 42 w 99"/>
                <a:gd name="T17" fmla="*/ 16 h 51"/>
                <a:gd name="T18" fmla="*/ 44 w 99"/>
                <a:gd name="T19" fmla="*/ 12 h 51"/>
                <a:gd name="T20" fmla="*/ 47 w 99"/>
                <a:gd name="T21" fmla="*/ 13 h 51"/>
                <a:gd name="T22" fmla="*/ 50 w 99"/>
                <a:gd name="T23" fmla="*/ 17 h 51"/>
                <a:gd name="T24" fmla="*/ 57 w 99"/>
                <a:gd name="T25" fmla="*/ 18 h 51"/>
                <a:gd name="T26" fmla="*/ 59 w 99"/>
                <a:gd name="T27" fmla="*/ 24 h 51"/>
                <a:gd name="T28" fmla="*/ 62 w 99"/>
                <a:gd name="T29" fmla="*/ 26 h 51"/>
                <a:gd name="T30" fmla="*/ 67 w 99"/>
                <a:gd name="T31" fmla="*/ 26 h 51"/>
                <a:gd name="T32" fmla="*/ 71 w 99"/>
                <a:gd name="T33" fmla="*/ 24 h 51"/>
                <a:gd name="T34" fmla="*/ 79 w 99"/>
                <a:gd name="T35" fmla="*/ 25 h 51"/>
                <a:gd name="T36" fmla="*/ 83 w 99"/>
                <a:gd name="T37" fmla="*/ 30 h 51"/>
                <a:gd name="T38" fmla="*/ 87 w 99"/>
                <a:gd name="T39" fmla="*/ 33 h 51"/>
                <a:gd name="T40" fmla="*/ 92 w 99"/>
                <a:gd name="T41" fmla="*/ 33 h 51"/>
                <a:gd name="T42" fmla="*/ 98 w 99"/>
                <a:gd name="T43" fmla="*/ 32 h 51"/>
                <a:gd name="T44" fmla="*/ 98 w 99"/>
                <a:gd name="T45" fmla="*/ 40 h 51"/>
                <a:gd name="T46" fmla="*/ 99 w 99"/>
                <a:gd name="T47" fmla="*/ 50 h 51"/>
                <a:gd name="T48" fmla="*/ 87 w 99"/>
                <a:gd name="T49" fmla="*/ 49 h 51"/>
                <a:gd name="T50" fmla="*/ 74 w 99"/>
                <a:gd name="T51" fmla="*/ 47 h 51"/>
                <a:gd name="T52" fmla="*/ 67 w 99"/>
                <a:gd name="T53" fmla="*/ 49 h 51"/>
                <a:gd name="T54" fmla="*/ 58 w 99"/>
                <a:gd name="T55" fmla="*/ 43 h 51"/>
                <a:gd name="T56" fmla="*/ 51 w 99"/>
                <a:gd name="T57" fmla="*/ 40 h 51"/>
                <a:gd name="T58" fmla="*/ 44 w 99"/>
                <a:gd name="T59" fmla="*/ 40 h 51"/>
                <a:gd name="T60" fmla="*/ 33 w 99"/>
                <a:gd name="T61" fmla="*/ 37 h 51"/>
                <a:gd name="T62" fmla="*/ 28 w 99"/>
                <a:gd name="T63" fmla="*/ 36 h 51"/>
                <a:gd name="T64" fmla="*/ 20 w 99"/>
                <a:gd name="T65" fmla="*/ 30 h 51"/>
                <a:gd name="T66" fmla="*/ 11 w 99"/>
                <a:gd name="T67" fmla="*/ 25 h 51"/>
                <a:gd name="T68" fmla="*/ 7 w 99"/>
                <a:gd name="T69" fmla="*/ 24 h 51"/>
                <a:gd name="T70" fmla="*/ 1 w 99"/>
                <a:gd name="T71" fmla="*/ 22 h 51"/>
                <a:gd name="T72" fmla="*/ 4 w 99"/>
                <a:gd name="T73" fmla="*/ 15 h 51"/>
                <a:gd name="T74" fmla="*/ 5 w 99"/>
                <a:gd name="T75" fmla="*/ 4 h 51"/>
                <a:gd name="T76" fmla="*/ 5 w 99"/>
                <a:gd name="T7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9" h="51">
                  <a:moveTo>
                    <a:pt x="5" y="0"/>
                  </a:moveTo>
                  <a:lnTo>
                    <a:pt x="9" y="1"/>
                  </a:lnTo>
                  <a:lnTo>
                    <a:pt x="9" y="3"/>
                  </a:lnTo>
                  <a:lnTo>
                    <a:pt x="12" y="3"/>
                  </a:lnTo>
                  <a:lnTo>
                    <a:pt x="13" y="4"/>
                  </a:lnTo>
                  <a:lnTo>
                    <a:pt x="15" y="1"/>
                  </a:lnTo>
                  <a:lnTo>
                    <a:pt x="19" y="1"/>
                  </a:lnTo>
                  <a:lnTo>
                    <a:pt x="22" y="3"/>
                  </a:lnTo>
                  <a:lnTo>
                    <a:pt x="24" y="4"/>
                  </a:lnTo>
                  <a:lnTo>
                    <a:pt x="26" y="4"/>
                  </a:lnTo>
                  <a:lnTo>
                    <a:pt x="28" y="5"/>
                  </a:lnTo>
                  <a:lnTo>
                    <a:pt x="32" y="9"/>
                  </a:lnTo>
                  <a:lnTo>
                    <a:pt x="34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40" y="15"/>
                  </a:lnTo>
                  <a:lnTo>
                    <a:pt x="41" y="17"/>
                  </a:lnTo>
                  <a:lnTo>
                    <a:pt x="42" y="16"/>
                  </a:lnTo>
                  <a:lnTo>
                    <a:pt x="42" y="13"/>
                  </a:lnTo>
                  <a:lnTo>
                    <a:pt x="44" y="12"/>
                  </a:lnTo>
                  <a:lnTo>
                    <a:pt x="45" y="13"/>
                  </a:lnTo>
                  <a:lnTo>
                    <a:pt x="47" y="13"/>
                  </a:lnTo>
                  <a:lnTo>
                    <a:pt x="50" y="15"/>
                  </a:lnTo>
                  <a:lnTo>
                    <a:pt x="50" y="17"/>
                  </a:lnTo>
                  <a:lnTo>
                    <a:pt x="53" y="20"/>
                  </a:lnTo>
                  <a:lnTo>
                    <a:pt x="57" y="18"/>
                  </a:lnTo>
                  <a:lnTo>
                    <a:pt x="59" y="20"/>
                  </a:lnTo>
                  <a:lnTo>
                    <a:pt x="59" y="24"/>
                  </a:lnTo>
                  <a:lnTo>
                    <a:pt x="61" y="26"/>
                  </a:lnTo>
                  <a:lnTo>
                    <a:pt x="62" y="26"/>
                  </a:lnTo>
                  <a:lnTo>
                    <a:pt x="66" y="28"/>
                  </a:lnTo>
                  <a:lnTo>
                    <a:pt x="67" y="26"/>
                  </a:lnTo>
                  <a:lnTo>
                    <a:pt x="70" y="26"/>
                  </a:lnTo>
                  <a:lnTo>
                    <a:pt x="71" y="24"/>
                  </a:lnTo>
                  <a:lnTo>
                    <a:pt x="76" y="24"/>
                  </a:lnTo>
                  <a:lnTo>
                    <a:pt x="79" y="25"/>
                  </a:lnTo>
                  <a:lnTo>
                    <a:pt x="79" y="29"/>
                  </a:lnTo>
                  <a:lnTo>
                    <a:pt x="83" y="30"/>
                  </a:lnTo>
                  <a:lnTo>
                    <a:pt x="86" y="33"/>
                  </a:lnTo>
                  <a:lnTo>
                    <a:pt x="87" y="33"/>
                  </a:lnTo>
                  <a:lnTo>
                    <a:pt x="91" y="32"/>
                  </a:lnTo>
                  <a:lnTo>
                    <a:pt x="92" y="33"/>
                  </a:lnTo>
                  <a:lnTo>
                    <a:pt x="95" y="32"/>
                  </a:lnTo>
                  <a:lnTo>
                    <a:pt x="98" y="32"/>
                  </a:lnTo>
                  <a:lnTo>
                    <a:pt x="98" y="34"/>
                  </a:lnTo>
                  <a:lnTo>
                    <a:pt x="98" y="40"/>
                  </a:lnTo>
                  <a:lnTo>
                    <a:pt x="99" y="45"/>
                  </a:lnTo>
                  <a:lnTo>
                    <a:pt x="99" y="50"/>
                  </a:lnTo>
                  <a:lnTo>
                    <a:pt x="91" y="51"/>
                  </a:lnTo>
                  <a:lnTo>
                    <a:pt x="87" y="49"/>
                  </a:lnTo>
                  <a:lnTo>
                    <a:pt x="84" y="50"/>
                  </a:lnTo>
                  <a:lnTo>
                    <a:pt x="74" y="47"/>
                  </a:lnTo>
                  <a:lnTo>
                    <a:pt x="70" y="47"/>
                  </a:lnTo>
                  <a:lnTo>
                    <a:pt x="67" y="49"/>
                  </a:lnTo>
                  <a:lnTo>
                    <a:pt x="61" y="46"/>
                  </a:lnTo>
                  <a:lnTo>
                    <a:pt x="58" y="43"/>
                  </a:lnTo>
                  <a:lnTo>
                    <a:pt x="57" y="41"/>
                  </a:lnTo>
                  <a:lnTo>
                    <a:pt x="51" y="40"/>
                  </a:lnTo>
                  <a:lnTo>
                    <a:pt x="45" y="41"/>
                  </a:lnTo>
                  <a:lnTo>
                    <a:pt x="44" y="40"/>
                  </a:lnTo>
                  <a:lnTo>
                    <a:pt x="37" y="40"/>
                  </a:lnTo>
                  <a:lnTo>
                    <a:pt x="33" y="37"/>
                  </a:lnTo>
                  <a:lnTo>
                    <a:pt x="30" y="37"/>
                  </a:lnTo>
                  <a:lnTo>
                    <a:pt x="28" y="36"/>
                  </a:lnTo>
                  <a:lnTo>
                    <a:pt x="24" y="34"/>
                  </a:lnTo>
                  <a:lnTo>
                    <a:pt x="20" y="30"/>
                  </a:lnTo>
                  <a:lnTo>
                    <a:pt x="15" y="26"/>
                  </a:lnTo>
                  <a:lnTo>
                    <a:pt x="11" y="25"/>
                  </a:lnTo>
                  <a:lnTo>
                    <a:pt x="8" y="24"/>
                  </a:lnTo>
                  <a:lnTo>
                    <a:pt x="7" y="24"/>
                  </a:lnTo>
                  <a:lnTo>
                    <a:pt x="4" y="22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5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" name="Freeform 371">
              <a:extLst>
                <a:ext uri="{FF2B5EF4-FFF2-40B4-BE49-F238E27FC236}">
                  <a16:creationId xmlns:a16="http://schemas.microsoft.com/office/drawing/2014/main" id="{0F2377CA-C322-405E-B608-344C6F9F9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-608498" y="3676005"/>
              <a:ext cx="1505160" cy="1632101"/>
            </a:xfrm>
            <a:custGeom>
              <a:avLst/>
              <a:gdLst>
                <a:gd name="T0" fmla="*/ 129 w 166"/>
                <a:gd name="T1" fmla="*/ 2 h 180"/>
                <a:gd name="T2" fmla="*/ 126 w 166"/>
                <a:gd name="T3" fmla="*/ 12 h 180"/>
                <a:gd name="T4" fmla="*/ 138 w 166"/>
                <a:gd name="T5" fmla="*/ 18 h 180"/>
                <a:gd name="T6" fmla="*/ 139 w 166"/>
                <a:gd name="T7" fmla="*/ 28 h 180"/>
                <a:gd name="T8" fmla="*/ 139 w 166"/>
                <a:gd name="T9" fmla="*/ 38 h 180"/>
                <a:gd name="T10" fmla="*/ 150 w 166"/>
                <a:gd name="T11" fmla="*/ 54 h 180"/>
                <a:gd name="T12" fmla="*/ 162 w 166"/>
                <a:gd name="T13" fmla="*/ 58 h 180"/>
                <a:gd name="T14" fmla="*/ 162 w 166"/>
                <a:gd name="T15" fmla="*/ 64 h 180"/>
                <a:gd name="T16" fmla="*/ 154 w 166"/>
                <a:gd name="T17" fmla="*/ 71 h 180"/>
                <a:gd name="T18" fmla="*/ 153 w 166"/>
                <a:gd name="T19" fmla="*/ 85 h 180"/>
                <a:gd name="T20" fmla="*/ 149 w 166"/>
                <a:gd name="T21" fmla="*/ 96 h 180"/>
                <a:gd name="T22" fmla="*/ 141 w 166"/>
                <a:gd name="T23" fmla="*/ 108 h 180"/>
                <a:gd name="T24" fmla="*/ 124 w 166"/>
                <a:gd name="T25" fmla="*/ 122 h 180"/>
                <a:gd name="T26" fmla="*/ 114 w 166"/>
                <a:gd name="T27" fmla="*/ 121 h 180"/>
                <a:gd name="T28" fmla="*/ 107 w 166"/>
                <a:gd name="T29" fmla="*/ 130 h 180"/>
                <a:gd name="T30" fmla="*/ 105 w 166"/>
                <a:gd name="T31" fmla="*/ 138 h 180"/>
                <a:gd name="T32" fmla="*/ 113 w 166"/>
                <a:gd name="T33" fmla="*/ 142 h 180"/>
                <a:gd name="T34" fmla="*/ 120 w 166"/>
                <a:gd name="T35" fmla="*/ 153 h 180"/>
                <a:gd name="T36" fmla="*/ 125 w 166"/>
                <a:gd name="T37" fmla="*/ 166 h 180"/>
                <a:gd name="T38" fmla="*/ 121 w 166"/>
                <a:gd name="T39" fmla="*/ 171 h 180"/>
                <a:gd name="T40" fmla="*/ 117 w 166"/>
                <a:gd name="T41" fmla="*/ 170 h 180"/>
                <a:gd name="T42" fmla="*/ 101 w 166"/>
                <a:gd name="T43" fmla="*/ 171 h 180"/>
                <a:gd name="T44" fmla="*/ 96 w 166"/>
                <a:gd name="T45" fmla="*/ 180 h 180"/>
                <a:gd name="T46" fmla="*/ 87 w 166"/>
                <a:gd name="T47" fmla="*/ 178 h 180"/>
                <a:gd name="T48" fmla="*/ 82 w 166"/>
                <a:gd name="T49" fmla="*/ 175 h 180"/>
                <a:gd name="T50" fmla="*/ 82 w 166"/>
                <a:gd name="T51" fmla="*/ 168 h 180"/>
                <a:gd name="T52" fmla="*/ 74 w 166"/>
                <a:gd name="T53" fmla="*/ 164 h 180"/>
                <a:gd name="T54" fmla="*/ 74 w 166"/>
                <a:gd name="T55" fmla="*/ 160 h 180"/>
                <a:gd name="T56" fmla="*/ 64 w 166"/>
                <a:gd name="T57" fmla="*/ 156 h 180"/>
                <a:gd name="T58" fmla="*/ 58 w 166"/>
                <a:gd name="T59" fmla="*/ 156 h 180"/>
                <a:gd name="T60" fmla="*/ 49 w 166"/>
                <a:gd name="T61" fmla="*/ 160 h 180"/>
                <a:gd name="T62" fmla="*/ 42 w 166"/>
                <a:gd name="T63" fmla="*/ 158 h 180"/>
                <a:gd name="T64" fmla="*/ 37 w 166"/>
                <a:gd name="T65" fmla="*/ 156 h 180"/>
                <a:gd name="T66" fmla="*/ 33 w 166"/>
                <a:gd name="T67" fmla="*/ 159 h 180"/>
                <a:gd name="T68" fmla="*/ 25 w 166"/>
                <a:gd name="T69" fmla="*/ 160 h 180"/>
                <a:gd name="T70" fmla="*/ 18 w 166"/>
                <a:gd name="T71" fmla="*/ 162 h 180"/>
                <a:gd name="T72" fmla="*/ 16 w 166"/>
                <a:gd name="T73" fmla="*/ 158 h 180"/>
                <a:gd name="T74" fmla="*/ 16 w 166"/>
                <a:gd name="T75" fmla="*/ 146 h 180"/>
                <a:gd name="T76" fmla="*/ 28 w 166"/>
                <a:gd name="T77" fmla="*/ 139 h 180"/>
                <a:gd name="T78" fmla="*/ 29 w 166"/>
                <a:gd name="T79" fmla="*/ 133 h 180"/>
                <a:gd name="T80" fmla="*/ 25 w 166"/>
                <a:gd name="T81" fmla="*/ 125 h 180"/>
                <a:gd name="T82" fmla="*/ 18 w 166"/>
                <a:gd name="T83" fmla="*/ 118 h 180"/>
                <a:gd name="T84" fmla="*/ 8 w 166"/>
                <a:gd name="T85" fmla="*/ 112 h 180"/>
                <a:gd name="T86" fmla="*/ 16 w 166"/>
                <a:gd name="T87" fmla="*/ 105 h 180"/>
                <a:gd name="T88" fmla="*/ 39 w 166"/>
                <a:gd name="T89" fmla="*/ 103 h 180"/>
                <a:gd name="T90" fmla="*/ 58 w 166"/>
                <a:gd name="T91" fmla="*/ 101 h 180"/>
                <a:gd name="T92" fmla="*/ 62 w 166"/>
                <a:gd name="T93" fmla="*/ 92 h 180"/>
                <a:gd name="T94" fmla="*/ 64 w 166"/>
                <a:gd name="T95" fmla="*/ 83 h 180"/>
                <a:gd name="T96" fmla="*/ 70 w 166"/>
                <a:gd name="T97" fmla="*/ 79 h 180"/>
                <a:gd name="T98" fmla="*/ 79 w 166"/>
                <a:gd name="T99" fmla="*/ 71 h 180"/>
                <a:gd name="T100" fmla="*/ 87 w 166"/>
                <a:gd name="T101" fmla="*/ 71 h 180"/>
                <a:gd name="T102" fmla="*/ 93 w 166"/>
                <a:gd name="T103" fmla="*/ 68 h 180"/>
                <a:gd name="T104" fmla="*/ 93 w 166"/>
                <a:gd name="T105" fmla="*/ 58 h 180"/>
                <a:gd name="T106" fmla="*/ 100 w 166"/>
                <a:gd name="T107" fmla="*/ 50 h 180"/>
                <a:gd name="T108" fmla="*/ 96 w 166"/>
                <a:gd name="T109" fmla="*/ 41 h 180"/>
                <a:gd name="T110" fmla="*/ 111 w 166"/>
                <a:gd name="T111" fmla="*/ 35 h 180"/>
                <a:gd name="T112" fmla="*/ 113 w 166"/>
                <a:gd name="T113" fmla="*/ 17 h 180"/>
                <a:gd name="T114" fmla="*/ 114 w 166"/>
                <a:gd name="T115" fmla="*/ 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" h="180">
                  <a:moveTo>
                    <a:pt x="122" y="0"/>
                  </a:moveTo>
                  <a:lnTo>
                    <a:pt x="125" y="1"/>
                  </a:lnTo>
                  <a:lnTo>
                    <a:pt x="128" y="0"/>
                  </a:lnTo>
                  <a:lnTo>
                    <a:pt x="129" y="2"/>
                  </a:lnTo>
                  <a:lnTo>
                    <a:pt x="122" y="6"/>
                  </a:lnTo>
                  <a:lnTo>
                    <a:pt x="124" y="10"/>
                  </a:lnTo>
                  <a:lnTo>
                    <a:pt x="125" y="13"/>
                  </a:lnTo>
                  <a:lnTo>
                    <a:pt x="126" y="12"/>
                  </a:lnTo>
                  <a:lnTo>
                    <a:pt x="129" y="12"/>
                  </a:lnTo>
                  <a:lnTo>
                    <a:pt x="132" y="13"/>
                  </a:lnTo>
                  <a:lnTo>
                    <a:pt x="136" y="17"/>
                  </a:lnTo>
                  <a:lnTo>
                    <a:pt x="138" y="18"/>
                  </a:lnTo>
                  <a:lnTo>
                    <a:pt x="138" y="21"/>
                  </a:lnTo>
                  <a:lnTo>
                    <a:pt x="142" y="22"/>
                  </a:lnTo>
                  <a:lnTo>
                    <a:pt x="142" y="25"/>
                  </a:lnTo>
                  <a:lnTo>
                    <a:pt x="139" y="28"/>
                  </a:lnTo>
                  <a:lnTo>
                    <a:pt x="138" y="30"/>
                  </a:lnTo>
                  <a:lnTo>
                    <a:pt x="137" y="30"/>
                  </a:lnTo>
                  <a:lnTo>
                    <a:pt x="137" y="34"/>
                  </a:lnTo>
                  <a:lnTo>
                    <a:pt x="139" y="38"/>
                  </a:lnTo>
                  <a:lnTo>
                    <a:pt x="141" y="46"/>
                  </a:lnTo>
                  <a:lnTo>
                    <a:pt x="141" y="49"/>
                  </a:lnTo>
                  <a:lnTo>
                    <a:pt x="146" y="53"/>
                  </a:lnTo>
                  <a:lnTo>
                    <a:pt x="150" y="54"/>
                  </a:lnTo>
                  <a:lnTo>
                    <a:pt x="154" y="55"/>
                  </a:lnTo>
                  <a:lnTo>
                    <a:pt x="155" y="59"/>
                  </a:lnTo>
                  <a:lnTo>
                    <a:pt x="159" y="59"/>
                  </a:lnTo>
                  <a:lnTo>
                    <a:pt x="162" y="58"/>
                  </a:lnTo>
                  <a:lnTo>
                    <a:pt x="164" y="59"/>
                  </a:lnTo>
                  <a:lnTo>
                    <a:pt x="166" y="62"/>
                  </a:lnTo>
                  <a:lnTo>
                    <a:pt x="163" y="64"/>
                  </a:lnTo>
                  <a:lnTo>
                    <a:pt x="162" y="64"/>
                  </a:lnTo>
                  <a:lnTo>
                    <a:pt x="159" y="66"/>
                  </a:lnTo>
                  <a:lnTo>
                    <a:pt x="157" y="66"/>
                  </a:lnTo>
                  <a:lnTo>
                    <a:pt x="154" y="70"/>
                  </a:lnTo>
                  <a:lnTo>
                    <a:pt x="154" y="71"/>
                  </a:lnTo>
                  <a:lnTo>
                    <a:pt x="155" y="75"/>
                  </a:lnTo>
                  <a:lnTo>
                    <a:pt x="155" y="81"/>
                  </a:lnTo>
                  <a:lnTo>
                    <a:pt x="154" y="84"/>
                  </a:lnTo>
                  <a:lnTo>
                    <a:pt x="153" y="85"/>
                  </a:lnTo>
                  <a:lnTo>
                    <a:pt x="149" y="89"/>
                  </a:lnTo>
                  <a:lnTo>
                    <a:pt x="150" y="91"/>
                  </a:lnTo>
                  <a:lnTo>
                    <a:pt x="150" y="92"/>
                  </a:lnTo>
                  <a:lnTo>
                    <a:pt x="149" y="96"/>
                  </a:lnTo>
                  <a:lnTo>
                    <a:pt x="146" y="97"/>
                  </a:lnTo>
                  <a:lnTo>
                    <a:pt x="143" y="101"/>
                  </a:lnTo>
                  <a:lnTo>
                    <a:pt x="142" y="105"/>
                  </a:lnTo>
                  <a:lnTo>
                    <a:pt x="141" y="108"/>
                  </a:lnTo>
                  <a:lnTo>
                    <a:pt x="136" y="112"/>
                  </a:lnTo>
                  <a:lnTo>
                    <a:pt x="133" y="118"/>
                  </a:lnTo>
                  <a:lnTo>
                    <a:pt x="129" y="122"/>
                  </a:lnTo>
                  <a:lnTo>
                    <a:pt x="124" y="122"/>
                  </a:lnTo>
                  <a:lnTo>
                    <a:pt x="118" y="125"/>
                  </a:lnTo>
                  <a:lnTo>
                    <a:pt x="117" y="125"/>
                  </a:lnTo>
                  <a:lnTo>
                    <a:pt x="117" y="122"/>
                  </a:lnTo>
                  <a:lnTo>
                    <a:pt x="114" y="121"/>
                  </a:lnTo>
                  <a:lnTo>
                    <a:pt x="112" y="122"/>
                  </a:lnTo>
                  <a:lnTo>
                    <a:pt x="111" y="124"/>
                  </a:lnTo>
                  <a:lnTo>
                    <a:pt x="109" y="126"/>
                  </a:lnTo>
                  <a:lnTo>
                    <a:pt x="107" y="130"/>
                  </a:lnTo>
                  <a:lnTo>
                    <a:pt x="105" y="130"/>
                  </a:lnTo>
                  <a:lnTo>
                    <a:pt x="103" y="135"/>
                  </a:lnTo>
                  <a:lnTo>
                    <a:pt x="103" y="138"/>
                  </a:lnTo>
                  <a:lnTo>
                    <a:pt x="105" y="138"/>
                  </a:lnTo>
                  <a:lnTo>
                    <a:pt x="108" y="139"/>
                  </a:lnTo>
                  <a:lnTo>
                    <a:pt x="109" y="138"/>
                  </a:lnTo>
                  <a:lnTo>
                    <a:pt x="112" y="139"/>
                  </a:lnTo>
                  <a:lnTo>
                    <a:pt x="113" y="142"/>
                  </a:lnTo>
                  <a:lnTo>
                    <a:pt x="113" y="146"/>
                  </a:lnTo>
                  <a:lnTo>
                    <a:pt x="113" y="150"/>
                  </a:lnTo>
                  <a:lnTo>
                    <a:pt x="117" y="153"/>
                  </a:lnTo>
                  <a:lnTo>
                    <a:pt x="120" y="153"/>
                  </a:lnTo>
                  <a:lnTo>
                    <a:pt x="121" y="154"/>
                  </a:lnTo>
                  <a:lnTo>
                    <a:pt x="121" y="155"/>
                  </a:lnTo>
                  <a:lnTo>
                    <a:pt x="122" y="158"/>
                  </a:lnTo>
                  <a:lnTo>
                    <a:pt x="125" y="166"/>
                  </a:lnTo>
                  <a:lnTo>
                    <a:pt x="125" y="167"/>
                  </a:lnTo>
                  <a:lnTo>
                    <a:pt x="126" y="168"/>
                  </a:lnTo>
                  <a:lnTo>
                    <a:pt x="124" y="170"/>
                  </a:lnTo>
                  <a:lnTo>
                    <a:pt x="121" y="171"/>
                  </a:lnTo>
                  <a:lnTo>
                    <a:pt x="120" y="170"/>
                  </a:lnTo>
                  <a:lnTo>
                    <a:pt x="121" y="168"/>
                  </a:lnTo>
                  <a:lnTo>
                    <a:pt x="118" y="168"/>
                  </a:lnTo>
                  <a:lnTo>
                    <a:pt x="117" y="170"/>
                  </a:lnTo>
                  <a:lnTo>
                    <a:pt x="113" y="171"/>
                  </a:lnTo>
                  <a:lnTo>
                    <a:pt x="104" y="171"/>
                  </a:lnTo>
                  <a:lnTo>
                    <a:pt x="103" y="172"/>
                  </a:lnTo>
                  <a:lnTo>
                    <a:pt x="101" y="171"/>
                  </a:lnTo>
                  <a:lnTo>
                    <a:pt x="100" y="175"/>
                  </a:lnTo>
                  <a:lnTo>
                    <a:pt x="99" y="175"/>
                  </a:lnTo>
                  <a:lnTo>
                    <a:pt x="96" y="176"/>
                  </a:lnTo>
                  <a:lnTo>
                    <a:pt x="96" y="180"/>
                  </a:lnTo>
                  <a:lnTo>
                    <a:pt x="93" y="180"/>
                  </a:lnTo>
                  <a:lnTo>
                    <a:pt x="93" y="179"/>
                  </a:lnTo>
                  <a:lnTo>
                    <a:pt x="89" y="178"/>
                  </a:lnTo>
                  <a:lnTo>
                    <a:pt x="87" y="178"/>
                  </a:lnTo>
                  <a:lnTo>
                    <a:pt x="84" y="178"/>
                  </a:lnTo>
                  <a:lnTo>
                    <a:pt x="83" y="175"/>
                  </a:lnTo>
                  <a:lnTo>
                    <a:pt x="83" y="175"/>
                  </a:lnTo>
                  <a:lnTo>
                    <a:pt x="82" y="175"/>
                  </a:lnTo>
                  <a:lnTo>
                    <a:pt x="83" y="174"/>
                  </a:lnTo>
                  <a:lnTo>
                    <a:pt x="83" y="172"/>
                  </a:lnTo>
                  <a:lnTo>
                    <a:pt x="82" y="172"/>
                  </a:lnTo>
                  <a:lnTo>
                    <a:pt x="82" y="168"/>
                  </a:lnTo>
                  <a:lnTo>
                    <a:pt x="79" y="164"/>
                  </a:lnTo>
                  <a:lnTo>
                    <a:pt x="79" y="163"/>
                  </a:lnTo>
                  <a:lnTo>
                    <a:pt x="75" y="164"/>
                  </a:lnTo>
                  <a:lnTo>
                    <a:pt x="74" y="164"/>
                  </a:lnTo>
                  <a:lnTo>
                    <a:pt x="74" y="163"/>
                  </a:lnTo>
                  <a:lnTo>
                    <a:pt x="74" y="163"/>
                  </a:lnTo>
                  <a:lnTo>
                    <a:pt x="74" y="163"/>
                  </a:lnTo>
                  <a:lnTo>
                    <a:pt x="74" y="160"/>
                  </a:lnTo>
                  <a:lnTo>
                    <a:pt x="72" y="158"/>
                  </a:lnTo>
                  <a:lnTo>
                    <a:pt x="71" y="156"/>
                  </a:lnTo>
                  <a:lnTo>
                    <a:pt x="67" y="156"/>
                  </a:lnTo>
                  <a:lnTo>
                    <a:pt x="64" y="156"/>
                  </a:lnTo>
                  <a:lnTo>
                    <a:pt x="60" y="156"/>
                  </a:lnTo>
                  <a:lnTo>
                    <a:pt x="59" y="156"/>
                  </a:lnTo>
                  <a:lnTo>
                    <a:pt x="59" y="156"/>
                  </a:lnTo>
                  <a:lnTo>
                    <a:pt x="58" y="156"/>
                  </a:lnTo>
                  <a:lnTo>
                    <a:pt x="55" y="158"/>
                  </a:lnTo>
                  <a:lnTo>
                    <a:pt x="54" y="158"/>
                  </a:lnTo>
                  <a:lnTo>
                    <a:pt x="51" y="158"/>
                  </a:lnTo>
                  <a:lnTo>
                    <a:pt x="49" y="160"/>
                  </a:lnTo>
                  <a:lnTo>
                    <a:pt x="46" y="160"/>
                  </a:lnTo>
                  <a:lnTo>
                    <a:pt x="45" y="159"/>
                  </a:lnTo>
                  <a:lnTo>
                    <a:pt x="43" y="159"/>
                  </a:lnTo>
                  <a:lnTo>
                    <a:pt x="42" y="158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39" y="158"/>
                  </a:lnTo>
                  <a:lnTo>
                    <a:pt x="37" y="156"/>
                  </a:lnTo>
                  <a:lnTo>
                    <a:pt x="35" y="158"/>
                  </a:lnTo>
                  <a:lnTo>
                    <a:pt x="35" y="159"/>
                  </a:lnTo>
                  <a:lnTo>
                    <a:pt x="34" y="159"/>
                  </a:lnTo>
                  <a:lnTo>
                    <a:pt x="33" y="159"/>
                  </a:lnTo>
                  <a:lnTo>
                    <a:pt x="30" y="159"/>
                  </a:lnTo>
                  <a:lnTo>
                    <a:pt x="29" y="159"/>
                  </a:lnTo>
                  <a:lnTo>
                    <a:pt x="26" y="159"/>
                  </a:lnTo>
                  <a:lnTo>
                    <a:pt x="25" y="160"/>
                  </a:lnTo>
                  <a:lnTo>
                    <a:pt x="24" y="160"/>
                  </a:lnTo>
                  <a:lnTo>
                    <a:pt x="24" y="160"/>
                  </a:lnTo>
                  <a:lnTo>
                    <a:pt x="21" y="160"/>
                  </a:lnTo>
                  <a:lnTo>
                    <a:pt x="18" y="162"/>
                  </a:lnTo>
                  <a:lnTo>
                    <a:pt x="17" y="162"/>
                  </a:lnTo>
                  <a:lnTo>
                    <a:pt x="17" y="160"/>
                  </a:lnTo>
                  <a:lnTo>
                    <a:pt x="16" y="160"/>
                  </a:lnTo>
                  <a:lnTo>
                    <a:pt x="16" y="158"/>
                  </a:lnTo>
                  <a:lnTo>
                    <a:pt x="16" y="154"/>
                  </a:lnTo>
                  <a:lnTo>
                    <a:pt x="14" y="151"/>
                  </a:lnTo>
                  <a:lnTo>
                    <a:pt x="17" y="149"/>
                  </a:lnTo>
                  <a:lnTo>
                    <a:pt x="16" y="146"/>
                  </a:lnTo>
                  <a:lnTo>
                    <a:pt x="17" y="145"/>
                  </a:lnTo>
                  <a:lnTo>
                    <a:pt x="21" y="142"/>
                  </a:lnTo>
                  <a:lnTo>
                    <a:pt x="22" y="141"/>
                  </a:lnTo>
                  <a:lnTo>
                    <a:pt x="28" y="139"/>
                  </a:lnTo>
                  <a:lnTo>
                    <a:pt x="30" y="141"/>
                  </a:lnTo>
                  <a:lnTo>
                    <a:pt x="33" y="139"/>
                  </a:lnTo>
                  <a:lnTo>
                    <a:pt x="32" y="134"/>
                  </a:lnTo>
                  <a:lnTo>
                    <a:pt x="29" y="133"/>
                  </a:lnTo>
                  <a:lnTo>
                    <a:pt x="26" y="133"/>
                  </a:lnTo>
                  <a:lnTo>
                    <a:pt x="25" y="130"/>
                  </a:lnTo>
                  <a:lnTo>
                    <a:pt x="25" y="128"/>
                  </a:lnTo>
                  <a:lnTo>
                    <a:pt x="25" y="125"/>
                  </a:lnTo>
                  <a:lnTo>
                    <a:pt x="25" y="121"/>
                  </a:lnTo>
                  <a:lnTo>
                    <a:pt x="21" y="120"/>
                  </a:lnTo>
                  <a:lnTo>
                    <a:pt x="21" y="120"/>
                  </a:lnTo>
                  <a:lnTo>
                    <a:pt x="18" y="118"/>
                  </a:lnTo>
                  <a:lnTo>
                    <a:pt x="14" y="118"/>
                  </a:lnTo>
                  <a:lnTo>
                    <a:pt x="13" y="117"/>
                  </a:lnTo>
                  <a:lnTo>
                    <a:pt x="10" y="114"/>
                  </a:lnTo>
                  <a:lnTo>
                    <a:pt x="8" y="112"/>
                  </a:lnTo>
                  <a:lnTo>
                    <a:pt x="6" y="109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16" y="105"/>
                  </a:lnTo>
                  <a:lnTo>
                    <a:pt x="30" y="105"/>
                  </a:lnTo>
                  <a:lnTo>
                    <a:pt x="34" y="104"/>
                  </a:lnTo>
                  <a:lnTo>
                    <a:pt x="38" y="104"/>
                  </a:lnTo>
                  <a:lnTo>
                    <a:pt x="39" y="103"/>
                  </a:lnTo>
                  <a:lnTo>
                    <a:pt x="43" y="101"/>
                  </a:lnTo>
                  <a:lnTo>
                    <a:pt x="50" y="101"/>
                  </a:lnTo>
                  <a:lnTo>
                    <a:pt x="54" y="101"/>
                  </a:lnTo>
                  <a:lnTo>
                    <a:pt x="58" y="101"/>
                  </a:lnTo>
                  <a:lnTo>
                    <a:pt x="62" y="99"/>
                  </a:lnTo>
                  <a:lnTo>
                    <a:pt x="63" y="97"/>
                  </a:lnTo>
                  <a:lnTo>
                    <a:pt x="62" y="95"/>
                  </a:lnTo>
                  <a:lnTo>
                    <a:pt x="62" y="92"/>
                  </a:lnTo>
                  <a:lnTo>
                    <a:pt x="60" y="88"/>
                  </a:lnTo>
                  <a:lnTo>
                    <a:pt x="60" y="85"/>
                  </a:lnTo>
                  <a:lnTo>
                    <a:pt x="63" y="83"/>
                  </a:lnTo>
                  <a:lnTo>
                    <a:pt x="64" y="83"/>
                  </a:lnTo>
                  <a:lnTo>
                    <a:pt x="66" y="80"/>
                  </a:lnTo>
                  <a:lnTo>
                    <a:pt x="66" y="79"/>
                  </a:lnTo>
                  <a:lnTo>
                    <a:pt x="68" y="78"/>
                  </a:lnTo>
                  <a:lnTo>
                    <a:pt x="70" y="79"/>
                  </a:lnTo>
                  <a:lnTo>
                    <a:pt x="75" y="78"/>
                  </a:lnTo>
                  <a:lnTo>
                    <a:pt x="76" y="75"/>
                  </a:lnTo>
                  <a:lnTo>
                    <a:pt x="74" y="75"/>
                  </a:lnTo>
                  <a:lnTo>
                    <a:pt x="79" y="71"/>
                  </a:lnTo>
                  <a:lnTo>
                    <a:pt x="79" y="70"/>
                  </a:lnTo>
                  <a:lnTo>
                    <a:pt x="82" y="70"/>
                  </a:lnTo>
                  <a:lnTo>
                    <a:pt x="83" y="71"/>
                  </a:lnTo>
                  <a:lnTo>
                    <a:pt x="87" y="71"/>
                  </a:lnTo>
                  <a:lnTo>
                    <a:pt x="87" y="70"/>
                  </a:lnTo>
                  <a:lnTo>
                    <a:pt x="88" y="70"/>
                  </a:lnTo>
                  <a:lnTo>
                    <a:pt x="91" y="72"/>
                  </a:lnTo>
                  <a:lnTo>
                    <a:pt x="93" y="68"/>
                  </a:lnTo>
                  <a:lnTo>
                    <a:pt x="92" y="63"/>
                  </a:lnTo>
                  <a:lnTo>
                    <a:pt x="92" y="62"/>
                  </a:lnTo>
                  <a:lnTo>
                    <a:pt x="93" y="60"/>
                  </a:lnTo>
                  <a:lnTo>
                    <a:pt x="93" y="58"/>
                  </a:lnTo>
                  <a:lnTo>
                    <a:pt x="93" y="54"/>
                  </a:lnTo>
                  <a:lnTo>
                    <a:pt x="95" y="51"/>
                  </a:lnTo>
                  <a:lnTo>
                    <a:pt x="97" y="51"/>
                  </a:lnTo>
                  <a:lnTo>
                    <a:pt x="100" y="50"/>
                  </a:lnTo>
                  <a:lnTo>
                    <a:pt x="101" y="47"/>
                  </a:lnTo>
                  <a:lnTo>
                    <a:pt x="100" y="45"/>
                  </a:lnTo>
                  <a:lnTo>
                    <a:pt x="97" y="43"/>
                  </a:lnTo>
                  <a:lnTo>
                    <a:pt x="96" y="41"/>
                  </a:lnTo>
                  <a:lnTo>
                    <a:pt x="99" y="38"/>
                  </a:lnTo>
                  <a:lnTo>
                    <a:pt x="103" y="39"/>
                  </a:lnTo>
                  <a:lnTo>
                    <a:pt x="108" y="39"/>
                  </a:lnTo>
                  <a:lnTo>
                    <a:pt x="111" y="35"/>
                  </a:lnTo>
                  <a:lnTo>
                    <a:pt x="111" y="31"/>
                  </a:lnTo>
                  <a:lnTo>
                    <a:pt x="108" y="29"/>
                  </a:lnTo>
                  <a:lnTo>
                    <a:pt x="113" y="22"/>
                  </a:lnTo>
                  <a:lnTo>
                    <a:pt x="113" y="17"/>
                  </a:lnTo>
                  <a:lnTo>
                    <a:pt x="108" y="9"/>
                  </a:lnTo>
                  <a:lnTo>
                    <a:pt x="109" y="8"/>
                  </a:lnTo>
                  <a:lnTo>
                    <a:pt x="112" y="4"/>
                  </a:lnTo>
                  <a:lnTo>
                    <a:pt x="114" y="4"/>
                  </a:lnTo>
                  <a:lnTo>
                    <a:pt x="118" y="1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7" name="Freeform 372">
              <a:extLst>
                <a:ext uri="{FF2B5EF4-FFF2-40B4-BE49-F238E27FC236}">
                  <a16:creationId xmlns:a16="http://schemas.microsoft.com/office/drawing/2014/main" id="{8E4A6638-795D-42EB-818D-A8FB1D444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701" y="3594403"/>
              <a:ext cx="788852" cy="643776"/>
            </a:xfrm>
            <a:custGeom>
              <a:avLst/>
              <a:gdLst>
                <a:gd name="T0" fmla="*/ 33 w 87"/>
                <a:gd name="T1" fmla="*/ 0 h 71"/>
                <a:gd name="T2" fmla="*/ 37 w 87"/>
                <a:gd name="T3" fmla="*/ 5 h 71"/>
                <a:gd name="T4" fmla="*/ 45 w 87"/>
                <a:gd name="T5" fmla="*/ 15 h 71"/>
                <a:gd name="T6" fmla="*/ 48 w 87"/>
                <a:gd name="T7" fmla="*/ 19 h 71"/>
                <a:gd name="T8" fmla="*/ 53 w 87"/>
                <a:gd name="T9" fmla="*/ 22 h 71"/>
                <a:gd name="T10" fmla="*/ 61 w 87"/>
                <a:gd name="T11" fmla="*/ 22 h 71"/>
                <a:gd name="T12" fmla="*/ 66 w 87"/>
                <a:gd name="T13" fmla="*/ 26 h 71"/>
                <a:gd name="T14" fmla="*/ 71 w 87"/>
                <a:gd name="T15" fmla="*/ 34 h 71"/>
                <a:gd name="T16" fmla="*/ 78 w 87"/>
                <a:gd name="T17" fmla="*/ 39 h 71"/>
                <a:gd name="T18" fmla="*/ 81 w 87"/>
                <a:gd name="T19" fmla="*/ 48 h 71"/>
                <a:gd name="T20" fmla="*/ 86 w 87"/>
                <a:gd name="T21" fmla="*/ 55 h 71"/>
                <a:gd name="T22" fmla="*/ 87 w 87"/>
                <a:gd name="T23" fmla="*/ 64 h 71"/>
                <a:gd name="T24" fmla="*/ 86 w 87"/>
                <a:gd name="T25" fmla="*/ 64 h 71"/>
                <a:gd name="T26" fmla="*/ 81 w 87"/>
                <a:gd name="T27" fmla="*/ 68 h 71"/>
                <a:gd name="T28" fmla="*/ 73 w 87"/>
                <a:gd name="T29" fmla="*/ 65 h 71"/>
                <a:gd name="T30" fmla="*/ 68 w 87"/>
                <a:gd name="T31" fmla="*/ 60 h 71"/>
                <a:gd name="T32" fmla="*/ 58 w 87"/>
                <a:gd name="T33" fmla="*/ 58 h 71"/>
                <a:gd name="T34" fmla="*/ 54 w 87"/>
                <a:gd name="T35" fmla="*/ 60 h 71"/>
                <a:gd name="T36" fmla="*/ 48 w 87"/>
                <a:gd name="T37" fmla="*/ 64 h 71"/>
                <a:gd name="T38" fmla="*/ 44 w 87"/>
                <a:gd name="T39" fmla="*/ 71 h 71"/>
                <a:gd name="T40" fmla="*/ 40 w 87"/>
                <a:gd name="T41" fmla="*/ 67 h 71"/>
                <a:gd name="T42" fmla="*/ 33 w 87"/>
                <a:gd name="T43" fmla="*/ 68 h 71"/>
                <a:gd name="T44" fmla="*/ 28 w 87"/>
                <a:gd name="T45" fmla="*/ 63 h 71"/>
                <a:gd name="T46" fmla="*/ 19 w 87"/>
                <a:gd name="T47" fmla="*/ 58 h 71"/>
                <a:gd name="T48" fmla="*/ 17 w 87"/>
                <a:gd name="T49" fmla="*/ 47 h 71"/>
                <a:gd name="T50" fmla="*/ 15 w 87"/>
                <a:gd name="T51" fmla="*/ 39 h 71"/>
                <a:gd name="T52" fmla="*/ 17 w 87"/>
                <a:gd name="T53" fmla="*/ 37 h 71"/>
                <a:gd name="T54" fmla="*/ 20 w 87"/>
                <a:gd name="T55" fmla="*/ 31 h 71"/>
                <a:gd name="T56" fmla="*/ 16 w 87"/>
                <a:gd name="T57" fmla="*/ 27 h 71"/>
                <a:gd name="T58" fmla="*/ 10 w 87"/>
                <a:gd name="T59" fmla="*/ 22 h 71"/>
                <a:gd name="T60" fmla="*/ 4 w 87"/>
                <a:gd name="T61" fmla="*/ 21 h 71"/>
                <a:gd name="T62" fmla="*/ 2 w 87"/>
                <a:gd name="T63" fmla="*/ 19 h 71"/>
                <a:gd name="T64" fmla="*/ 7 w 87"/>
                <a:gd name="T65" fmla="*/ 11 h 71"/>
                <a:gd name="T66" fmla="*/ 15 w 87"/>
                <a:gd name="T67" fmla="*/ 8 h 71"/>
                <a:gd name="T68" fmla="*/ 21 w 87"/>
                <a:gd name="T69" fmla="*/ 1 h 71"/>
                <a:gd name="T70" fmla="*/ 23 w 87"/>
                <a:gd name="T71" fmla="*/ 1 h 71"/>
                <a:gd name="T72" fmla="*/ 27 w 87"/>
                <a:gd name="T73" fmla="*/ 2 h 71"/>
                <a:gd name="T74" fmla="*/ 31 w 87"/>
                <a:gd name="T75" fmla="*/ 1 h 71"/>
                <a:gd name="T76" fmla="*/ 32 w 87"/>
                <a:gd name="T77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7" h="71">
                  <a:moveTo>
                    <a:pt x="32" y="0"/>
                  </a:moveTo>
                  <a:lnTo>
                    <a:pt x="33" y="0"/>
                  </a:lnTo>
                  <a:lnTo>
                    <a:pt x="36" y="1"/>
                  </a:lnTo>
                  <a:lnTo>
                    <a:pt x="37" y="5"/>
                  </a:lnTo>
                  <a:lnTo>
                    <a:pt x="42" y="13"/>
                  </a:lnTo>
                  <a:lnTo>
                    <a:pt x="45" y="15"/>
                  </a:lnTo>
                  <a:lnTo>
                    <a:pt x="45" y="18"/>
                  </a:lnTo>
                  <a:lnTo>
                    <a:pt x="48" y="19"/>
                  </a:lnTo>
                  <a:lnTo>
                    <a:pt x="49" y="21"/>
                  </a:lnTo>
                  <a:lnTo>
                    <a:pt x="53" y="22"/>
                  </a:lnTo>
                  <a:lnTo>
                    <a:pt x="58" y="22"/>
                  </a:lnTo>
                  <a:lnTo>
                    <a:pt x="61" y="22"/>
                  </a:lnTo>
                  <a:lnTo>
                    <a:pt x="61" y="25"/>
                  </a:lnTo>
                  <a:lnTo>
                    <a:pt x="66" y="26"/>
                  </a:lnTo>
                  <a:lnTo>
                    <a:pt x="70" y="29"/>
                  </a:lnTo>
                  <a:lnTo>
                    <a:pt x="71" y="34"/>
                  </a:lnTo>
                  <a:lnTo>
                    <a:pt x="74" y="38"/>
                  </a:lnTo>
                  <a:lnTo>
                    <a:pt x="78" y="39"/>
                  </a:lnTo>
                  <a:lnTo>
                    <a:pt x="81" y="43"/>
                  </a:lnTo>
                  <a:lnTo>
                    <a:pt x="81" y="48"/>
                  </a:lnTo>
                  <a:lnTo>
                    <a:pt x="82" y="54"/>
                  </a:lnTo>
                  <a:lnTo>
                    <a:pt x="86" y="55"/>
                  </a:lnTo>
                  <a:lnTo>
                    <a:pt x="87" y="60"/>
                  </a:lnTo>
                  <a:lnTo>
                    <a:pt x="87" y="64"/>
                  </a:lnTo>
                  <a:lnTo>
                    <a:pt x="86" y="67"/>
                  </a:lnTo>
                  <a:lnTo>
                    <a:pt x="86" y="64"/>
                  </a:lnTo>
                  <a:lnTo>
                    <a:pt x="83" y="64"/>
                  </a:lnTo>
                  <a:lnTo>
                    <a:pt x="81" y="68"/>
                  </a:lnTo>
                  <a:lnTo>
                    <a:pt x="75" y="64"/>
                  </a:lnTo>
                  <a:lnTo>
                    <a:pt x="73" y="65"/>
                  </a:lnTo>
                  <a:lnTo>
                    <a:pt x="71" y="62"/>
                  </a:lnTo>
                  <a:lnTo>
                    <a:pt x="68" y="60"/>
                  </a:lnTo>
                  <a:lnTo>
                    <a:pt x="65" y="63"/>
                  </a:lnTo>
                  <a:lnTo>
                    <a:pt x="58" y="58"/>
                  </a:lnTo>
                  <a:lnTo>
                    <a:pt x="56" y="58"/>
                  </a:lnTo>
                  <a:lnTo>
                    <a:pt x="54" y="60"/>
                  </a:lnTo>
                  <a:lnTo>
                    <a:pt x="52" y="62"/>
                  </a:lnTo>
                  <a:lnTo>
                    <a:pt x="48" y="64"/>
                  </a:lnTo>
                  <a:lnTo>
                    <a:pt x="44" y="69"/>
                  </a:lnTo>
                  <a:lnTo>
                    <a:pt x="44" y="71"/>
                  </a:lnTo>
                  <a:lnTo>
                    <a:pt x="42" y="68"/>
                  </a:lnTo>
                  <a:lnTo>
                    <a:pt x="40" y="67"/>
                  </a:lnTo>
                  <a:lnTo>
                    <a:pt x="37" y="68"/>
                  </a:lnTo>
                  <a:lnTo>
                    <a:pt x="33" y="68"/>
                  </a:lnTo>
                  <a:lnTo>
                    <a:pt x="32" y="64"/>
                  </a:lnTo>
                  <a:lnTo>
                    <a:pt x="28" y="63"/>
                  </a:lnTo>
                  <a:lnTo>
                    <a:pt x="24" y="62"/>
                  </a:lnTo>
                  <a:lnTo>
                    <a:pt x="19" y="58"/>
                  </a:lnTo>
                  <a:lnTo>
                    <a:pt x="19" y="55"/>
                  </a:lnTo>
                  <a:lnTo>
                    <a:pt x="17" y="47"/>
                  </a:lnTo>
                  <a:lnTo>
                    <a:pt x="15" y="43"/>
                  </a:lnTo>
                  <a:lnTo>
                    <a:pt x="15" y="39"/>
                  </a:lnTo>
                  <a:lnTo>
                    <a:pt x="16" y="39"/>
                  </a:lnTo>
                  <a:lnTo>
                    <a:pt x="17" y="37"/>
                  </a:lnTo>
                  <a:lnTo>
                    <a:pt x="20" y="34"/>
                  </a:lnTo>
                  <a:lnTo>
                    <a:pt x="20" y="31"/>
                  </a:lnTo>
                  <a:lnTo>
                    <a:pt x="16" y="30"/>
                  </a:lnTo>
                  <a:lnTo>
                    <a:pt x="16" y="27"/>
                  </a:lnTo>
                  <a:lnTo>
                    <a:pt x="14" y="26"/>
                  </a:lnTo>
                  <a:lnTo>
                    <a:pt x="10" y="22"/>
                  </a:lnTo>
                  <a:lnTo>
                    <a:pt x="7" y="21"/>
                  </a:lnTo>
                  <a:lnTo>
                    <a:pt x="4" y="21"/>
                  </a:lnTo>
                  <a:lnTo>
                    <a:pt x="3" y="22"/>
                  </a:lnTo>
                  <a:lnTo>
                    <a:pt x="2" y="19"/>
                  </a:lnTo>
                  <a:lnTo>
                    <a:pt x="0" y="15"/>
                  </a:lnTo>
                  <a:lnTo>
                    <a:pt x="7" y="11"/>
                  </a:lnTo>
                  <a:lnTo>
                    <a:pt x="6" y="9"/>
                  </a:lnTo>
                  <a:lnTo>
                    <a:pt x="15" y="8"/>
                  </a:lnTo>
                  <a:lnTo>
                    <a:pt x="20" y="5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8" name="Freeform 373">
              <a:extLst>
                <a:ext uri="{FF2B5EF4-FFF2-40B4-BE49-F238E27FC236}">
                  <a16:creationId xmlns:a16="http://schemas.microsoft.com/office/drawing/2014/main" id="{9E5F02ED-A39D-4FB6-9F0A-66EBB578D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-717303" y="3449329"/>
              <a:ext cx="1432622" cy="1178738"/>
            </a:xfrm>
            <a:custGeom>
              <a:avLst/>
              <a:gdLst>
                <a:gd name="T0" fmla="*/ 113 w 158"/>
                <a:gd name="T1" fmla="*/ 1 h 130"/>
                <a:gd name="T2" fmla="*/ 116 w 158"/>
                <a:gd name="T3" fmla="*/ 6 h 130"/>
                <a:gd name="T4" fmla="*/ 119 w 158"/>
                <a:gd name="T5" fmla="*/ 10 h 130"/>
                <a:gd name="T6" fmla="*/ 120 w 158"/>
                <a:gd name="T7" fmla="*/ 21 h 130"/>
                <a:gd name="T8" fmla="*/ 124 w 158"/>
                <a:gd name="T9" fmla="*/ 26 h 130"/>
                <a:gd name="T10" fmla="*/ 129 w 158"/>
                <a:gd name="T11" fmla="*/ 24 h 130"/>
                <a:gd name="T12" fmla="*/ 136 w 158"/>
                <a:gd name="T13" fmla="*/ 17 h 130"/>
                <a:gd name="T14" fmla="*/ 146 w 158"/>
                <a:gd name="T15" fmla="*/ 12 h 130"/>
                <a:gd name="T16" fmla="*/ 151 w 158"/>
                <a:gd name="T17" fmla="*/ 12 h 130"/>
                <a:gd name="T18" fmla="*/ 154 w 158"/>
                <a:gd name="T19" fmla="*/ 17 h 130"/>
                <a:gd name="T20" fmla="*/ 149 w 158"/>
                <a:gd name="T21" fmla="*/ 24 h 130"/>
                <a:gd name="T22" fmla="*/ 130 w 158"/>
                <a:gd name="T23" fmla="*/ 26 h 130"/>
                <a:gd name="T24" fmla="*/ 121 w 158"/>
                <a:gd name="T25" fmla="*/ 33 h 130"/>
                <a:gd name="T26" fmla="*/ 125 w 158"/>
                <a:gd name="T27" fmla="*/ 47 h 130"/>
                <a:gd name="T28" fmla="*/ 123 w 158"/>
                <a:gd name="T29" fmla="*/ 60 h 130"/>
                <a:gd name="T30" fmla="*/ 111 w 158"/>
                <a:gd name="T31" fmla="*/ 63 h 130"/>
                <a:gd name="T32" fmla="*/ 112 w 158"/>
                <a:gd name="T33" fmla="*/ 70 h 130"/>
                <a:gd name="T34" fmla="*/ 109 w 158"/>
                <a:gd name="T35" fmla="*/ 76 h 130"/>
                <a:gd name="T36" fmla="*/ 105 w 158"/>
                <a:gd name="T37" fmla="*/ 83 h 130"/>
                <a:gd name="T38" fmla="*/ 104 w 158"/>
                <a:gd name="T39" fmla="*/ 88 h 130"/>
                <a:gd name="T40" fmla="*/ 100 w 158"/>
                <a:gd name="T41" fmla="*/ 95 h 130"/>
                <a:gd name="T42" fmla="*/ 95 w 158"/>
                <a:gd name="T43" fmla="*/ 96 h 130"/>
                <a:gd name="T44" fmla="*/ 91 w 158"/>
                <a:gd name="T45" fmla="*/ 96 h 130"/>
                <a:gd name="T46" fmla="*/ 87 w 158"/>
                <a:gd name="T47" fmla="*/ 103 h 130"/>
                <a:gd name="T48" fmla="*/ 78 w 158"/>
                <a:gd name="T49" fmla="*/ 104 h 130"/>
                <a:gd name="T50" fmla="*/ 75 w 158"/>
                <a:gd name="T51" fmla="*/ 108 h 130"/>
                <a:gd name="T52" fmla="*/ 74 w 158"/>
                <a:gd name="T53" fmla="*/ 117 h 130"/>
                <a:gd name="T54" fmla="*/ 74 w 158"/>
                <a:gd name="T55" fmla="*/ 124 h 130"/>
                <a:gd name="T56" fmla="*/ 62 w 158"/>
                <a:gd name="T57" fmla="*/ 126 h 130"/>
                <a:gd name="T58" fmla="*/ 50 w 158"/>
                <a:gd name="T59" fmla="*/ 129 h 130"/>
                <a:gd name="T60" fmla="*/ 28 w 158"/>
                <a:gd name="T61" fmla="*/ 130 h 130"/>
                <a:gd name="T62" fmla="*/ 22 w 158"/>
                <a:gd name="T63" fmla="*/ 112 h 130"/>
                <a:gd name="T64" fmla="*/ 18 w 158"/>
                <a:gd name="T65" fmla="*/ 100 h 130"/>
                <a:gd name="T66" fmla="*/ 7 w 158"/>
                <a:gd name="T67" fmla="*/ 93 h 130"/>
                <a:gd name="T68" fmla="*/ 3 w 158"/>
                <a:gd name="T69" fmla="*/ 80 h 130"/>
                <a:gd name="T70" fmla="*/ 7 w 158"/>
                <a:gd name="T71" fmla="*/ 72 h 130"/>
                <a:gd name="T72" fmla="*/ 1 w 158"/>
                <a:gd name="T73" fmla="*/ 66 h 130"/>
                <a:gd name="T74" fmla="*/ 1 w 158"/>
                <a:gd name="T75" fmla="*/ 60 h 130"/>
                <a:gd name="T76" fmla="*/ 5 w 158"/>
                <a:gd name="T77" fmla="*/ 55 h 130"/>
                <a:gd name="T78" fmla="*/ 5 w 158"/>
                <a:gd name="T79" fmla="*/ 51 h 130"/>
                <a:gd name="T80" fmla="*/ 5 w 158"/>
                <a:gd name="T81" fmla="*/ 45 h 130"/>
                <a:gd name="T82" fmla="*/ 9 w 158"/>
                <a:gd name="T83" fmla="*/ 45 h 130"/>
                <a:gd name="T84" fmla="*/ 15 w 158"/>
                <a:gd name="T85" fmla="*/ 45 h 130"/>
                <a:gd name="T86" fmla="*/ 20 w 158"/>
                <a:gd name="T87" fmla="*/ 49 h 130"/>
                <a:gd name="T88" fmla="*/ 25 w 158"/>
                <a:gd name="T89" fmla="*/ 47 h 130"/>
                <a:gd name="T90" fmla="*/ 29 w 158"/>
                <a:gd name="T91" fmla="*/ 43 h 130"/>
                <a:gd name="T92" fmla="*/ 37 w 158"/>
                <a:gd name="T93" fmla="*/ 38 h 130"/>
                <a:gd name="T94" fmla="*/ 41 w 158"/>
                <a:gd name="T95" fmla="*/ 35 h 130"/>
                <a:gd name="T96" fmla="*/ 45 w 158"/>
                <a:gd name="T97" fmla="*/ 26 h 130"/>
                <a:gd name="T98" fmla="*/ 44 w 158"/>
                <a:gd name="T99" fmla="*/ 21 h 130"/>
                <a:gd name="T100" fmla="*/ 49 w 158"/>
                <a:gd name="T101" fmla="*/ 18 h 130"/>
                <a:gd name="T102" fmla="*/ 57 w 158"/>
                <a:gd name="T103" fmla="*/ 16 h 130"/>
                <a:gd name="T104" fmla="*/ 62 w 158"/>
                <a:gd name="T105" fmla="*/ 17 h 130"/>
                <a:gd name="T106" fmla="*/ 70 w 158"/>
                <a:gd name="T107" fmla="*/ 20 h 130"/>
                <a:gd name="T108" fmla="*/ 76 w 158"/>
                <a:gd name="T109" fmla="*/ 18 h 130"/>
                <a:gd name="T110" fmla="*/ 84 w 158"/>
                <a:gd name="T111" fmla="*/ 21 h 130"/>
                <a:gd name="T112" fmla="*/ 90 w 158"/>
                <a:gd name="T113" fmla="*/ 18 h 130"/>
                <a:gd name="T114" fmla="*/ 94 w 158"/>
                <a:gd name="T115" fmla="*/ 20 h 130"/>
                <a:gd name="T116" fmla="*/ 96 w 158"/>
                <a:gd name="T117" fmla="*/ 17 h 130"/>
                <a:gd name="T118" fmla="*/ 100 w 158"/>
                <a:gd name="T119" fmla="*/ 13 h 130"/>
                <a:gd name="T120" fmla="*/ 104 w 158"/>
                <a:gd name="T121" fmla="*/ 14 h 130"/>
                <a:gd name="T122" fmla="*/ 105 w 158"/>
                <a:gd name="T123" fmla="*/ 6 h 130"/>
                <a:gd name="T124" fmla="*/ 109 w 158"/>
                <a:gd name="T12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8" h="130">
                  <a:moveTo>
                    <a:pt x="109" y="0"/>
                  </a:moveTo>
                  <a:lnTo>
                    <a:pt x="112" y="0"/>
                  </a:lnTo>
                  <a:lnTo>
                    <a:pt x="113" y="1"/>
                  </a:lnTo>
                  <a:lnTo>
                    <a:pt x="116" y="2"/>
                  </a:lnTo>
                  <a:lnTo>
                    <a:pt x="116" y="4"/>
                  </a:lnTo>
                  <a:lnTo>
                    <a:pt x="116" y="6"/>
                  </a:lnTo>
                  <a:lnTo>
                    <a:pt x="116" y="9"/>
                  </a:lnTo>
                  <a:lnTo>
                    <a:pt x="119" y="9"/>
                  </a:lnTo>
                  <a:lnTo>
                    <a:pt x="119" y="10"/>
                  </a:lnTo>
                  <a:lnTo>
                    <a:pt x="119" y="14"/>
                  </a:lnTo>
                  <a:lnTo>
                    <a:pt x="119" y="17"/>
                  </a:lnTo>
                  <a:lnTo>
                    <a:pt x="120" y="21"/>
                  </a:lnTo>
                  <a:lnTo>
                    <a:pt x="121" y="24"/>
                  </a:lnTo>
                  <a:lnTo>
                    <a:pt x="121" y="25"/>
                  </a:lnTo>
                  <a:lnTo>
                    <a:pt x="124" y="26"/>
                  </a:lnTo>
                  <a:lnTo>
                    <a:pt x="126" y="26"/>
                  </a:lnTo>
                  <a:lnTo>
                    <a:pt x="128" y="25"/>
                  </a:lnTo>
                  <a:lnTo>
                    <a:pt x="129" y="24"/>
                  </a:lnTo>
                  <a:lnTo>
                    <a:pt x="133" y="21"/>
                  </a:lnTo>
                  <a:lnTo>
                    <a:pt x="134" y="20"/>
                  </a:lnTo>
                  <a:lnTo>
                    <a:pt x="136" y="17"/>
                  </a:lnTo>
                  <a:lnTo>
                    <a:pt x="137" y="16"/>
                  </a:lnTo>
                  <a:lnTo>
                    <a:pt x="142" y="13"/>
                  </a:lnTo>
                  <a:lnTo>
                    <a:pt x="146" y="12"/>
                  </a:lnTo>
                  <a:lnTo>
                    <a:pt x="146" y="14"/>
                  </a:lnTo>
                  <a:lnTo>
                    <a:pt x="150" y="14"/>
                  </a:lnTo>
                  <a:lnTo>
                    <a:pt x="151" y="12"/>
                  </a:lnTo>
                  <a:lnTo>
                    <a:pt x="157" y="12"/>
                  </a:lnTo>
                  <a:lnTo>
                    <a:pt x="158" y="14"/>
                  </a:lnTo>
                  <a:lnTo>
                    <a:pt x="154" y="17"/>
                  </a:lnTo>
                  <a:lnTo>
                    <a:pt x="155" y="17"/>
                  </a:lnTo>
                  <a:lnTo>
                    <a:pt x="154" y="21"/>
                  </a:lnTo>
                  <a:lnTo>
                    <a:pt x="149" y="24"/>
                  </a:lnTo>
                  <a:lnTo>
                    <a:pt x="137" y="26"/>
                  </a:lnTo>
                  <a:lnTo>
                    <a:pt x="134" y="25"/>
                  </a:lnTo>
                  <a:lnTo>
                    <a:pt x="130" y="26"/>
                  </a:lnTo>
                  <a:lnTo>
                    <a:pt x="126" y="29"/>
                  </a:lnTo>
                  <a:lnTo>
                    <a:pt x="124" y="29"/>
                  </a:lnTo>
                  <a:lnTo>
                    <a:pt x="121" y="33"/>
                  </a:lnTo>
                  <a:lnTo>
                    <a:pt x="120" y="34"/>
                  </a:lnTo>
                  <a:lnTo>
                    <a:pt x="125" y="42"/>
                  </a:lnTo>
                  <a:lnTo>
                    <a:pt x="125" y="47"/>
                  </a:lnTo>
                  <a:lnTo>
                    <a:pt x="120" y="54"/>
                  </a:lnTo>
                  <a:lnTo>
                    <a:pt x="123" y="56"/>
                  </a:lnTo>
                  <a:lnTo>
                    <a:pt x="123" y="60"/>
                  </a:lnTo>
                  <a:lnTo>
                    <a:pt x="120" y="64"/>
                  </a:lnTo>
                  <a:lnTo>
                    <a:pt x="115" y="64"/>
                  </a:lnTo>
                  <a:lnTo>
                    <a:pt x="111" y="63"/>
                  </a:lnTo>
                  <a:lnTo>
                    <a:pt x="108" y="66"/>
                  </a:lnTo>
                  <a:lnTo>
                    <a:pt x="109" y="68"/>
                  </a:lnTo>
                  <a:lnTo>
                    <a:pt x="112" y="70"/>
                  </a:lnTo>
                  <a:lnTo>
                    <a:pt x="113" y="72"/>
                  </a:lnTo>
                  <a:lnTo>
                    <a:pt x="112" y="75"/>
                  </a:lnTo>
                  <a:lnTo>
                    <a:pt x="109" y="76"/>
                  </a:lnTo>
                  <a:lnTo>
                    <a:pt x="107" y="76"/>
                  </a:lnTo>
                  <a:lnTo>
                    <a:pt x="105" y="79"/>
                  </a:lnTo>
                  <a:lnTo>
                    <a:pt x="105" y="83"/>
                  </a:lnTo>
                  <a:lnTo>
                    <a:pt x="105" y="85"/>
                  </a:lnTo>
                  <a:lnTo>
                    <a:pt x="104" y="87"/>
                  </a:lnTo>
                  <a:lnTo>
                    <a:pt x="104" y="88"/>
                  </a:lnTo>
                  <a:lnTo>
                    <a:pt x="105" y="93"/>
                  </a:lnTo>
                  <a:lnTo>
                    <a:pt x="103" y="97"/>
                  </a:lnTo>
                  <a:lnTo>
                    <a:pt x="100" y="95"/>
                  </a:lnTo>
                  <a:lnTo>
                    <a:pt x="99" y="95"/>
                  </a:lnTo>
                  <a:lnTo>
                    <a:pt x="99" y="96"/>
                  </a:lnTo>
                  <a:lnTo>
                    <a:pt x="95" y="96"/>
                  </a:lnTo>
                  <a:lnTo>
                    <a:pt x="94" y="95"/>
                  </a:lnTo>
                  <a:lnTo>
                    <a:pt x="91" y="95"/>
                  </a:lnTo>
                  <a:lnTo>
                    <a:pt x="91" y="96"/>
                  </a:lnTo>
                  <a:lnTo>
                    <a:pt x="86" y="100"/>
                  </a:lnTo>
                  <a:lnTo>
                    <a:pt x="88" y="100"/>
                  </a:lnTo>
                  <a:lnTo>
                    <a:pt x="87" y="103"/>
                  </a:lnTo>
                  <a:lnTo>
                    <a:pt x="82" y="104"/>
                  </a:lnTo>
                  <a:lnTo>
                    <a:pt x="80" y="103"/>
                  </a:lnTo>
                  <a:lnTo>
                    <a:pt x="78" y="104"/>
                  </a:lnTo>
                  <a:lnTo>
                    <a:pt x="78" y="105"/>
                  </a:lnTo>
                  <a:lnTo>
                    <a:pt x="76" y="108"/>
                  </a:lnTo>
                  <a:lnTo>
                    <a:pt x="75" y="108"/>
                  </a:lnTo>
                  <a:lnTo>
                    <a:pt x="72" y="110"/>
                  </a:lnTo>
                  <a:lnTo>
                    <a:pt x="72" y="113"/>
                  </a:lnTo>
                  <a:lnTo>
                    <a:pt x="74" y="117"/>
                  </a:lnTo>
                  <a:lnTo>
                    <a:pt x="74" y="120"/>
                  </a:lnTo>
                  <a:lnTo>
                    <a:pt x="75" y="122"/>
                  </a:lnTo>
                  <a:lnTo>
                    <a:pt x="74" y="124"/>
                  </a:lnTo>
                  <a:lnTo>
                    <a:pt x="70" y="126"/>
                  </a:lnTo>
                  <a:lnTo>
                    <a:pt x="66" y="126"/>
                  </a:lnTo>
                  <a:lnTo>
                    <a:pt x="62" y="126"/>
                  </a:lnTo>
                  <a:lnTo>
                    <a:pt x="55" y="126"/>
                  </a:lnTo>
                  <a:lnTo>
                    <a:pt x="51" y="128"/>
                  </a:lnTo>
                  <a:lnTo>
                    <a:pt x="50" y="129"/>
                  </a:lnTo>
                  <a:lnTo>
                    <a:pt x="46" y="129"/>
                  </a:lnTo>
                  <a:lnTo>
                    <a:pt x="42" y="130"/>
                  </a:lnTo>
                  <a:lnTo>
                    <a:pt x="28" y="130"/>
                  </a:lnTo>
                  <a:lnTo>
                    <a:pt x="12" y="126"/>
                  </a:lnTo>
                  <a:lnTo>
                    <a:pt x="21" y="114"/>
                  </a:lnTo>
                  <a:lnTo>
                    <a:pt x="22" y="112"/>
                  </a:lnTo>
                  <a:lnTo>
                    <a:pt x="21" y="108"/>
                  </a:lnTo>
                  <a:lnTo>
                    <a:pt x="21" y="104"/>
                  </a:lnTo>
                  <a:lnTo>
                    <a:pt x="18" y="100"/>
                  </a:lnTo>
                  <a:lnTo>
                    <a:pt x="9" y="100"/>
                  </a:lnTo>
                  <a:lnTo>
                    <a:pt x="8" y="96"/>
                  </a:lnTo>
                  <a:lnTo>
                    <a:pt x="7" y="93"/>
                  </a:lnTo>
                  <a:lnTo>
                    <a:pt x="8" y="92"/>
                  </a:lnTo>
                  <a:lnTo>
                    <a:pt x="7" y="87"/>
                  </a:lnTo>
                  <a:lnTo>
                    <a:pt x="3" y="80"/>
                  </a:lnTo>
                  <a:lnTo>
                    <a:pt x="4" y="78"/>
                  </a:lnTo>
                  <a:lnTo>
                    <a:pt x="8" y="72"/>
                  </a:lnTo>
                  <a:lnTo>
                    <a:pt x="7" y="72"/>
                  </a:lnTo>
                  <a:lnTo>
                    <a:pt x="3" y="72"/>
                  </a:lnTo>
                  <a:lnTo>
                    <a:pt x="3" y="70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3" y="62"/>
                  </a:lnTo>
                  <a:lnTo>
                    <a:pt x="1" y="60"/>
                  </a:lnTo>
                  <a:lnTo>
                    <a:pt x="0" y="58"/>
                  </a:lnTo>
                  <a:lnTo>
                    <a:pt x="3" y="58"/>
                  </a:lnTo>
                  <a:lnTo>
                    <a:pt x="5" y="55"/>
                  </a:lnTo>
                  <a:lnTo>
                    <a:pt x="5" y="54"/>
                  </a:lnTo>
                  <a:lnTo>
                    <a:pt x="7" y="54"/>
                  </a:lnTo>
                  <a:lnTo>
                    <a:pt x="5" y="51"/>
                  </a:lnTo>
                  <a:lnTo>
                    <a:pt x="5" y="50"/>
                  </a:lnTo>
                  <a:lnTo>
                    <a:pt x="5" y="49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7" y="45"/>
                  </a:lnTo>
                  <a:lnTo>
                    <a:pt x="9" y="45"/>
                  </a:lnTo>
                  <a:lnTo>
                    <a:pt x="11" y="46"/>
                  </a:lnTo>
                  <a:lnTo>
                    <a:pt x="13" y="46"/>
                  </a:lnTo>
                  <a:lnTo>
                    <a:pt x="15" y="45"/>
                  </a:lnTo>
                  <a:lnTo>
                    <a:pt x="17" y="45"/>
                  </a:lnTo>
                  <a:lnTo>
                    <a:pt x="20" y="47"/>
                  </a:lnTo>
                  <a:lnTo>
                    <a:pt x="20" y="49"/>
                  </a:lnTo>
                  <a:lnTo>
                    <a:pt x="21" y="50"/>
                  </a:lnTo>
                  <a:lnTo>
                    <a:pt x="22" y="49"/>
                  </a:lnTo>
                  <a:lnTo>
                    <a:pt x="25" y="47"/>
                  </a:lnTo>
                  <a:lnTo>
                    <a:pt x="28" y="46"/>
                  </a:lnTo>
                  <a:lnTo>
                    <a:pt x="28" y="45"/>
                  </a:lnTo>
                  <a:lnTo>
                    <a:pt x="29" y="43"/>
                  </a:lnTo>
                  <a:lnTo>
                    <a:pt x="29" y="41"/>
                  </a:lnTo>
                  <a:lnTo>
                    <a:pt x="33" y="38"/>
                  </a:lnTo>
                  <a:lnTo>
                    <a:pt x="37" y="38"/>
                  </a:lnTo>
                  <a:lnTo>
                    <a:pt x="37" y="37"/>
                  </a:lnTo>
                  <a:lnTo>
                    <a:pt x="40" y="35"/>
                  </a:lnTo>
                  <a:lnTo>
                    <a:pt x="41" y="35"/>
                  </a:lnTo>
                  <a:lnTo>
                    <a:pt x="42" y="31"/>
                  </a:lnTo>
                  <a:lnTo>
                    <a:pt x="42" y="29"/>
                  </a:lnTo>
                  <a:lnTo>
                    <a:pt x="45" y="26"/>
                  </a:lnTo>
                  <a:lnTo>
                    <a:pt x="45" y="24"/>
                  </a:lnTo>
                  <a:lnTo>
                    <a:pt x="44" y="22"/>
                  </a:lnTo>
                  <a:lnTo>
                    <a:pt x="44" y="21"/>
                  </a:lnTo>
                  <a:lnTo>
                    <a:pt x="45" y="21"/>
                  </a:lnTo>
                  <a:lnTo>
                    <a:pt x="46" y="20"/>
                  </a:lnTo>
                  <a:lnTo>
                    <a:pt x="49" y="18"/>
                  </a:lnTo>
                  <a:lnTo>
                    <a:pt x="50" y="20"/>
                  </a:lnTo>
                  <a:lnTo>
                    <a:pt x="54" y="17"/>
                  </a:lnTo>
                  <a:lnTo>
                    <a:pt x="57" y="16"/>
                  </a:lnTo>
                  <a:lnTo>
                    <a:pt x="59" y="17"/>
                  </a:lnTo>
                  <a:lnTo>
                    <a:pt x="62" y="17"/>
                  </a:lnTo>
                  <a:lnTo>
                    <a:pt x="62" y="17"/>
                  </a:lnTo>
                  <a:lnTo>
                    <a:pt x="66" y="16"/>
                  </a:lnTo>
                  <a:lnTo>
                    <a:pt x="69" y="17"/>
                  </a:lnTo>
                  <a:lnTo>
                    <a:pt x="70" y="20"/>
                  </a:lnTo>
                  <a:lnTo>
                    <a:pt x="72" y="20"/>
                  </a:lnTo>
                  <a:lnTo>
                    <a:pt x="74" y="18"/>
                  </a:lnTo>
                  <a:lnTo>
                    <a:pt x="76" y="18"/>
                  </a:lnTo>
                  <a:lnTo>
                    <a:pt x="79" y="21"/>
                  </a:lnTo>
                  <a:lnTo>
                    <a:pt x="80" y="22"/>
                  </a:lnTo>
                  <a:lnTo>
                    <a:pt x="84" y="21"/>
                  </a:lnTo>
                  <a:lnTo>
                    <a:pt x="87" y="20"/>
                  </a:lnTo>
                  <a:lnTo>
                    <a:pt x="88" y="18"/>
                  </a:lnTo>
                  <a:lnTo>
                    <a:pt x="90" y="18"/>
                  </a:lnTo>
                  <a:lnTo>
                    <a:pt x="91" y="17"/>
                  </a:lnTo>
                  <a:lnTo>
                    <a:pt x="92" y="17"/>
                  </a:lnTo>
                  <a:lnTo>
                    <a:pt x="94" y="20"/>
                  </a:lnTo>
                  <a:lnTo>
                    <a:pt x="97" y="20"/>
                  </a:lnTo>
                  <a:lnTo>
                    <a:pt x="97" y="17"/>
                  </a:lnTo>
                  <a:lnTo>
                    <a:pt x="96" y="17"/>
                  </a:lnTo>
                  <a:lnTo>
                    <a:pt x="96" y="14"/>
                  </a:lnTo>
                  <a:lnTo>
                    <a:pt x="99" y="14"/>
                  </a:lnTo>
                  <a:lnTo>
                    <a:pt x="100" y="13"/>
                  </a:lnTo>
                  <a:lnTo>
                    <a:pt x="101" y="13"/>
                  </a:lnTo>
                  <a:lnTo>
                    <a:pt x="101" y="14"/>
                  </a:lnTo>
                  <a:lnTo>
                    <a:pt x="104" y="14"/>
                  </a:lnTo>
                  <a:lnTo>
                    <a:pt x="105" y="12"/>
                  </a:lnTo>
                  <a:lnTo>
                    <a:pt x="105" y="8"/>
                  </a:lnTo>
                  <a:lnTo>
                    <a:pt x="105" y="6"/>
                  </a:lnTo>
                  <a:lnTo>
                    <a:pt x="107" y="5"/>
                  </a:lnTo>
                  <a:lnTo>
                    <a:pt x="108" y="1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5646A7B4-92F2-41F8-ACCF-27F1A333CBCC}"/>
              </a:ext>
            </a:extLst>
          </p:cNvPr>
          <p:cNvSpPr/>
          <p:nvPr/>
        </p:nvSpPr>
        <p:spPr>
          <a:xfrm>
            <a:off x="4979159" y="2695771"/>
            <a:ext cx="3433278" cy="2681986"/>
          </a:xfrm>
          <a:custGeom>
            <a:avLst/>
            <a:gdLst>
              <a:gd name="connsiteX0" fmla="*/ 117941 w 3422794"/>
              <a:gd name="connsiteY0" fmla="*/ 2691612 h 2691612"/>
              <a:gd name="connsiteX1" fmla="*/ 145101 w 3422794"/>
              <a:gd name="connsiteY1" fmla="*/ 2573917 h 2691612"/>
              <a:gd name="connsiteX2" fmla="*/ 45513 w 3422794"/>
              <a:gd name="connsiteY2" fmla="*/ 2420008 h 2691612"/>
              <a:gd name="connsiteX3" fmla="*/ 987074 w 3422794"/>
              <a:gd name="connsiteY3" fmla="*/ 1913014 h 2691612"/>
              <a:gd name="connsiteX4" fmla="*/ 1394480 w 3422794"/>
              <a:gd name="connsiteY4" fmla="*/ 1333593 h 2691612"/>
              <a:gd name="connsiteX5" fmla="*/ 1448800 w 3422794"/>
              <a:gd name="connsiteY5" fmla="*/ 1080096 h 2691612"/>
              <a:gd name="connsiteX6" fmla="*/ 2064436 w 3422794"/>
              <a:gd name="connsiteY6" fmla="*/ 880919 h 2691612"/>
              <a:gd name="connsiteX7" fmla="*/ 2553323 w 3422794"/>
              <a:gd name="connsiteY7" fmla="*/ 373925 h 2691612"/>
              <a:gd name="connsiteX8" fmla="*/ 3087478 w 3422794"/>
              <a:gd name="connsiteY8" fmla="*/ 84214 h 2691612"/>
              <a:gd name="connsiteX9" fmla="*/ 3422456 w 3422794"/>
              <a:gd name="connsiteY9" fmla="*/ 20840 h 2691612"/>
              <a:gd name="connsiteX10" fmla="*/ 3150852 w 3422794"/>
              <a:gd name="connsiteY10" fmla="*/ 401086 h 2691612"/>
              <a:gd name="connsiteX11" fmla="*/ 3168959 w 3422794"/>
              <a:gd name="connsiteY11" fmla="*/ 183803 h 2691612"/>
              <a:gd name="connsiteX12" fmla="*/ 2951676 w 3422794"/>
              <a:gd name="connsiteY12" fmla="*/ 220016 h 2691612"/>
              <a:gd name="connsiteX13" fmla="*/ 2879248 w 3422794"/>
              <a:gd name="connsiteY13" fmla="*/ 346765 h 2691612"/>
              <a:gd name="connsiteX14" fmla="*/ 2969783 w 3422794"/>
              <a:gd name="connsiteY14" fmla="*/ 545941 h 2691612"/>
              <a:gd name="connsiteX0" fmla="*/ 117941 w 3327704"/>
              <a:gd name="connsiteY0" fmla="*/ 2972166 h 2972166"/>
              <a:gd name="connsiteX1" fmla="*/ 145101 w 3327704"/>
              <a:gd name="connsiteY1" fmla="*/ 2854471 h 2972166"/>
              <a:gd name="connsiteX2" fmla="*/ 45513 w 3327704"/>
              <a:gd name="connsiteY2" fmla="*/ 2700562 h 2972166"/>
              <a:gd name="connsiteX3" fmla="*/ 987074 w 3327704"/>
              <a:gd name="connsiteY3" fmla="*/ 2193568 h 2972166"/>
              <a:gd name="connsiteX4" fmla="*/ 1394480 w 3327704"/>
              <a:gd name="connsiteY4" fmla="*/ 1614147 h 2972166"/>
              <a:gd name="connsiteX5" fmla="*/ 1448800 w 3327704"/>
              <a:gd name="connsiteY5" fmla="*/ 1360650 h 2972166"/>
              <a:gd name="connsiteX6" fmla="*/ 2064436 w 3327704"/>
              <a:gd name="connsiteY6" fmla="*/ 1161473 h 2972166"/>
              <a:gd name="connsiteX7" fmla="*/ 2553323 w 3327704"/>
              <a:gd name="connsiteY7" fmla="*/ 654479 h 2972166"/>
              <a:gd name="connsiteX8" fmla="*/ 3087478 w 3327704"/>
              <a:gd name="connsiteY8" fmla="*/ 364768 h 2972166"/>
              <a:gd name="connsiteX9" fmla="*/ 3327206 w 3327704"/>
              <a:gd name="connsiteY9" fmla="*/ 6119 h 2972166"/>
              <a:gd name="connsiteX10" fmla="*/ 3150852 w 3327704"/>
              <a:gd name="connsiteY10" fmla="*/ 681640 h 2972166"/>
              <a:gd name="connsiteX11" fmla="*/ 3168959 w 3327704"/>
              <a:gd name="connsiteY11" fmla="*/ 464357 h 2972166"/>
              <a:gd name="connsiteX12" fmla="*/ 2951676 w 3327704"/>
              <a:gd name="connsiteY12" fmla="*/ 500570 h 2972166"/>
              <a:gd name="connsiteX13" fmla="*/ 2879248 w 3327704"/>
              <a:gd name="connsiteY13" fmla="*/ 627319 h 2972166"/>
              <a:gd name="connsiteX14" fmla="*/ 2969783 w 3327704"/>
              <a:gd name="connsiteY14" fmla="*/ 826495 h 2972166"/>
              <a:gd name="connsiteX0" fmla="*/ 117941 w 4170764"/>
              <a:gd name="connsiteY0" fmla="*/ 2966059 h 2966059"/>
              <a:gd name="connsiteX1" fmla="*/ 145101 w 4170764"/>
              <a:gd name="connsiteY1" fmla="*/ 2848364 h 2966059"/>
              <a:gd name="connsiteX2" fmla="*/ 45513 w 4170764"/>
              <a:gd name="connsiteY2" fmla="*/ 2694455 h 2966059"/>
              <a:gd name="connsiteX3" fmla="*/ 987074 w 4170764"/>
              <a:gd name="connsiteY3" fmla="*/ 2187461 h 2966059"/>
              <a:gd name="connsiteX4" fmla="*/ 1394480 w 4170764"/>
              <a:gd name="connsiteY4" fmla="*/ 1608040 h 2966059"/>
              <a:gd name="connsiteX5" fmla="*/ 1448800 w 4170764"/>
              <a:gd name="connsiteY5" fmla="*/ 1354543 h 2966059"/>
              <a:gd name="connsiteX6" fmla="*/ 2064436 w 4170764"/>
              <a:gd name="connsiteY6" fmla="*/ 1155366 h 2966059"/>
              <a:gd name="connsiteX7" fmla="*/ 2553323 w 4170764"/>
              <a:gd name="connsiteY7" fmla="*/ 648372 h 2966059"/>
              <a:gd name="connsiteX8" fmla="*/ 3087478 w 4170764"/>
              <a:gd name="connsiteY8" fmla="*/ 358661 h 2966059"/>
              <a:gd name="connsiteX9" fmla="*/ 3327206 w 4170764"/>
              <a:gd name="connsiteY9" fmla="*/ 12 h 2966059"/>
              <a:gd name="connsiteX10" fmla="*/ 4170027 w 4170764"/>
              <a:gd name="connsiteY10" fmla="*/ 370733 h 2966059"/>
              <a:gd name="connsiteX11" fmla="*/ 3168959 w 4170764"/>
              <a:gd name="connsiteY11" fmla="*/ 458250 h 2966059"/>
              <a:gd name="connsiteX12" fmla="*/ 2951676 w 4170764"/>
              <a:gd name="connsiteY12" fmla="*/ 494463 h 2966059"/>
              <a:gd name="connsiteX13" fmla="*/ 2879248 w 4170764"/>
              <a:gd name="connsiteY13" fmla="*/ 621212 h 2966059"/>
              <a:gd name="connsiteX14" fmla="*/ 2969783 w 4170764"/>
              <a:gd name="connsiteY14" fmla="*/ 820388 h 2966059"/>
              <a:gd name="connsiteX0" fmla="*/ 117941 w 5022864"/>
              <a:gd name="connsiteY0" fmla="*/ 2966059 h 2966059"/>
              <a:gd name="connsiteX1" fmla="*/ 145101 w 5022864"/>
              <a:gd name="connsiteY1" fmla="*/ 2848364 h 2966059"/>
              <a:gd name="connsiteX2" fmla="*/ 45513 w 5022864"/>
              <a:gd name="connsiteY2" fmla="*/ 2694455 h 2966059"/>
              <a:gd name="connsiteX3" fmla="*/ 987074 w 5022864"/>
              <a:gd name="connsiteY3" fmla="*/ 2187461 h 2966059"/>
              <a:gd name="connsiteX4" fmla="*/ 1394480 w 5022864"/>
              <a:gd name="connsiteY4" fmla="*/ 1608040 h 2966059"/>
              <a:gd name="connsiteX5" fmla="*/ 1448800 w 5022864"/>
              <a:gd name="connsiteY5" fmla="*/ 1354543 h 2966059"/>
              <a:gd name="connsiteX6" fmla="*/ 2064436 w 5022864"/>
              <a:gd name="connsiteY6" fmla="*/ 1155366 h 2966059"/>
              <a:gd name="connsiteX7" fmla="*/ 2553323 w 5022864"/>
              <a:gd name="connsiteY7" fmla="*/ 648372 h 2966059"/>
              <a:gd name="connsiteX8" fmla="*/ 3087478 w 5022864"/>
              <a:gd name="connsiteY8" fmla="*/ 358661 h 2966059"/>
              <a:gd name="connsiteX9" fmla="*/ 3327206 w 5022864"/>
              <a:gd name="connsiteY9" fmla="*/ 12 h 2966059"/>
              <a:gd name="connsiteX10" fmla="*/ 4170027 w 5022864"/>
              <a:gd name="connsiteY10" fmla="*/ 370733 h 2966059"/>
              <a:gd name="connsiteX11" fmla="*/ 4988234 w 5022864"/>
              <a:gd name="connsiteY11" fmla="*/ 648750 h 2966059"/>
              <a:gd name="connsiteX12" fmla="*/ 2951676 w 5022864"/>
              <a:gd name="connsiteY12" fmla="*/ 494463 h 2966059"/>
              <a:gd name="connsiteX13" fmla="*/ 2879248 w 5022864"/>
              <a:gd name="connsiteY13" fmla="*/ 621212 h 2966059"/>
              <a:gd name="connsiteX14" fmla="*/ 2969783 w 5022864"/>
              <a:gd name="connsiteY14" fmla="*/ 820388 h 2966059"/>
              <a:gd name="connsiteX0" fmla="*/ 117941 w 5581289"/>
              <a:gd name="connsiteY0" fmla="*/ 2966059 h 2966059"/>
              <a:gd name="connsiteX1" fmla="*/ 145101 w 5581289"/>
              <a:gd name="connsiteY1" fmla="*/ 2848364 h 2966059"/>
              <a:gd name="connsiteX2" fmla="*/ 45513 w 5581289"/>
              <a:gd name="connsiteY2" fmla="*/ 2694455 h 2966059"/>
              <a:gd name="connsiteX3" fmla="*/ 987074 w 5581289"/>
              <a:gd name="connsiteY3" fmla="*/ 2187461 h 2966059"/>
              <a:gd name="connsiteX4" fmla="*/ 1394480 w 5581289"/>
              <a:gd name="connsiteY4" fmla="*/ 1608040 h 2966059"/>
              <a:gd name="connsiteX5" fmla="*/ 1448800 w 5581289"/>
              <a:gd name="connsiteY5" fmla="*/ 1354543 h 2966059"/>
              <a:gd name="connsiteX6" fmla="*/ 2064436 w 5581289"/>
              <a:gd name="connsiteY6" fmla="*/ 1155366 h 2966059"/>
              <a:gd name="connsiteX7" fmla="*/ 2553323 w 5581289"/>
              <a:gd name="connsiteY7" fmla="*/ 648372 h 2966059"/>
              <a:gd name="connsiteX8" fmla="*/ 3087478 w 5581289"/>
              <a:gd name="connsiteY8" fmla="*/ 358661 h 2966059"/>
              <a:gd name="connsiteX9" fmla="*/ 3327206 w 5581289"/>
              <a:gd name="connsiteY9" fmla="*/ 12 h 2966059"/>
              <a:gd name="connsiteX10" fmla="*/ 4170027 w 5581289"/>
              <a:gd name="connsiteY10" fmla="*/ 370733 h 2966059"/>
              <a:gd name="connsiteX11" fmla="*/ 4988234 w 5581289"/>
              <a:gd name="connsiteY11" fmla="*/ 648750 h 2966059"/>
              <a:gd name="connsiteX12" fmla="*/ 5475801 w 5581289"/>
              <a:gd name="connsiteY12" fmla="*/ 1713663 h 2966059"/>
              <a:gd name="connsiteX13" fmla="*/ 2879248 w 5581289"/>
              <a:gd name="connsiteY13" fmla="*/ 621212 h 2966059"/>
              <a:gd name="connsiteX14" fmla="*/ 2969783 w 5581289"/>
              <a:gd name="connsiteY14" fmla="*/ 820388 h 2966059"/>
              <a:gd name="connsiteX0" fmla="*/ 117941 w 5475931"/>
              <a:gd name="connsiteY0" fmla="*/ 2966059 h 2966059"/>
              <a:gd name="connsiteX1" fmla="*/ 145101 w 5475931"/>
              <a:gd name="connsiteY1" fmla="*/ 2848364 h 2966059"/>
              <a:gd name="connsiteX2" fmla="*/ 45513 w 5475931"/>
              <a:gd name="connsiteY2" fmla="*/ 2694455 h 2966059"/>
              <a:gd name="connsiteX3" fmla="*/ 987074 w 5475931"/>
              <a:gd name="connsiteY3" fmla="*/ 2187461 h 2966059"/>
              <a:gd name="connsiteX4" fmla="*/ 1394480 w 5475931"/>
              <a:gd name="connsiteY4" fmla="*/ 1608040 h 2966059"/>
              <a:gd name="connsiteX5" fmla="*/ 1448800 w 5475931"/>
              <a:gd name="connsiteY5" fmla="*/ 1354543 h 2966059"/>
              <a:gd name="connsiteX6" fmla="*/ 2064436 w 5475931"/>
              <a:gd name="connsiteY6" fmla="*/ 1155366 h 2966059"/>
              <a:gd name="connsiteX7" fmla="*/ 2553323 w 5475931"/>
              <a:gd name="connsiteY7" fmla="*/ 648372 h 2966059"/>
              <a:gd name="connsiteX8" fmla="*/ 3087478 w 5475931"/>
              <a:gd name="connsiteY8" fmla="*/ 358661 h 2966059"/>
              <a:gd name="connsiteX9" fmla="*/ 3327206 w 5475931"/>
              <a:gd name="connsiteY9" fmla="*/ 12 h 2966059"/>
              <a:gd name="connsiteX10" fmla="*/ 4170027 w 5475931"/>
              <a:gd name="connsiteY10" fmla="*/ 370733 h 2966059"/>
              <a:gd name="connsiteX11" fmla="*/ 4988234 w 5475931"/>
              <a:gd name="connsiteY11" fmla="*/ 648750 h 2966059"/>
              <a:gd name="connsiteX12" fmla="*/ 5475801 w 5475931"/>
              <a:gd name="connsiteY12" fmla="*/ 1713663 h 2966059"/>
              <a:gd name="connsiteX13" fmla="*/ 5041423 w 5475931"/>
              <a:gd name="connsiteY13" fmla="*/ 2392862 h 2966059"/>
              <a:gd name="connsiteX14" fmla="*/ 2969783 w 5475931"/>
              <a:gd name="connsiteY14" fmla="*/ 820388 h 2966059"/>
              <a:gd name="connsiteX0" fmla="*/ 117941 w 5475931"/>
              <a:gd name="connsiteY0" fmla="*/ 2966059 h 2966059"/>
              <a:gd name="connsiteX1" fmla="*/ 145101 w 5475931"/>
              <a:gd name="connsiteY1" fmla="*/ 2848364 h 2966059"/>
              <a:gd name="connsiteX2" fmla="*/ 45513 w 5475931"/>
              <a:gd name="connsiteY2" fmla="*/ 2694455 h 2966059"/>
              <a:gd name="connsiteX3" fmla="*/ 987074 w 5475931"/>
              <a:gd name="connsiteY3" fmla="*/ 2187461 h 2966059"/>
              <a:gd name="connsiteX4" fmla="*/ 1394480 w 5475931"/>
              <a:gd name="connsiteY4" fmla="*/ 1608040 h 2966059"/>
              <a:gd name="connsiteX5" fmla="*/ 1448800 w 5475931"/>
              <a:gd name="connsiteY5" fmla="*/ 1354543 h 2966059"/>
              <a:gd name="connsiteX6" fmla="*/ 2064436 w 5475931"/>
              <a:gd name="connsiteY6" fmla="*/ 1155366 h 2966059"/>
              <a:gd name="connsiteX7" fmla="*/ 2553323 w 5475931"/>
              <a:gd name="connsiteY7" fmla="*/ 648372 h 2966059"/>
              <a:gd name="connsiteX8" fmla="*/ 3087478 w 5475931"/>
              <a:gd name="connsiteY8" fmla="*/ 358661 h 2966059"/>
              <a:gd name="connsiteX9" fmla="*/ 3327206 w 5475931"/>
              <a:gd name="connsiteY9" fmla="*/ 12 h 2966059"/>
              <a:gd name="connsiteX10" fmla="*/ 4170027 w 5475931"/>
              <a:gd name="connsiteY10" fmla="*/ 370733 h 2966059"/>
              <a:gd name="connsiteX11" fmla="*/ 4988234 w 5475931"/>
              <a:gd name="connsiteY11" fmla="*/ 648750 h 2966059"/>
              <a:gd name="connsiteX12" fmla="*/ 5475801 w 5475931"/>
              <a:gd name="connsiteY12" fmla="*/ 1713663 h 2966059"/>
              <a:gd name="connsiteX13" fmla="*/ 5041423 w 5475931"/>
              <a:gd name="connsiteY13" fmla="*/ 2392862 h 2966059"/>
              <a:gd name="connsiteX14" fmla="*/ 4188983 w 5475931"/>
              <a:gd name="connsiteY14" fmla="*/ 2773013 h 2966059"/>
              <a:gd name="connsiteX0" fmla="*/ 117941 w 5475931"/>
              <a:gd name="connsiteY0" fmla="*/ 3023207 h 3023207"/>
              <a:gd name="connsiteX1" fmla="*/ 145101 w 5475931"/>
              <a:gd name="connsiteY1" fmla="*/ 2905512 h 3023207"/>
              <a:gd name="connsiteX2" fmla="*/ 45513 w 5475931"/>
              <a:gd name="connsiteY2" fmla="*/ 2751603 h 3023207"/>
              <a:gd name="connsiteX3" fmla="*/ 987074 w 5475931"/>
              <a:gd name="connsiteY3" fmla="*/ 2244609 h 3023207"/>
              <a:gd name="connsiteX4" fmla="*/ 1394480 w 5475931"/>
              <a:gd name="connsiteY4" fmla="*/ 1665188 h 3023207"/>
              <a:gd name="connsiteX5" fmla="*/ 1448800 w 5475931"/>
              <a:gd name="connsiteY5" fmla="*/ 1411691 h 3023207"/>
              <a:gd name="connsiteX6" fmla="*/ 2064436 w 5475931"/>
              <a:gd name="connsiteY6" fmla="*/ 1212514 h 3023207"/>
              <a:gd name="connsiteX7" fmla="*/ 2553323 w 5475931"/>
              <a:gd name="connsiteY7" fmla="*/ 705520 h 3023207"/>
              <a:gd name="connsiteX8" fmla="*/ 3087478 w 5475931"/>
              <a:gd name="connsiteY8" fmla="*/ 415809 h 3023207"/>
              <a:gd name="connsiteX9" fmla="*/ 3365306 w 5475931"/>
              <a:gd name="connsiteY9" fmla="*/ 10 h 3023207"/>
              <a:gd name="connsiteX10" fmla="*/ 4170027 w 5475931"/>
              <a:gd name="connsiteY10" fmla="*/ 427881 h 3023207"/>
              <a:gd name="connsiteX11" fmla="*/ 4988234 w 5475931"/>
              <a:gd name="connsiteY11" fmla="*/ 705898 h 3023207"/>
              <a:gd name="connsiteX12" fmla="*/ 5475801 w 5475931"/>
              <a:gd name="connsiteY12" fmla="*/ 1770811 h 3023207"/>
              <a:gd name="connsiteX13" fmla="*/ 5041423 w 5475931"/>
              <a:gd name="connsiteY13" fmla="*/ 2450010 h 3023207"/>
              <a:gd name="connsiteX14" fmla="*/ 4188983 w 5475931"/>
              <a:gd name="connsiteY14" fmla="*/ 2830161 h 3023207"/>
              <a:gd name="connsiteX0" fmla="*/ 117941 w 5475931"/>
              <a:gd name="connsiteY0" fmla="*/ 3031280 h 3031280"/>
              <a:gd name="connsiteX1" fmla="*/ 145101 w 5475931"/>
              <a:gd name="connsiteY1" fmla="*/ 2913585 h 3031280"/>
              <a:gd name="connsiteX2" fmla="*/ 45513 w 5475931"/>
              <a:gd name="connsiteY2" fmla="*/ 2759676 h 3031280"/>
              <a:gd name="connsiteX3" fmla="*/ 987074 w 5475931"/>
              <a:gd name="connsiteY3" fmla="*/ 2252682 h 3031280"/>
              <a:gd name="connsiteX4" fmla="*/ 1394480 w 5475931"/>
              <a:gd name="connsiteY4" fmla="*/ 1673261 h 3031280"/>
              <a:gd name="connsiteX5" fmla="*/ 1448800 w 5475931"/>
              <a:gd name="connsiteY5" fmla="*/ 1419764 h 3031280"/>
              <a:gd name="connsiteX6" fmla="*/ 2064436 w 5475931"/>
              <a:gd name="connsiteY6" fmla="*/ 1220587 h 3031280"/>
              <a:gd name="connsiteX7" fmla="*/ 2553323 w 5475931"/>
              <a:gd name="connsiteY7" fmla="*/ 713593 h 3031280"/>
              <a:gd name="connsiteX8" fmla="*/ 2963653 w 5475931"/>
              <a:gd name="connsiteY8" fmla="*/ 842982 h 3031280"/>
              <a:gd name="connsiteX9" fmla="*/ 3365306 w 5475931"/>
              <a:gd name="connsiteY9" fmla="*/ 8083 h 3031280"/>
              <a:gd name="connsiteX10" fmla="*/ 4170027 w 5475931"/>
              <a:gd name="connsiteY10" fmla="*/ 435954 h 3031280"/>
              <a:gd name="connsiteX11" fmla="*/ 4988234 w 5475931"/>
              <a:gd name="connsiteY11" fmla="*/ 713971 h 3031280"/>
              <a:gd name="connsiteX12" fmla="*/ 5475801 w 5475931"/>
              <a:gd name="connsiteY12" fmla="*/ 1778884 h 3031280"/>
              <a:gd name="connsiteX13" fmla="*/ 5041423 w 5475931"/>
              <a:gd name="connsiteY13" fmla="*/ 2458083 h 3031280"/>
              <a:gd name="connsiteX14" fmla="*/ 4188983 w 5475931"/>
              <a:gd name="connsiteY14" fmla="*/ 2838234 h 3031280"/>
              <a:gd name="connsiteX0" fmla="*/ 117941 w 5475931"/>
              <a:gd name="connsiteY0" fmla="*/ 2679994 h 2679994"/>
              <a:gd name="connsiteX1" fmla="*/ 145101 w 5475931"/>
              <a:gd name="connsiteY1" fmla="*/ 2562299 h 2679994"/>
              <a:gd name="connsiteX2" fmla="*/ 45513 w 5475931"/>
              <a:gd name="connsiteY2" fmla="*/ 2408390 h 2679994"/>
              <a:gd name="connsiteX3" fmla="*/ 987074 w 5475931"/>
              <a:gd name="connsiteY3" fmla="*/ 1901396 h 2679994"/>
              <a:gd name="connsiteX4" fmla="*/ 1394480 w 5475931"/>
              <a:gd name="connsiteY4" fmla="*/ 1321975 h 2679994"/>
              <a:gd name="connsiteX5" fmla="*/ 1448800 w 5475931"/>
              <a:gd name="connsiteY5" fmla="*/ 1068478 h 2679994"/>
              <a:gd name="connsiteX6" fmla="*/ 2064436 w 5475931"/>
              <a:gd name="connsiteY6" fmla="*/ 869301 h 2679994"/>
              <a:gd name="connsiteX7" fmla="*/ 2553323 w 5475931"/>
              <a:gd name="connsiteY7" fmla="*/ 362307 h 2679994"/>
              <a:gd name="connsiteX8" fmla="*/ 2963653 w 5475931"/>
              <a:gd name="connsiteY8" fmla="*/ 491696 h 2679994"/>
              <a:gd name="connsiteX9" fmla="*/ 3022406 w 5475931"/>
              <a:gd name="connsiteY9" fmla="*/ 28272 h 2679994"/>
              <a:gd name="connsiteX10" fmla="*/ 4170027 w 5475931"/>
              <a:gd name="connsiteY10" fmla="*/ 84668 h 2679994"/>
              <a:gd name="connsiteX11" fmla="*/ 4988234 w 5475931"/>
              <a:gd name="connsiteY11" fmla="*/ 362685 h 2679994"/>
              <a:gd name="connsiteX12" fmla="*/ 5475801 w 5475931"/>
              <a:gd name="connsiteY12" fmla="*/ 1427598 h 2679994"/>
              <a:gd name="connsiteX13" fmla="*/ 5041423 w 5475931"/>
              <a:gd name="connsiteY13" fmla="*/ 2106797 h 2679994"/>
              <a:gd name="connsiteX14" fmla="*/ 4188983 w 5475931"/>
              <a:gd name="connsiteY14" fmla="*/ 2486948 h 2679994"/>
              <a:gd name="connsiteX0" fmla="*/ 117941 w 5475931"/>
              <a:gd name="connsiteY0" fmla="*/ 2687884 h 2687884"/>
              <a:gd name="connsiteX1" fmla="*/ 145101 w 5475931"/>
              <a:gd name="connsiteY1" fmla="*/ 2570189 h 2687884"/>
              <a:gd name="connsiteX2" fmla="*/ 45513 w 5475931"/>
              <a:gd name="connsiteY2" fmla="*/ 2416280 h 2687884"/>
              <a:gd name="connsiteX3" fmla="*/ 987074 w 5475931"/>
              <a:gd name="connsiteY3" fmla="*/ 1909286 h 2687884"/>
              <a:gd name="connsiteX4" fmla="*/ 1394480 w 5475931"/>
              <a:gd name="connsiteY4" fmla="*/ 1329865 h 2687884"/>
              <a:gd name="connsiteX5" fmla="*/ 1448800 w 5475931"/>
              <a:gd name="connsiteY5" fmla="*/ 1076368 h 2687884"/>
              <a:gd name="connsiteX6" fmla="*/ 2064436 w 5475931"/>
              <a:gd name="connsiteY6" fmla="*/ 877191 h 2687884"/>
              <a:gd name="connsiteX7" fmla="*/ 2553323 w 5475931"/>
              <a:gd name="connsiteY7" fmla="*/ 370197 h 2687884"/>
              <a:gd name="connsiteX8" fmla="*/ 2963653 w 5475931"/>
              <a:gd name="connsiteY8" fmla="*/ 499586 h 2687884"/>
              <a:gd name="connsiteX9" fmla="*/ 3012881 w 5475931"/>
              <a:gd name="connsiteY9" fmla="*/ 26637 h 2687884"/>
              <a:gd name="connsiteX10" fmla="*/ 4170027 w 5475931"/>
              <a:gd name="connsiteY10" fmla="*/ 92558 h 2687884"/>
              <a:gd name="connsiteX11" fmla="*/ 4988234 w 5475931"/>
              <a:gd name="connsiteY11" fmla="*/ 370575 h 2687884"/>
              <a:gd name="connsiteX12" fmla="*/ 5475801 w 5475931"/>
              <a:gd name="connsiteY12" fmla="*/ 1435488 h 2687884"/>
              <a:gd name="connsiteX13" fmla="*/ 5041423 w 5475931"/>
              <a:gd name="connsiteY13" fmla="*/ 2114687 h 2687884"/>
              <a:gd name="connsiteX14" fmla="*/ 4188983 w 5475931"/>
              <a:gd name="connsiteY14" fmla="*/ 2494838 h 2687884"/>
              <a:gd name="connsiteX0" fmla="*/ 117941 w 5475931"/>
              <a:gd name="connsiteY0" fmla="*/ 2664828 h 2664828"/>
              <a:gd name="connsiteX1" fmla="*/ 145101 w 5475931"/>
              <a:gd name="connsiteY1" fmla="*/ 2547133 h 2664828"/>
              <a:gd name="connsiteX2" fmla="*/ 45513 w 5475931"/>
              <a:gd name="connsiteY2" fmla="*/ 2393224 h 2664828"/>
              <a:gd name="connsiteX3" fmla="*/ 987074 w 5475931"/>
              <a:gd name="connsiteY3" fmla="*/ 1886230 h 2664828"/>
              <a:gd name="connsiteX4" fmla="*/ 1394480 w 5475931"/>
              <a:gd name="connsiteY4" fmla="*/ 1306809 h 2664828"/>
              <a:gd name="connsiteX5" fmla="*/ 1448800 w 5475931"/>
              <a:gd name="connsiteY5" fmla="*/ 1053312 h 2664828"/>
              <a:gd name="connsiteX6" fmla="*/ 2064436 w 5475931"/>
              <a:gd name="connsiteY6" fmla="*/ 854135 h 2664828"/>
              <a:gd name="connsiteX7" fmla="*/ 2553323 w 5475931"/>
              <a:gd name="connsiteY7" fmla="*/ 347141 h 2664828"/>
              <a:gd name="connsiteX8" fmla="*/ 2963653 w 5475931"/>
              <a:gd name="connsiteY8" fmla="*/ 476530 h 2664828"/>
              <a:gd name="connsiteX9" fmla="*/ 3079556 w 5475931"/>
              <a:gd name="connsiteY9" fmla="*/ 32156 h 2664828"/>
              <a:gd name="connsiteX10" fmla="*/ 4170027 w 5475931"/>
              <a:gd name="connsiteY10" fmla="*/ 69502 h 2664828"/>
              <a:gd name="connsiteX11" fmla="*/ 4988234 w 5475931"/>
              <a:gd name="connsiteY11" fmla="*/ 347519 h 2664828"/>
              <a:gd name="connsiteX12" fmla="*/ 5475801 w 5475931"/>
              <a:gd name="connsiteY12" fmla="*/ 1412432 h 2664828"/>
              <a:gd name="connsiteX13" fmla="*/ 5041423 w 5475931"/>
              <a:gd name="connsiteY13" fmla="*/ 2091631 h 2664828"/>
              <a:gd name="connsiteX14" fmla="*/ 4188983 w 5475931"/>
              <a:gd name="connsiteY14" fmla="*/ 2471782 h 2664828"/>
              <a:gd name="connsiteX0" fmla="*/ 117941 w 5475931"/>
              <a:gd name="connsiteY0" fmla="*/ 2710495 h 2710495"/>
              <a:gd name="connsiteX1" fmla="*/ 145101 w 5475931"/>
              <a:gd name="connsiteY1" fmla="*/ 2592800 h 2710495"/>
              <a:gd name="connsiteX2" fmla="*/ 45513 w 5475931"/>
              <a:gd name="connsiteY2" fmla="*/ 2438891 h 2710495"/>
              <a:gd name="connsiteX3" fmla="*/ 987074 w 5475931"/>
              <a:gd name="connsiteY3" fmla="*/ 1931897 h 2710495"/>
              <a:gd name="connsiteX4" fmla="*/ 1394480 w 5475931"/>
              <a:gd name="connsiteY4" fmla="*/ 1352476 h 2710495"/>
              <a:gd name="connsiteX5" fmla="*/ 1448800 w 5475931"/>
              <a:gd name="connsiteY5" fmla="*/ 1098979 h 2710495"/>
              <a:gd name="connsiteX6" fmla="*/ 2064436 w 5475931"/>
              <a:gd name="connsiteY6" fmla="*/ 899802 h 2710495"/>
              <a:gd name="connsiteX7" fmla="*/ 2553323 w 5475931"/>
              <a:gd name="connsiteY7" fmla="*/ 392808 h 2710495"/>
              <a:gd name="connsiteX8" fmla="*/ 2963653 w 5475931"/>
              <a:gd name="connsiteY8" fmla="*/ 522197 h 2710495"/>
              <a:gd name="connsiteX9" fmla="*/ 3079556 w 5475931"/>
              <a:gd name="connsiteY9" fmla="*/ 77823 h 2710495"/>
              <a:gd name="connsiteX10" fmla="*/ 3417552 w 5475931"/>
              <a:gd name="connsiteY10" fmla="*/ 29444 h 2710495"/>
              <a:gd name="connsiteX11" fmla="*/ 4988234 w 5475931"/>
              <a:gd name="connsiteY11" fmla="*/ 393186 h 2710495"/>
              <a:gd name="connsiteX12" fmla="*/ 5475801 w 5475931"/>
              <a:gd name="connsiteY12" fmla="*/ 1458099 h 2710495"/>
              <a:gd name="connsiteX13" fmla="*/ 5041423 w 5475931"/>
              <a:gd name="connsiteY13" fmla="*/ 2137298 h 2710495"/>
              <a:gd name="connsiteX14" fmla="*/ 4188983 w 5475931"/>
              <a:gd name="connsiteY14" fmla="*/ 2517449 h 2710495"/>
              <a:gd name="connsiteX0" fmla="*/ 117941 w 5552411"/>
              <a:gd name="connsiteY0" fmla="*/ 2712588 h 2712588"/>
              <a:gd name="connsiteX1" fmla="*/ 145101 w 5552411"/>
              <a:gd name="connsiteY1" fmla="*/ 2594893 h 2712588"/>
              <a:gd name="connsiteX2" fmla="*/ 45513 w 5552411"/>
              <a:gd name="connsiteY2" fmla="*/ 2440984 h 2712588"/>
              <a:gd name="connsiteX3" fmla="*/ 987074 w 5552411"/>
              <a:gd name="connsiteY3" fmla="*/ 1933990 h 2712588"/>
              <a:gd name="connsiteX4" fmla="*/ 1394480 w 5552411"/>
              <a:gd name="connsiteY4" fmla="*/ 1354569 h 2712588"/>
              <a:gd name="connsiteX5" fmla="*/ 1448800 w 5552411"/>
              <a:gd name="connsiteY5" fmla="*/ 1101072 h 2712588"/>
              <a:gd name="connsiteX6" fmla="*/ 2064436 w 5552411"/>
              <a:gd name="connsiteY6" fmla="*/ 901895 h 2712588"/>
              <a:gd name="connsiteX7" fmla="*/ 2553323 w 5552411"/>
              <a:gd name="connsiteY7" fmla="*/ 394901 h 2712588"/>
              <a:gd name="connsiteX8" fmla="*/ 2963653 w 5552411"/>
              <a:gd name="connsiteY8" fmla="*/ 524290 h 2712588"/>
              <a:gd name="connsiteX9" fmla="*/ 3079556 w 5552411"/>
              <a:gd name="connsiteY9" fmla="*/ 79916 h 2712588"/>
              <a:gd name="connsiteX10" fmla="*/ 3417552 w 5552411"/>
              <a:gd name="connsiteY10" fmla="*/ 31537 h 2712588"/>
              <a:gd name="connsiteX11" fmla="*/ 3159434 w 5552411"/>
              <a:gd name="connsiteY11" fmla="*/ 423854 h 2712588"/>
              <a:gd name="connsiteX12" fmla="*/ 5475801 w 5552411"/>
              <a:gd name="connsiteY12" fmla="*/ 1460192 h 2712588"/>
              <a:gd name="connsiteX13" fmla="*/ 5041423 w 5552411"/>
              <a:gd name="connsiteY13" fmla="*/ 2139391 h 2712588"/>
              <a:gd name="connsiteX14" fmla="*/ 4188983 w 5552411"/>
              <a:gd name="connsiteY14" fmla="*/ 2519542 h 2712588"/>
              <a:gd name="connsiteX0" fmla="*/ 117941 w 5041430"/>
              <a:gd name="connsiteY0" fmla="*/ 2712588 h 2712588"/>
              <a:gd name="connsiteX1" fmla="*/ 145101 w 5041430"/>
              <a:gd name="connsiteY1" fmla="*/ 2594893 h 2712588"/>
              <a:gd name="connsiteX2" fmla="*/ 45513 w 5041430"/>
              <a:gd name="connsiteY2" fmla="*/ 2440984 h 2712588"/>
              <a:gd name="connsiteX3" fmla="*/ 987074 w 5041430"/>
              <a:gd name="connsiteY3" fmla="*/ 1933990 h 2712588"/>
              <a:gd name="connsiteX4" fmla="*/ 1394480 w 5041430"/>
              <a:gd name="connsiteY4" fmla="*/ 1354569 h 2712588"/>
              <a:gd name="connsiteX5" fmla="*/ 1448800 w 5041430"/>
              <a:gd name="connsiteY5" fmla="*/ 1101072 h 2712588"/>
              <a:gd name="connsiteX6" fmla="*/ 2064436 w 5041430"/>
              <a:gd name="connsiteY6" fmla="*/ 901895 h 2712588"/>
              <a:gd name="connsiteX7" fmla="*/ 2553323 w 5041430"/>
              <a:gd name="connsiteY7" fmla="*/ 394901 h 2712588"/>
              <a:gd name="connsiteX8" fmla="*/ 2963653 w 5041430"/>
              <a:gd name="connsiteY8" fmla="*/ 524290 h 2712588"/>
              <a:gd name="connsiteX9" fmla="*/ 3079556 w 5041430"/>
              <a:gd name="connsiteY9" fmla="*/ 79916 h 2712588"/>
              <a:gd name="connsiteX10" fmla="*/ 3417552 w 5041430"/>
              <a:gd name="connsiteY10" fmla="*/ 31537 h 2712588"/>
              <a:gd name="connsiteX11" fmla="*/ 3159434 w 5041430"/>
              <a:gd name="connsiteY11" fmla="*/ 423854 h 2712588"/>
              <a:gd name="connsiteX12" fmla="*/ 5041423 w 5041430"/>
              <a:gd name="connsiteY12" fmla="*/ 2139391 h 2712588"/>
              <a:gd name="connsiteX13" fmla="*/ 4188983 w 5041430"/>
              <a:gd name="connsiteY13" fmla="*/ 2519542 h 2712588"/>
              <a:gd name="connsiteX0" fmla="*/ 117941 w 4188983"/>
              <a:gd name="connsiteY0" fmla="*/ 2712588 h 2712588"/>
              <a:gd name="connsiteX1" fmla="*/ 145101 w 4188983"/>
              <a:gd name="connsiteY1" fmla="*/ 2594893 h 2712588"/>
              <a:gd name="connsiteX2" fmla="*/ 45513 w 4188983"/>
              <a:gd name="connsiteY2" fmla="*/ 2440984 h 2712588"/>
              <a:gd name="connsiteX3" fmla="*/ 987074 w 4188983"/>
              <a:gd name="connsiteY3" fmla="*/ 1933990 h 2712588"/>
              <a:gd name="connsiteX4" fmla="*/ 1394480 w 4188983"/>
              <a:gd name="connsiteY4" fmla="*/ 1354569 h 2712588"/>
              <a:gd name="connsiteX5" fmla="*/ 1448800 w 4188983"/>
              <a:gd name="connsiteY5" fmla="*/ 1101072 h 2712588"/>
              <a:gd name="connsiteX6" fmla="*/ 2064436 w 4188983"/>
              <a:gd name="connsiteY6" fmla="*/ 901895 h 2712588"/>
              <a:gd name="connsiteX7" fmla="*/ 2553323 w 4188983"/>
              <a:gd name="connsiteY7" fmla="*/ 394901 h 2712588"/>
              <a:gd name="connsiteX8" fmla="*/ 2963653 w 4188983"/>
              <a:gd name="connsiteY8" fmla="*/ 524290 h 2712588"/>
              <a:gd name="connsiteX9" fmla="*/ 3079556 w 4188983"/>
              <a:gd name="connsiteY9" fmla="*/ 79916 h 2712588"/>
              <a:gd name="connsiteX10" fmla="*/ 3417552 w 4188983"/>
              <a:gd name="connsiteY10" fmla="*/ 31537 h 2712588"/>
              <a:gd name="connsiteX11" fmla="*/ 3159434 w 4188983"/>
              <a:gd name="connsiteY11" fmla="*/ 423854 h 2712588"/>
              <a:gd name="connsiteX12" fmla="*/ 4188983 w 4188983"/>
              <a:gd name="connsiteY12" fmla="*/ 2519542 h 2712588"/>
              <a:gd name="connsiteX0" fmla="*/ 117941 w 3417877"/>
              <a:gd name="connsiteY0" fmla="*/ 2712588 h 2712588"/>
              <a:gd name="connsiteX1" fmla="*/ 145101 w 3417877"/>
              <a:gd name="connsiteY1" fmla="*/ 2594893 h 2712588"/>
              <a:gd name="connsiteX2" fmla="*/ 45513 w 3417877"/>
              <a:gd name="connsiteY2" fmla="*/ 2440984 h 2712588"/>
              <a:gd name="connsiteX3" fmla="*/ 987074 w 3417877"/>
              <a:gd name="connsiteY3" fmla="*/ 1933990 h 2712588"/>
              <a:gd name="connsiteX4" fmla="*/ 1394480 w 3417877"/>
              <a:gd name="connsiteY4" fmla="*/ 1354569 h 2712588"/>
              <a:gd name="connsiteX5" fmla="*/ 1448800 w 3417877"/>
              <a:gd name="connsiteY5" fmla="*/ 1101072 h 2712588"/>
              <a:gd name="connsiteX6" fmla="*/ 2064436 w 3417877"/>
              <a:gd name="connsiteY6" fmla="*/ 901895 h 2712588"/>
              <a:gd name="connsiteX7" fmla="*/ 2553323 w 3417877"/>
              <a:gd name="connsiteY7" fmla="*/ 394901 h 2712588"/>
              <a:gd name="connsiteX8" fmla="*/ 2963653 w 3417877"/>
              <a:gd name="connsiteY8" fmla="*/ 524290 h 2712588"/>
              <a:gd name="connsiteX9" fmla="*/ 3079556 w 3417877"/>
              <a:gd name="connsiteY9" fmla="*/ 79916 h 2712588"/>
              <a:gd name="connsiteX10" fmla="*/ 3417552 w 3417877"/>
              <a:gd name="connsiteY10" fmla="*/ 31537 h 2712588"/>
              <a:gd name="connsiteX11" fmla="*/ 3159434 w 3417877"/>
              <a:gd name="connsiteY11" fmla="*/ 423854 h 2712588"/>
              <a:gd name="connsiteX0" fmla="*/ 117941 w 3418690"/>
              <a:gd name="connsiteY0" fmla="*/ 2697761 h 2697761"/>
              <a:gd name="connsiteX1" fmla="*/ 145101 w 3418690"/>
              <a:gd name="connsiteY1" fmla="*/ 2580066 h 2697761"/>
              <a:gd name="connsiteX2" fmla="*/ 45513 w 3418690"/>
              <a:gd name="connsiteY2" fmla="*/ 2426157 h 2697761"/>
              <a:gd name="connsiteX3" fmla="*/ 987074 w 3418690"/>
              <a:gd name="connsiteY3" fmla="*/ 1919163 h 2697761"/>
              <a:gd name="connsiteX4" fmla="*/ 1394480 w 3418690"/>
              <a:gd name="connsiteY4" fmla="*/ 1339742 h 2697761"/>
              <a:gd name="connsiteX5" fmla="*/ 1448800 w 3418690"/>
              <a:gd name="connsiteY5" fmla="*/ 1086245 h 2697761"/>
              <a:gd name="connsiteX6" fmla="*/ 2064436 w 3418690"/>
              <a:gd name="connsiteY6" fmla="*/ 887068 h 2697761"/>
              <a:gd name="connsiteX7" fmla="*/ 2553323 w 3418690"/>
              <a:gd name="connsiteY7" fmla="*/ 380074 h 2697761"/>
              <a:gd name="connsiteX8" fmla="*/ 2963653 w 3418690"/>
              <a:gd name="connsiteY8" fmla="*/ 509463 h 2697761"/>
              <a:gd name="connsiteX9" fmla="*/ 3006531 w 3418690"/>
              <a:gd name="connsiteY9" fmla="*/ 115889 h 2697761"/>
              <a:gd name="connsiteX10" fmla="*/ 3417552 w 3418690"/>
              <a:gd name="connsiteY10" fmla="*/ 16710 h 2697761"/>
              <a:gd name="connsiteX11" fmla="*/ 3159434 w 3418690"/>
              <a:gd name="connsiteY11" fmla="*/ 409027 h 2697761"/>
              <a:gd name="connsiteX0" fmla="*/ 117941 w 3419625"/>
              <a:gd name="connsiteY0" fmla="*/ 2695867 h 2695867"/>
              <a:gd name="connsiteX1" fmla="*/ 145101 w 3419625"/>
              <a:gd name="connsiteY1" fmla="*/ 2578172 h 2695867"/>
              <a:gd name="connsiteX2" fmla="*/ 45513 w 3419625"/>
              <a:gd name="connsiteY2" fmla="*/ 2424263 h 2695867"/>
              <a:gd name="connsiteX3" fmla="*/ 987074 w 3419625"/>
              <a:gd name="connsiteY3" fmla="*/ 1917269 h 2695867"/>
              <a:gd name="connsiteX4" fmla="*/ 1394480 w 3419625"/>
              <a:gd name="connsiteY4" fmla="*/ 1337848 h 2695867"/>
              <a:gd name="connsiteX5" fmla="*/ 1448800 w 3419625"/>
              <a:gd name="connsiteY5" fmla="*/ 1084351 h 2695867"/>
              <a:gd name="connsiteX6" fmla="*/ 2064436 w 3419625"/>
              <a:gd name="connsiteY6" fmla="*/ 885174 h 2695867"/>
              <a:gd name="connsiteX7" fmla="*/ 2553323 w 3419625"/>
              <a:gd name="connsiteY7" fmla="*/ 378180 h 2695867"/>
              <a:gd name="connsiteX8" fmla="*/ 2963653 w 3419625"/>
              <a:gd name="connsiteY8" fmla="*/ 507569 h 2695867"/>
              <a:gd name="connsiteX9" fmla="*/ 2949381 w 3419625"/>
              <a:gd name="connsiteY9" fmla="*/ 123520 h 2695867"/>
              <a:gd name="connsiteX10" fmla="*/ 3417552 w 3419625"/>
              <a:gd name="connsiteY10" fmla="*/ 14816 h 2695867"/>
              <a:gd name="connsiteX11" fmla="*/ 3159434 w 3419625"/>
              <a:gd name="connsiteY11" fmla="*/ 407133 h 2695867"/>
              <a:gd name="connsiteX0" fmla="*/ 117941 w 3419286"/>
              <a:gd name="connsiteY0" fmla="*/ 2695283 h 2695283"/>
              <a:gd name="connsiteX1" fmla="*/ 145101 w 3419286"/>
              <a:gd name="connsiteY1" fmla="*/ 2577588 h 2695283"/>
              <a:gd name="connsiteX2" fmla="*/ 45513 w 3419286"/>
              <a:gd name="connsiteY2" fmla="*/ 2423679 h 2695283"/>
              <a:gd name="connsiteX3" fmla="*/ 987074 w 3419286"/>
              <a:gd name="connsiteY3" fmla="*/ 1916685 h 2695283"/>
              <a:gd name="connsiteX4" fmla="*/ 1394480 w 3419286"/>
              <a:gd name="connsiteY4" fmla="*/ 1337264 h 2695283"/>
              <a:gd name="connsiteX5" fmla="*/ 1448800 w 3419286"/>
              <a:gd name="connsiteY5" fmla="*/ 1083767 h 2695283"/>
              <a:gd name="connsiteX6" fmla="*/ 2064436 w 3419286"/>
              <a:gd name="connsiteY6" fmla="*/ 884590 h 2695283"/>
              <a:gd name="connsiteX7" fmla="*/ 2553323 w 3419286"/>
              <a:gd name="connsiteY7" fmla="*/ 377596 h 2695283"/>
              <a:gd name="connsiteX8" fmla="*/ 2963653 w 3419286"/>
              <a:gd name="connsiteY8" fmla="*/ 506985 h 2695283"/>
              <a:gd name="connsiteX9" fmla="*/ 2968431 w 3419286"/>
              <a:gd name="connsiteY9" fmla="*/ 126111 h 2695283"/>
              <a:gd name="connsiteX10" fmla="*/ 3417552 w 3419286"/>
              <a:gd name="connsiteY10" fmla="*/ 14232 h 2695283"/>
              <a:gd name="connsiteX11" fmla="*/ 3159434 w 3419286"/>
              <a:gd name="connsiteY11" fmla="*/ 406549 h 2695283"/>
              <a:gd name="connsiteX0" fmla="*/ 117941 w 3419093"/>
              <a:gd name="connsiteY0" fmla="*/ 2695909 h 2695909"/>
              <a:gd name="connsiteX1" fmla="*/ 145101 w 3419093"/>
              <a:gd name="connsiteY1" fmla="*/ 2578214 h 2695909"/>
              <a:gd name="connsiteX2" fmla="*/ 45513 w 3419093"/>
              <a:gd name="connsiteY2" fmla="*/ 2424305 h 2695909"/>
              <a:gd name="connsiteX3" fmla="*/ 987074 w 3419093"/>
              <a:gd name="connsiteY3" fmla="*/ 1917311 h 2695909"/>
              <a:gd name="connsiteX4" fmla="*/ 1394480 w 3419093"/>
              <a:gd name="connsiteY4" fmla="*/ 1337890 h 2695909"/>
              <a:gd name="connsiteX5" fmla="*/ 1448800 w 3419093"/>
              <a:gd name="connsiteY5" fmla="*/ 1084393 h 2695909"/>
              <a:gd name="connsiteX6" fmla="*/ 2064436 w 3419093"/>
              <a:gd name="connsiteY6" fmla="*/ 885216 h 2695909"/>
              <a:gd name="connsiteX7" fmla="*/ 2553323 w 3419093"/>
              <a:gd name="connsiteY7" fmla="*/ 378222 h 2695909"/>
              <a:gd name="connsiteX8" fmla="*/ 2963653 w 3419093"/>
              <a:gd name="connsiteY8" fmla="*/ 507611 h 2695909"/>
              <a:gd name="connsiteX9" fmla="*/ 2968431 w 3419093"/>
              <a:gd name="connsiteY9" fmla="*/ 126737 h 2695909"/>
              <a:gd name="connsiteX10" fmla="*/ 3417552 w 3419093"/>
              <a:gd name="connsiteY10" fmla="*/ 14858 h 2695909"/>
              <a:gd name="connsiteX11" fmla="*/ 3149909 w 3419093"/>
              <a:gd name="connsiteY11" fmla="*/ 416700 h 2695909"/>
              <a:gd name="connsiteX0" fmla="*/ 117941 w 3419093"/>
              <a:gd name="connsiteY0" fmla="*/ 2691492 h 2691492"/>
              <a:gd name="connsiteX1" fmla="*/ 145101 w 3419093"/>
              <a:gd name="connsiteY1" fmla="*/ 2573797 h 2691492"/>
              <a:gd name="connsiteX2" fmla="*/ 45513 w 3419093"/>
              <a:gd name="connsiteY2" fmla="*/ 2419888 h 2691492"/>
              <a:gd name="connsiteX3" fmla="*/ 987074 w 3419093"/>
              <a:gd name="connsiteY3" fmla="*/ 1912894 h 2691492"/>
              <a:gd name="connsiteX4" fmla="*/ 1394480 w 3419093"/>
              <a:gd name="connsiteY4" fmla="*/ 1333473 h 2691492"/>
              <a:gd name="connsiteX5" fmla="*/ 1448800 w 3419093"/>
              <a:gd name="connsiteY5" fmla="*/ 1079976 h 2691492"/>
              <a:gd name="connsiteX6" fmla="*/ 2064436 w 3419093"/>
              <a:gd name="connsiteY6" fmla="*/ 880799 h 2691492"/>
              <a:gd name="connsiteX7" fmla="*/ 2553323 w 3419093"/>
              <a:gd name="connsiteY7" fmla="*/ 373805 h 2691492"/>
              <a:gd name="connsiteX8" fmla="*/ 2761247 w 3419093"/>
              <a:gd name="connsiteY8" fmla="*/ 169819 h 2691492"/>
              <a:gd name="connsiteX9" fmla="*/ 2968431 w 3419093"/>
              <a:gd name="connsiteY9" fmla="*/ 122320 h 2691492"/>
              <a:gd name="connsiteX10" fmla="*/ 3417552 w 3419093"/>
              <a:gd name="connsiteY10" fmla="*/ 10441 h 2691492"/>
              <a:gd name="connsiteX11" fmla="*/ 3149909 w 3419093"/>
              <a:gd name="connsiteY11" fmla="*/ 412283 h 2691492"/>
              <a:gd name="connsiteX0" fmla="*/ 117941 w 3419093"/>
              <a:gd name="connsiteY0" fmla="*/ 2691654 h 2691654"/>
              <a:gd name="connsiteX1" fmla="*/ 145101 w 3419093"/>
              <a:gd name="connsiteY1" fmla="*/ 2573959 h 2691654"/>
              <a:gd name="connsiteX2" fmla="*/ 45513 w 3419093"/>
              <a:gd name="connsiteY2" fmla="*/ 2420050 h 2691654"/>
              <a:gd name="connsiteX3" fmla="*/ 987074 w 3419093"/>
              <a:gd name="connsiteY3" fmla="*/ 1913056 h 2691654"/>
              <a:gd name="connsiteX4" fmla="*/ 1394480 w 3419093"/>
              <a:gd name="connsiteY4" fmla="*/ 1333635 h 2691654"/>
              <a:gd name="connsiteX5" fmla="*/ 1448800 w 3419093"/>
              <a:gd name="connsiteY5" fmla="*/ 1080138 h 2691654"/>
              <a:gd name="connsiteX6" fmla="*/ 2064436 w 3419093"/>
              <a:gd name="connsiteY6" fmla="*/ 880961 h 2691654"/>
              <a:gd name="connsiteX7" fmla="*/ 2553323 w 3419093"/>
              <a:gd name="connsiteY7" fmla="*/ 373967 h 2691654"/>
              <a:gd name="connsiteX8" fmla="*/ 2775534 w 3419093"/>
              <a:gd name="connsiteY8" fmla="*/ 186649 h 2691654"/>
              <a:gd name="connsiteX9" fmla="*/ 2968431 w 3419093"/>
              <a:gd name="connsiteY9" fmla="*/ 122482 h 2691654"/>
              <a:gd name="connsiteX10" fmla="*/ 3417552 w 3419093"/>
              <a:gd name="connsiteY10" fmla="*/ 10603 h 2691654"/>
              <a:gd name="connsiteX11" fmla="*/ 3149909 w 3419093"/>
              <a:gd name="connsiteY11" fmla="*/ 412445 h 2691654"/>
              <a:gd name="connsiteX0" fmla="*/ 117941 w 3419093"/>
              <a:gd name="connsiteY0" fmla="*/ 2691654 h 2691654"/>
              <a:gd name="connsiteX1" fmla="*/ 145101 w 3419093"/>
              <a:gd name="connsiteY1" fmla="*/ 2573959 h 2691654"/>
              <a:gd name="connsiteX2" fmla="*/ 45513 w 3419093"/>
              <a:gd name="connsiteY2" fmla="*/ 2420050 h 2691654"/>
              <a:gd name="connsiteX3" fmla="*/ 987074 w 3419093"/>
              <a:gd name="connsiteY3" fmla="*/ 1913056 h 2691654"/>
              <a:gd name="connsiteX4" fmla="*/ 1394480 w 3419093"/>
              <a:gd name="connsiteY4" fmla="*/ 1333635 h 2691654"/>
              <a:gd name="connsiteX5" fmla="*/ 1448800 w 3419093"/>
              <a:gd name="connsiteY5" fmla="*/ 1080138 h 2691654"/>
              <a:gd name="connsiteX6" fmla="*/ 2064436 w 3419093"/>
              <a:gd name="connsiteY6" fmla="*/ 880961 h 2691654"/>
              <a:gd name="connsiteX7" fmla="*/ 2553323 w 3419093"/>
              <a:gd name="connsiteY7" fmla="*/ 373967 h 2691654"/>
              <a:gd name="connsiteX8" fmla="*/ 2968431 w 3419093"/>
              <a:gd name="connsiteY8" fmla="*/ 122482 h 2691654"/>
              <a:gd name="connsiteX9" fmla="*/ 3417552 w 3419093"/>
              <a:gd name="connsiteY9" fmla="*/ 10603 h 2691654"/>
              <a:gd name="connsiteX10" fmla="*/ 3149909 w 3419093"/>
              <a:gd name="connsiteY10" fmla="*/ 412445 h 2691654"/>
              <a:gd name="connsiteX0" fmla="*/ 117941 w 3419791"/>
              <a:gd name="connsiteY0" fmla="*/ 2698544 h 2698544"/>
              <a:gd name="connsiteX1" fmla="*/ 145101 w 3419791"/>
              <a:gd name="connsiteY1" fmla="*/ 2580849 h 2698544"/>
              <a:gd name="connsiteX2" fmla="*/ 45513 w 3419791"/>
              <a:gd name="connsiteY2" fmla="*/ 2426940 h 2698544"/>
              <a:gd name="connsiteX3" fmla="*/ 987074 w 3419791"/>
              <a:gd name="connsiteY3" fmla="*/ 1919946 h 2698544"/>
              <a:gd name="connsiteX4" fmla="*/ 1394480 w 3419791"/>
              <a:gd name="connsiteY4" fmla="*/ 1340525 h 2698544"/>
              <a:gd name="connsiteX5" fmla="*/ 1448800 w 3419791"/>
              <a:gd name="connsiteY5" fmla="*/ 1087028 h 2698544"/>
              <a:gd name="connsiteX6" fmla="*/ 2064436 w 3419791"/>
              <a:gd name="connsiteY6" fmla="*/ 887851 h 2698544"/>
              <a:gd name="connsiteX7" fmla="*/ 2553323 w 3419791"/>
              <a:gd name="connsiteY7" fmla="*/ 380857 h 2698544"/>
              <a:gd name="connsiteX8" fmla="*/ 2968431 w 3419791"/>
              <a:gd name="connsiteY8" fmla="*/ 129372 h 2698544"/>
              <a:gd name="connsiteX9" fmla="*/ 3417552 w 3419791"/>
              <a:gd name="connsiteY9" fmla="*/ 17493 h 2698544"/>
              <a:gd name="connsiteX10" fmla="*/ 3288021 w 3419791"/>
              <a:gd name="connsiteY10" fmla="*/ 257410 h 2698544"/>
              <a:gd name="connsiteX0" fmla="*/ 117941 w 3752365"/>
              <a:gd name="connsiteY0" fmla="*/ 2702043 h 2702043"/>
              <a:gd name="connsiteX1" fmla="*/ 145101 w 3752365"/>
              <a:gd name="connsiteY1" fmla="*/ 2584348 h 2702043"/>
              <a:gd name="connsiteX2" fmla="*/ 45513 w 3752365"/>
              <a:gd name="connsiteY2" fmla="*/ 2430439 h 2702043"/>
              <a:gd name="connsiteX3" fmla="*/ 987074 w 3752365"/>
              <a:gd name="connsiteY3" fmla="*/ 1923445 h 2702043"/>
              <a:gd name="connsiteX4" fmla="*/ 1394480 w 3752365"/>
              <a:gd name="connsiteY4" fmla="*/ 1344024 h 2702043"/>
              <a:gd name="connsiteX5" fmla="*/ 1448800 w 3752365"/>
              <a:gd name="connsiteY5" fmla="*/ 1090527 h 2702043"/>
              <a:gd name="connsiteX6" fmla="*/ 2064436 w 3752365"/>
              <a:gd name="connsiteY6" fmla="*/ 891350 h 2702043"/>
              <a:gd name="connsiteX7" fmla="*/ 2553323 w 3752365"/>
              <a:gd name="connsiteY7" fmla="*/ 384356 h 2702043"/>
              <a:gd name="connsiteX8" fmla="*/ 2968431 w 3752365"/>
              <a:gd name="connsiteY8" fmla="*/ 132871 h 2702043"/>
              <a:gd name="connsiteX9" fmla="*/ 3417552 w 3752365"/>
              <a:gd name="connsiteY9" fmla="*/ 20992 h 2702043"/>
              <a:gd name="connsiteX10" fmla="*/ 3752365 w 3752365"/>
              <a:gd name="connsiteY10" fmla="*/ 253765 h 2702043"/>
              <a:gd name="connsiteX0" fmla="*/ 117941 w 3752365"/>
              <a:gd name="connsiteY0" fmla="*/ 2571847 h 2571847"/>
              <a:gd name="connsiteX1" fmla="*/ 145101 w 3752365"/>
              <a:gd name="connsiteY1" fmla="*/ 2454152 h 2571847"/>
              <a:gd name="connsiteX2" fmla="*/ 45513 w 3752365"/>
              <a:gd name="connsiteY2" fmla="*/ 2300243 h 2571847"/>
              <a:gd name="connsiteX3" fmla="*/ 987074 w 3752365"/>
              <a:gd name="connsiteY3" fmla="*/ 1793249 h 2571847"/>
              <a:gd name="connsiteX4" fmla="*/ 1394480 w 3752365"/>
              <a:gd name="connsiteY4" fmla="*/ 1213828 h 2571847"/>
              <a:gd name="connsiteX5" fmla="*/ 1448800 w 3752365"/>
              <a:gd name="connsiteY5" fmla="*/ 960331 h 2571847"/>
              <a:gd name="connsiteX6" fmla="*/ 2064436 w 3752365"/>
              <a:gd name="connsiteY6" fmla="*/ 761154 h 2571847"/>
              <a:gd name="connsiteX7" fmla="*/ 2553323 w 3752365"/>
              <a:gd name="connsiteY7" fmla="*/ 254160 h 2571847"/>
              <a:gd name="connsiteX8" fmla="*/ 2968431 w 3752365"/>
              <a:gd name="connsiteY8" fmla="*/ 2675 h 2571847"/>
              <a:gd name="connsiteX9" fmla="*/ 3752365 w 3752365"/>
              <a:gd name="connsiteY9" fmla="*/ 123569 h 2571847"/>
              <a:gd name="connsiteX0" fmla="*/ 117941 w 3433278"/>
              <a:gd name="connsiteY0" fmla="*/ 2681986 h 2681986"/>
              <a:gd name="connsiteX1" fmla="*/ 145101 w 3433278"/>
              <a:gd name="connsiteY1" fmla="*/ 2564291 h 2681986"/>
              <a:gd name="connsiteX2" fmla="*/ 45513 w 3433278"/>
              <a:gd name="connsiteY2" fmla="*/ 2410382 h 2681986"/>
              <a:gd name="connsiteX3" fmla="*/ 987074 w 3433278"/>
              <a:gd name="connsiteY3" fmla="*/ 1903388 h 2681986"/>
              <a:gd name="connsiteX4" fmla="*/ 1394480 w 3433278"/>
              <a:gd name="connsiteY4" fmla="*/ 1323967 h 2681986"/>
              <a:gd name="connsiteX5" fmla="*/ 1448800 w 3433278"/>
              <a:gd name="connsiteY5" fmla="*/ 1070470 h 2681986"/>
              <a:gd name="connsiteX6" fmla="*/ 2064436 w 3433278"/>
              <a:gd name="connsiteY6" fmla="*/ 871293 h 2681986"/>
              <a:gd name="connsiteX7" fmla="*/ 2553323 w 3433278"/>
              <a:gd name="connsiteY7" fmla="*/ 364299 h 2681986"/>
              <a:gd name="connsiteX8" fmla="*/ 2968431 w 3433278"/>
              <a:gd name="connsiteY8" fmla="*/ 112814 h 2681986"/>
              <a:gd name="connsiteX9" fmla="*/ 3433278 w 3433278"/>
              <a:gd name="connsiteY9" fmla="*/ 5108 h 268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33278" h="2681986">
                <a:moveTo>
                  <a:pt x="117941" y="2681986"/>
                </a:moveTo>
                <a:cubicBezTo>
                  <a:pt x="137556" y="2645772"/>
                  <a:pt x="157172" y="2609558"/>
                  <a:pt x="145101" y="2564291"/>
                </a:cubicBezTo>
                <a:cubicBezTo>
                  <a:pt x="133030" y="2519024"/>
                  <a:pt x="-94816" y="2520532"/>
                  <a:pt x="45513" y="2410382"/>
                </a:cubicBezTo>
                <a:cubicBezTo>
                  <a:pt x="185842" y="2300232"/>
                  <a:pt x="762246" y="2084457"/>
                  <a:pt x="987074" y="1903388"/>
                </a:cubicBezTo>
                <a:cubicBezTo>
                  <a:pt x="1211902" y="1722319"/>
                  <a:pt x="1317526" y="1462787"/>
                  <a:pt x="1394480" y="1323967"/>
                </a:cubicBezTo>
                <a:cubicBezTo>
                  <a:pt x="1471434" y="1185147"/>
                  <a:pt x="1337141" y="1145916"/>
                  <a:pt x="1448800" y="1070470"/>
                </a:cubicBezTo>
                <a:cubicBezTo>
                  <a:pt x="1560459" y="995024"/>
                  <a:pt x="1880349" y="988988"/>
                  <a:pt x="2064436" y="871293"/>
                </a:cubicBezTo>
                <a:cubicBezTo>
                  <a:pt x="2248523" y="753598"/>
                  <a:pt x="2402657" y="490712"/>
                  <a:pt x="2553323" y="364299"/>
                </a:cubicBezTo>
                <a:cubicBezTo>
                  <a:pt x="2703989" y="237886"/>
                  <a:pt x="2821772" y="172679"/>
                  <a:pt x="2968431" y="112814"/>
                </a:cubicBezTo>
                <a:cubicBezTo>
                  <a:pt x="3115090" y="52949"/>
                  <a:pt x="3269959" y="-20078"/>
                  <a:pt x="3433278" y="5108"/>
                </a:cubicBezTo>
              </a:path>
            </a:pathLst>
          </a:custGeom>
          <a:noFill/>
          <a:ln w="38100">
            <a:solidFill>
              <a:srgbClr val="34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AFAFA64D-E52B-4A65-A309-23785EF979FF}"/>
              </a:ext>
            </a:extLst>
          </p:cNvPr>
          <p:cNvSpPr/>
          <p:nvPr/>
        </p:nvSpPr>
        <p:spPr>
          <a:xfrm>
            <a:off x="5107710" y="2704668"/>
            <a:ext cx="3304958" cy="2689368"/>
          </a:xfrm>
          <a:custGeom>
            <a:avLst/>
            <a:gdLst>
              <a:gd name="connsiteX0" fmla="*/ 2826327 w 2826327"/>
              <a:gd name="connsiteY0" fmla="*/ 0 h 2179781"/>
              <a:gd name="connsiteX1" fmla="*/ 2355273 w 2826327"/>
              <a:gd name="connsiteY1" fmla="*/ 221672 h 2179781"/>
              <a:gd name="connsiteX2" fmla="*/ 1422400 w 2826327"/>
              <a:gd name="connsiteY2" fmla="*/ 424872 h 2179781"/>
              <a:gd name="connsiteX3" fmla="*/ 1348509 w 2826327"/>
              <a:gd name="connsiteY3" fmla="*/ 517236 h 2179781"/>
              <a:gd name="connsiteX4" fmla="*/ 1163782 w 2826327"/>
              <a:gd name="connsiteY4" fmla="*/ 729672 h 2179781"/>
              <a:gd name="connsiteX5" fmla="*/ 997527 w 2826327"/>
              <a:gd name="connsiteY5" fmla="*/ 655781 h 2179781"/>
              <a:gd name="connsiteX6" fmla="*/ 600364 w 2826327"/>
              <a:gd name="connsiteY6" fmla="*/ 1810327 h 2179781"/>
              <a:gd name="connsiteX7" fmla="*/ 0 w 2826327"/>
              <a:gd name="connsiteY7" fmla="*/ 2179781 h 2179781"/>
              <a:gd name="connsiteX0" fmla="*/ 2988252 w 2988252"/>
              <a:gd name="connsiteY0" fmla="*/ 0 h 2294081"/>
              <a:gd name="connsiteX1" fmla="*/ 2355273 w 2988252"/>
              <a:gd name="connsiteY1" fmla="*/ 335972 h 2294081"/>
              <a:gd name="connsiteX2" fmla="*/ 1422400 w 2988252"/>
              <a:gd name="connsiteY2" fmla="*/ 539172 h 2294081"/>
              <a:gd name="connsiteX3" fmla="*/ 1348509 w 2988252"/>
              <a:gd name="connsiteY3" fmla="*/ 631536 h 2294081"/>
              <a:gd name="connsiteX4" fmla="*/ 1163782 w 2988252"/>
              <a:gd name="connsiteY4" fmla="*/ 843972 h 2294081"/>
              <a:gd name="connsiteX5" fmla="*/ 997527 w 2988252"/>
              <a:gd name="connsiteY5" fmla="*/ 770081 h 2294081"/>
              <a:gd name="connsiteX6" fmla="*/ 600364 w 2988252"/>
              <a:gd name="connsiteY6" fmla="*/ 1924627 h 2294081"/>
              <a:gd name="connsiteX7" fmla="*/ 0 w 2988252"/>
              <a:gd name="connsiteY7" fmla="*/ 2294081 h 2294081"/>
              <a:gd name="connsiteX0" fmla="*/ 2988252 w 2988252"/>
              <a:gd name="connsiteY0" fmla="*/ 7278 h 2301359"/>
              <a:gd name="connsiteX1" fmla="*/ 2355273 w 2988252"/>
              <a:gd name="connsiteY1" fmla="*/ 343250 h 2301359"/>
              <a:gd name="connsiteX2" fmla="*/ 1422400 w 2988252"/>
              <a:gd name="connsiteY2" fmla="*/ 546450 h 2301359"/>
              <a:gd name="connsiteX3" fmla="*/ 1348509 w 2988252"/>
              <a:gd name="connsiteY3" fmla="*/ 638814 h 2301359"/>
              <a:gd name="connsiteX4" fmla="*/ 1163782 w 2988252"/>
              <a:gd name="connsiteY4" fmla="*/ 851250 h 2301359"/>
              <a:gd name="connsiteX5" fmla="*/ 997527 w 2988252"/>
              <a:gd name="connsiteY5" fmla="*/ 777359 h 2301359"/>
              <a:gd name="connsiteX6" fmla="*/ 600364 w 2988252"/>
              <a:gd name="connsiteY6" fmla="*/ 1931905 h 2301359"/>
              <a:gd name="connsiteX7" fmla="*/ 0 w 2988252"/>
              <a:gd name="connsiteY7" fmla="*/ 2301359 h 2301359"/>
              <a:gd name="connsiteX0" fmla="*/ 2988252 w 2988252"/>
              <a:gd name="connsiteY0" fmla="*/ 69090 h 2363171"/>
              <a:gd name="connsiteX1" fmla="*/ 2355273 w 2988252"/>
              <a:gd name="connsiteY1" fmla="*/ 405062 h 2363171"/>
              <a:gd name="connsiteX2" fmla="*/ 1422400 w 2988252"/>
              <a:gd name="connsiteY2" fmla="*/ 608262 h 2363171"/>
              <a:gd name="connsiteX3" fmla="*/ 1348509 w 2988252"/>
              <a:gd name="connsiteY3" fmla="*/ 700626 h 2363171"/>
              <a:gd name="connsiteX4" fmla="*/ 1163782 w 2988252"/>
              <a:gd name="connsiteY4" fmla="*/ 913062 h 2363171"/>
              <a:gd name="connsiteX5" fmla="*/ 997527 w 2988252"/>
              <a:gd name="connsiteY5" fmla="*/ 839171 h 2363171"/>
              <a:gd name="connsiteX6" fmla="*/ 600364 w 2988252"/>
              <a:gd name="connsiteY6" fmla="*/ 1993717 h 2363171"/>
              <a:gd name="connsiteX7" fmla="*/ 0 w 2988252"/>
              <a:gd name="connsiteY7" fmla="*/ 2363171 h 2363171"/>
              <a:gd name="connsiteX0" fmla="*/ 3304958 w 3304958"/>
              <a:gd name="connsiteY0" fmla="*/ 46340 h 2735708"/>
              <a:gd name="connsiteX1" fmla="*/ 2355273 w 3304958"/>
              <a:gd name="connsiteY1" fmla="*/ 777599 h 2735708"/>
              <a:gd name="connsiteX2" fmla="*/ 1422400 w 3304958"/>
              <a:gd name="connsiteY2" fmla="*/ 980799 h 2735708"/>
              <a:gd name="connsiteX3" fmla="*/ 1348509 w 3304958"/>
              <a:gd name="connsiteY3" fmla="*/ 1073163 h 2735708"/>
              <a:gd name="connsiteX4" fmla="*/ 1163782 w 3304958"/>
              <a:gd name="connsiteY4" fmla="*/ 1285599 h 2735708"/>
              <a:gd name="connsiteX5" fmla="*/ 997527 w 3304958"/>
              <a:gd name="connsiteY5" fmla="*/ 1211708 h 2735708"/>
              <a:gd name="connsiteX6" fmla="*/ 600364 w 3304958"/>
              <a:gd name="connsiteY6" fmla="*/ 2366254 h 2735708"/>
              <a:gd name="connsiteX7" fmla="*/ 0 w 3304958"/>
              <a:gd name="connsiteY7" fmla="*/ 2735708 h 2735708"/>
              <a:gd name="connsiteX0" fmla="*/ 3304958 w 3304958"/>
              <a:gd name="connsiteY0" fmla="*/ 0 h 2689368"/>
              <a:gd name="connsiteX1" fmla="*/ 2774228 w 3304958"/>
              <a:gd name="connsiteY1" fmla="*/ 300470 h 2689368"/>
              <a:gd name="connsiteX2" fmla="*/ 2355273 w 3304958"/>
              <a:gd name="connsiteY2" fmla="*/ 731259 h 2689368"/>
              <a:gd name="connsiteX3" fmla="*/ 1422400 w 3304958"/>
              <a:gd name="connsiteY3" fmla="*/ 934459 h 2689368"/>
              <a:gd name="connsiteX4" fmla="*/ 1348509 w 3304958"/>
              <a:gd name="connsiteY4" fmla="*/ 1026823 h 2689368"/>
              <a:gd name="connsiteX5" fmla="*/ 1163782 w 3304958"/>
              <a:gd name="connsiteY5" fmla="*/ 1239259 h 2689368"/>
              <a:gd name="connsiteX6" fmla="*/ 997527 w 3304958"/>
              <a:gd name="connsiteY6" fmla="*/ 1165368 h 2689368"/>
              <a:gd name="connsiteX7" fmla="*/ 600364 w 3304958"/>
              <a:gd name="connsiteY7" fmla="*/ 2319914 h 2689368"/>
              <a:gd name="connsiteX8" fmla="*/ 0 w 3304958"/>
              <a:gd name="connsiteY8" fmla="*/ 2689368 h 2689368"/>
              <a:gd name="connsiteX0" fmla="*/ 3304958 w 3304958"/>
              <a:gd name="connsiteY0" fmla="*/ 0 h 2689368"/>
              <a:gd name="connsiteX1" fmla="*/ 2705172 w 3304958"/>
              <a:gd name="connsiteY1" fmla="*/ 390958 h 2689368"/>
              <a:gd name="connsiteX2" fmla="*/ 2355273 w 3304958"/>
              <a:gd name="connsiteY2" fmla="*/ 731259 h 2689368"/>
              <a:gd name="connsiteX3" fmla="*/ 1422400 w 3304958"/>
              <a:gd name="connsiteY3" fmla="*/ 934459 h 2689368"/>
              <a:gd name="connsiteX4" fmla="*/ 1348509 w 3304958"/>
              <a:gd name="connsiteY4" fmla="*/ 1026823 h 2689368"/>
              <a:gd name="connsiteX5" fmla="*/ 1163782 w 3304958"/>
              <a:gd name="connsiteY5" fmla="*/ 1239259 h 2689368"/>
              <a:gd name="connsiteX6" fmla="*/ 997527 w 3304958"/>
              <a:gd name="connsiteY6" fmla="*/ 1165368 h 2689368"/>
              <a:gd name="connsiteX7" fmla="*/ 600364 w 3304958"/>
              <a:gd name="connsiteY7" fmla="*/ 2319914 h 2689368"/>
              <a:gd name="connsiteX8" fmla="*/ 0 w 3304958"/>
              <a:gd name="connsiteY8" fmla="*/ 2689368 h 2689368"/>
              <a:gd name="connsiteX0" fmla="*/ 3304958 w 3304958"/>
              <a:gd name="connsiteY0" fmla="*/ 0 h 2689368"/>
              <a:gd name="connsiteX1" fmla="*/ 2840904 w 3304958"/>
              <a:gd name="connsiteY1" fmla="*/ 507639 h 2689368"/>
              <a:gd name="connsiteX2" fmla="*/ 2355273 w 3304958"/>
              <a:gd name="connsiteY2" fmla="*/ 731259 h 2689368"/>
              <a:gd name="connsiteX3" fmla="*/ 1422400 w 3304958"/>
              <a:gd name="connsiteY3" fmla="*/ 934459 h 2689368"/>
              <a:gd name="connsiteX4" fmla="*/ 1348509 w 3304958"/>
              <a:gd name="connsiteY4" fmla="*/ 1026823 h 2689368"/>
              <a:gd name="connsiteX5" fmla="*/ 1163782 w 3304958"/>
              <a:gd name="connsiteY5" fmla="*/ 1239259 h 2689368"/>
              <a:gd name="connsiteX6" fmla="*/ 997527 w 3304958"/>
              <a:gd name="connsiteY6" fmla="*/ 1165368 h 2689368"/>
              <a:gd name="connsiteX7" fmla="*/ 600364 w 3304958"/>
              <a:gd name="connsiteY7" fmla="*/ 2319914 h 2689368"/>
              <a:gd name="connsiteX8" fmla="*/ 0 w 3304958"/>
              <a:gd name="connsiteY8" fmla="*/ 2689368 h 2689368"/>
              <a:gd name="connsiteX0" fmla="*/ 3304958 w 3304958"/>
              <a:gd name="connsiteY0" fmla="*/ 0 h 2689368"/>
              <a:gd name="connsiteX1" fmla="*/ 2990921 w 3304958"/>
              <a:gd name="connsiteY1" fmla="*/ 360001 h 2689368"/>
              <a:gd name="connsiteX2" fmla="*/ 2840904 w 3304958"/>
              <a:gd name="connsiteY2" fmla="*/ 507639 h 2689368"/>
              <a:gd name="connsiteX3" fmla="*/ 2355273 w 3304958"/>
              <a:gd name="connsiteY3" fmla="*/ 731259 h 2689368"/>
              <a:gd name="connsiteX4" fmla="*/ 1422400 w 3304958"/>
              <a:gd name="connsiteY4" fmla="*/ 934459 h 2689368"/>
              <a:gd name="connsiteX5" fmla="*/ 1348509 w 3304958"/>
              <a:gd name="connsiteY5" fmla="*/ 1026823 h 2689368"/>
              <a:gd name="connsiteX6" fmla="*/ 1163782 w 3304958"/>
              <a:gd name="connsiteY6" fmla="*/ 1239259 h 2689368"/>
              <a:gd name="connsiteX7" fmla="*/ 997527 w 3304958"/>
              <a:gd name="connsiteY7" fmla="*/ 1165368 h 2689368"/>
              <a:gd name="connsiteX8" fmla="*/ 600364 w 3304958"/>
              <a:gd name="connsiteY8" fmla="*/ 2319914 h 2689368"/>
              <a:gd name="connsiteX9" fmla="*/ 0 w 3304958"/>
              <a:gd name="connsiteY9" fmla="*/ 2689368 h 2689368"/>
              <a:gd name="connsiteX0" fmla="*/ 3304958 w 3304958"/>
              <a:gd name="connsiteY0" fmla="*/ 0 h 2689368"/>
              <a:gd name="connsiteX1" fmla="*/ 3002827 w 3304958"/>
              <a:gd name="connsiteY1" fmla="*/ 381432 h 2689368"/>
              <a:gd name="connsiteX2" fmla="*/ 2840904 w 3304958"/>
              <a:gd name="connsiteY2" fmla="*/ 507639 h 2689368"/>
              <a:gd name="connsiteX3" fmla="*/ 2355273 w 3304958"/>
              <a:gd name="connsiteY3" fmla="*/ 731259 h 2689368"/>
              <a:gd name="connsiteX4" fmla="*/ 1422400 w 3304958"/>
              <a:gd name="connsiteY4" fmla="*/ 934459 h 2689368"/>
              <a:gd name="connsiteX5" fmla="*/ 1348509 w 3304958"/>
              <a:gd name="connsiteY5" fmla="*/ 1026823 h 2689368"/>
              <a:gd name="connsiteX6" fmla="*/ 1163782 w 3304958"/>
              <a:gd name="connsiteY6" fmla="*/ 1239259 h 2689368"/>
              <a:gd name="connsiteX7" fmla="*/ 997527 w 3304958"/>
              <a:gd name="connsiteY7" fmla="*/ 1165368 h 2689368"/>
              <a:gd name="connsiteX8" fmla="*/ 600364 w 3304958"/>
              <a:gd name="connsiteY8" fmla="*/ 2319914 h 2689368"/>
              <a:gd name="connsiteX9" fmla="*/ 0 w 3304958"/>
              <a:gd name="connsiteY9" fmla="*/ 2689368 h 2689368"/>
              <a:gd name="connsiteX0" fmla="*/ 3304958 w 3304958"/>
              <a:gd name="connsiteY0" fmla="*/ 0 h 2689368"/>
              <a:gd name="connsiteX1" fmla="*/ 3002827 w 3304958"/>
              <a:gd name="connsiteY1" fmla="*/ 381432 h 2689368"/>
              <a:gd name="connsiteX2" fmla="*/ 2840904 w 3304958"/>
              <a:gd name="connsiteY2" fmla="*/ 507639 h 2689368"/>
              <a:gd name="connsiteX3" fmla="*/ 2355273 w 3304958"/>
              <a:gd name="connsiteY3" fmla="*/ 731259 h 2689368"/>
              <a:gd name="connsiteX4" fmla="*/ 1422400 w 3304958"/>
              <a:gd name="connsiteY4" fmla="*/ 934459 h 2689368"/>
              <a:gd name="connsiteX5" fmla="*/ 1348509 w 3304958"/>
              <a:gd name="connsiteY5" fmla="*/ 1026823 h 2689368"/>
              <a:gd name="connsiteX6" fmla="*/ 1163782 w 3304958"/>
              <a:gd name="connsiteY6" fmla="*/ 1239259 h 2689368"/>
              <a:gd name="connsiteX7" fmla="*/ 997527 w 3304958"/>
              <a:gd name="connsiteY7" fmla="*/ 1165368 h 2689368"/>
              <a:gd name="connsiteX8" fmla="*/ 600364 w 3304958"/>
              <a:gd name="connsiteY8" fmla="*/ 2319914 h 2689368"/>
              <a:gd name="connsiteX9" fmla="*/ 0 w 3304958"/>
              <a:gd name="connsiteY9" fmla="*/ 2689368 h 2689368"/>
              <a:gd name="connsiteX0" fmla="*/ 3304958 w 3304958"/>
              <a:gd name="connsiteY0" fmla="*/ 0 h 2689368"/>
              <a:gd name="connsiteX1" fmla="*/ 3002827 w 3304958"/>
              <a:gd name="connsiteY1" fmla="*/ 381432 h 2689368"/>
              <a:gd name="connsiteX2" fmla="*/ 2840904 w 3304958"/>
              <a:gd name="connsiteY2" fmla="*/ 507639 h 2689368"/>
              <a:gd name="connsiteX3" fmla="*/ 2355273 w 3304958"/>
              <a:gd name="connsiteY3" fmla="*/ 731259 h 2689368"/>
              <a:gd name="connsiteX4" fmla="*/ 1422400 w 3304958"/>
              <a:gd name="connsiteY4" fmla="*/ 934459 h 2689368"/>
              <a:gd name="connsiteX5" fmla="*/ 1348509 w 3304958"/>
              <a:gd name="connsiteY5" fmla="*/ 1026823 h 2689368"/>
              <a:gd name="connsiteX6" fmla="*/ 1163782 w 3304958"/>
              <a:gd name="connsiteY6" fmla="*/ 1239259 h 2689368"/>
              <a:gd name="connsiteX7" fmla="*/ 997527 w 3304958"/>
              <a:gd name="connsiteY7" fmla="*/ 1165368 h 2689368"/>
              <a:gd name="connsiteX8" fmla="*/ 600364 w 3304958"/>
              <a:gd name="connsiteY8" fmla="*/ 2319914 h 2689368"/>
              <a:gd name="connsiteX9" fmla="*/ 0 w 3304958"/>
              <a:gd name="connsiteY9" fmla="*/ 2689368 h 268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04958" h="2689368">
                <a:moveTo>
                  <a:pt x="3304958" y="0"/>
                </a:moveTo>
                <a:cubicBezTo>
                  <a:pt x="3252619" y="60000"/>
                  <a:pt x="3080169" y="296826"/>
                  <a:pt x="3002827" y="381432"/>
                </a:cubicBezTo>
                <a:cubicBezTo>
                  <a:pt x="2923104" y="420794"/>
                  <a:pt x="2946845" y="445763"/>
                  <a:pt x="2840904" y="507639"/>
                </a:cubicBezTo>
                <a:cubicBezTo>
                  <a:pt x="2734963" y="569515"/>
                  <a:pt x="2591690" y="660122"/>
                  <a:pt x="2355273" y="731259"/>
                </a:cubicBezTo>
                <a:cubicBezTo>
                  <a:pt x="2118856" y="802396"/>
                  <a:pt x="1590194" y="885198"/>
                  <a:pt x="1422400" y="934459"/>
                </a:cubicBezTo>
                <a:cubicBezTo>
                  <a:pt x="1254606" y="983720"/>
                  <a:pt x="1391612" y="976023"/>
                  <a:pt x="1348509" y="1026823"/>
                </a:cubicBezTo>
                <a:cubicBezTo>
                  <a:pt x="1305406" y="1077623"/>
                  <a:pt x="1222279" y="1216168"/>
                  <a:pt x="1163782" y="1239259"/>
                </a:cubicBezTo>
                <a:cubicBezTo>
                  <a:pt x="1105285" y="1262350"/>
                  <a:pt x="1091430" y="985259"/>
                  <a:pt x="997527" y="1165368"/>
                </a:cubicBezTo>
                <a:cubicBezTo>
                  <a:pt x="903624" y="1345477"/>
                  <a:pt x="766618" y="2065914"/>
                  <a:pt x="600364" y="2319914"/>
                </a:cubicBezTo>
                <a:cubicBezTo>
                  <a:pt x="434110" y="2573914"/>
                  <a:pt x="217055" y="2631641"/>
                  <a:pt x="0" y="2689368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A98B9867-D51A-4616-A735-A88AD89528AC}"/>
              </a:ext>
            </a:extLst>
          </p:cNvPr>
          <p:cNvGrpSpPr/>
          <p:nvPr/>
        </p:nvGrpSpPr>
        <p:grpSpPr>
          <a:xfrm>
            <a:off x="5217397" y="4508732"/>
            <a:ext cx="197643" cy="261610"/>
            <a:chOff x="1477817" y="2799261"/>
            <a:chExt cx="197643" cy="261610"/>
          </a:xfrm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B12FE6CC-853D-4734-822A-604AA7276E3B}"/>
                </a:ext>
              </a:extLst>
            </p:cNvPr>
            <p:cNvSpPr/>
            <p:nvPr/>
          </p:nvSpPr>
          <p:spPr>
            <a:xfrm>
              <a:off x="1477817" y="2829730"/>
              <a:ext cx="197643" cy="202090"/>
            </a:xfrm>
            <a:prstGeom prst="ellipse">
              <a:avLst/>
            </a:prstGeom>
            <a:solidFill>
              <a:srgbClr val="3494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34AA5E4A-C867-4CDD-AB1E-4889BB67EE07}"/>
                </a:ext>
              </a:extLst>
            </p:cNvPr>
            <p:cNvSpPr txBox="1"/>
            <p:nvPr/>
          </p:nvSpPr>
          <p:spPr>
            <a:xfrm>
              <a:off x="1553778" y="2799261"/>
              <a:ext cx="457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bg1"/>
                  </a:solidFill>
                  <a:latin typeface="Arial" pitchFamily="34" charset="0"/>
                  <a:ea typeface="HY견고딕" pitchFamily="18" charset="-127"/>
                  <a:cs typeface="Arial" pitchFamily="34" charset="0"/>
                </a:rPr>
                <a:t>1</a:t>
              </a: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D79FE1EB-A5AC-45E8-B455-CBBE48CD3E2C}"/>
              </a:ext>
            </a:extLst>
          </p:cNvPr>
          <p:cNvGrpSpPr/>
          <p:nvPr/>
        </p:nvGrpSpPr>
        <p:grpSpPr>
          <a:xfrm>
            <a:off x="7754654" y="3384661"/>
            <a:ext cx="197643" cy="261610"/>
            <a:chOff x="1477817" y="2788120"/>
            <a:chExt cx="197643" cy="261610"/>
          </a:xfrm>
        </p:grpSpPr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64F4EE35-F611-4AA7-9CDB-EB997F90CA10}"/>
                </a:ext>
              </a:extLst>
            </p:cNvPr>
            <p:cNvSpPr/>
            <p:nvPr/>
          </p:nvSpPr>
          <p:spPr>
            <a:xfrm>
              <a:off x="1477817" y="2829730"/>
              <a:ext cx="197643" cy="20209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1D3982A4-4AD9-4368-AD11-B1A883352029}"/>
                </a:ext>
              </a:extLst>
            </p:cNvPr>
            <p:cNvSpPr txBox="1"/>
            <p:nvPr/>
          </p:nvSpPr>
          <p:spPr>
            <a:xfrm>
              <a:off x="1553777" y="2788120"/>
              <a:ext cx="457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bg1"/>
                  </a:solidFill>
                  <a:latin typeface="Arial" pitchFamily="34" charset="0"/>
                  <a:ea typeface="HY견고딕" pitchFamily="18" charset="-127"/>
                  <a:cs typeface="Arial" pitchFamily="34" charset="0"/>
                </a:rPr>
                <a:t>2</a:t>
              </a:r>
              <a:endParaRPr lang="ko-KR" altLang="en-US" sz="1100" b="1" dirty="0">
                <a:solidFill>
                  <a:schemeClr val="bg1"/>
                </a:solidFill>
                <a:latin typeface="Arial" pitchFamily="34" charset="0"/>
                <a:ea typeface="HY견고딕" pitchFamily="18" charset="-127"/>
                <a:cs typeface="Arial" pitchFamily="34" charset="0"/>
              </a:endParaRPr>
            </a:p>
          </p:txBody>
        </p:sp>
      </p:grpSp>
      <p:sp>
        <p:nvSpPr>
          <p:cNvPr id="127" name="이등변 삼각형 126">
            <a:extLst>
              <a:ext uri="{FF2B5EF4-FFF2-40B4-BE49-F238E27FC236}">
                <a16:creationId xmlns:a16="http://schemas.microsoft.com/office/drawing/2014/main" id="{AF179A28-769F-4608-AC52-DB5084AF166D}"/>
              </a:ext>
            </a:extLst>
          </p:cNvPr>
          <p:cNvSpPr/>
          <p:nvPr/>
        </p:nvSpPr>
        <p:spPr>
          <a:xfrm rot="11456027">
            <a:off x="5397790" y="4814091"/>
            <a:ext cx="162000" cy="127683"/>
          </a:xfrm>
          <a:prstGeom prst="triangle">
            <a:avLst/>
          </a:prstGeom>
          <a:solidFill>
            <a:srgbClr val="3494BA"/>
          </a:solidFill>
          <a:ln>
            <a:solidFill>
              <a:srgbClr val="34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이등변 삼각형 127">
            <a:extLst>
              <a:ext uri="{FF2B5EF4-FFF2-40B4-BE49-F238E27FC236}">
                <a16:creationId xmlns:a16="http://schemas.microsoft.com/office/drawing/2014/main" id="{3F5CAA8C-7F5F-4767-BF8E-297AD9473A4A}"/>
              </a:ext>
            </a:extLst>
          </p:cNvPr>
          <p:cNvSpPr/>
          <p:nvPr/>
        </p:nvSpPr>
        <p:spPr>
          <a:xfrm rot="2480031">
            <a:off x="7364786" y="3079950"/>
            <a:ext cx="162000" cy="129600"/>
          </a:xfrm>
          <a:prstGeom prst="triangle">
            <a:avLst/>
          </a:prstGeom>
          <a:solidFill>
            <a:srgbClr val="3494BA"/>
          </a:solidFill>
          <a:ln>
            <a:solidFill>
              <a:srgbClr val="34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组合 80">
            <a:extLst>
              <a:ext uri="{FF2B5EF4-FFF2-40B4-BE49-F238E27FC236}">
                <a16:creationId xmlns:a16="http://schemas.microsoft.com/office/drawing/2014/main" id="{498B3B6D-C4A2-4466-8870-44809B0492E7}"/>
              </a:ext>
            </a:extLst>
          </p:cNvPr>
          <p:cNvGrpSpPr/>
          <p:nvPr/>
        </p:nvGrpSpPr>
        <p:grpSpPr>
          <a:xfrm>
            <a:off x="5897104" y="3466433"/>
            <a:ext cx="683249" cy="317818"/>
            <a:chOff x="7169327" y="3885662"/>
            <a:chExt cx="683249" cy="317818"/>
          </a:xfrm>
        </p:grpSpPr>
        <p:sp>
          <p:nvSpPr>
            <p:cNvPr id="130" name="Rectangle 2">
              <a:extLst>
                <a:ext uri="{FF2B5EF4-FFF2-40B4-BE49-F238E27FC236}">
                  <a16:creationId xmlns:a16="http://schemas.microsoft.com/office/drawing/2014/main" id="{EE69C329-EF05-43AF-9DD2-9BD9855C2313}"/>
                </a:ext>
              </a:extLst>
            </p:cNvPr>
            <p:cNvSpPr/>
            <p:nvPr/>
          </p:nvSpPr>
          <p:spPr>
            <a:xfrm>
              <a:off x="7169327" y="3885662"/>
              <a:ext cx="683249" cy="1838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sz="1400" b="1" dirty="0">
                  <a:solidFill>
                    <a:srgbClr val="00B050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Busan</a:t>
              </a:r>
            </a:p>
          </p:txBody>
        </p:sp>
        <p:sp>
          <p:nvSpPr>
            <p:cNvPr id="131" name="Oval 213">
              <a:extLst>
                <a:ext uri="{FF2B5EF4-FFF2-40B4-BE49-F238E27FC236}">
                  <a16:creationId xmlns:a16="http://schemas.microsoft.com/office/drawing/2014/main" id="{1F61A347-D619-46DA-8612-0F27E37E7572}"/>
                </a:ext>
              </a:extLst>
            </p:cNvPr>
            <p:cNvSpPr/>
            <p:nvPr/>
          </p:nvSpPr>
          <p:spPr>
            <a:xfrm flipH="1" flipV="1">
              <a:off x="7660045" y="4128176"/>
              <a:ext cx="87854" cy="7530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32" name="组合 94">
            <a:extLst>
              <a:ext uri="{FF2B5EF4-FFF2-40B4-BE49-F238E27FC236}">
                <a16:creationId xmlns:a16="http://schemas.microsoft.com/office/drawing/2014/main" id="{F636DEF5-FCD7-4B0A-8EAD-A5E034756686}"/>
              </a:ext>
            </a:extLst>
          </p:cNvPr>
          <p:cNvGrpSpPr/>
          <p:nvPr/>
        </p:nvGrpSpPr>
        <p:grpSpPr>
          <a:xfrm>
            <a:off x="6393793" y="3314948"/>
            <a:ext cx="529887" cy="372742"/>
            <a:chOff x="7591529" y="3830738"/>
            <a:chExt cx="529887" cy="372742"/>
          </a:xfrm>
        </p:grpSpPr>
        <p:sp>
          <p:nvSpPr>
            <p:cNvPr id="134" name="Rectangle 2">
              <a:extLst>
                <a:ext uri="{FF2B5EF4-FFF2-40B4-BE49-F238E27FC236}">
                  <a16:creationId xmlns:a16="http://schemas.microsoft.com/office/drawing/2014/main" id="{2D7135A9-F46B-48C5-958A-A9C1476618BE}"/>
                </a:ext>
              </a:extLst>
            </p:cNvPr>
            <p:cNvSpPr/>
            <p:nvPr/>
          </p:nvSpPr>
          <p:spPr>
            <a:xfrm>
              <a:off x="7591529" y="3830738"/>
              <a:ext cx="529887" cy="1659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sz="1400" b="1" dirty="0">
                  <a:solidFill>
                    <a:schemeClr val="tx1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Ulsan</a:t>
              </a:r>
            </a:p>
          </p:txBody>
        </p:sp>
        <p:sp>
          <p:nvSpPr>
            <p:cNvPr id="135" name="Oval 213">
              <a:extLst>
                <a:ext uri="{FF2B5EF4-FFF2-40B4-BE49-F238E27FC236}">
                  <a16:creationId xmlns:a16="http://schemas.microsoft.com/office/drawing/2014/main" id="{9AA5F2DC-B6DA-4046-9312-2165F3F5E061}"/>
                </a:ext>
              </a:extLst>
            </p:cNvPr>
            <p:cNvSpPr/>
            <p:nvPr/>
          </p:nvSpPr>
          <p:spPr>
            <a:xfrm flipH="1" flipV="1">
              <a:off x="7660045" y="4128176"/>
              <a:ext cx="87854" cy="75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36" name="Group 1588">
            <a:extLst>
              <a:ext uri="{FF2B5EF4-FFF2-40B4-BE49-F238E27FC236}">
                <a16:creationId xmlns:a16="http://schemas.microsoft.com/office/drawing/2014/main" id="{1FE33F3E-2CF4-46DC-A4F1-E40A43E78568}"/>
              </a:ext>
            </a:extLst>
          </p:cNvPr>
          <p:cNvGrpSpPr/>
          <p:nvPr/>
        </p:nvGrpSpPr>
        <p:grpSpPr>
          <a:xfrm>
            <a:off x="4965899" y="3645467"/>
            <a:ext cx="1191290" cy="265082"/>
            <a:chOff x="9900819" y="3931411"/>
            <a:chExt cx="341708" cy="76036"/>
          </a:xfrm>
        </p:grpSpPr>
        <p:sp>
          <p:nvSpPr>
            <p:cNvPr id="137" name="Oval 1589">
              <a:extLst>
                <a:ext uri="{FF2B5EF4-FFF2-40B4-BE49-F238E27FC236}">
                  <a16:creationId xmlns:a16="http://schemas.microsoft.com/office/drawing/2014/main" id="{5DFC360B-259C-4AFC-8A3B-3B987094942D}"/>
                </a:ext>
              </a:extLst>
            </p:cNvPr>
            <p:cNvSpPr/>
            <p:nvPr/>
          </p:nvSpPr>
          <p:spPr>
            <a:xfrm flipH="1" flipV="1">
              <a:off x="10217327" y="3982355"/>
              <a:ext cx="25200" cy="2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8" name="Rectangle 1590">
              <a:extLst>
                <a:ext uri="{FF2B5EF4-FFF2-40B4-BE49-F238E27FC236}">
                  <a16:creationId xmlns:a16="http://schemas.microsoft.com/office/drawing/2014/main" id="{C4A2F6F0-5832-4A9B-AFF3-DC2261FEECF1}"/>
                </a:ext>
              </a:extLst>
            </p:cNvPr>
            <p:cNvSpPr/>
            <p:nvPr/>
          </p:nvSpPr>
          <p:spPr>
            <a:xfrm>
              <a:off x="9900819" y="3931411"/>
              <a:ext cx="306845" cy="760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sz="1400" b="1" dirty="0" err="1">
                  <a:solidFill>
                    <a:schemeClr val="tx1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Kwangyang</a:t>
              </a:r>
              <a:endParaRPr lang="en-US" sz="1400" b="1" dirty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endParaRPr>
            </a:p>
          </p:txBody>
        </p:sp>
      </p:grpSp>
      <p:sp>
        <p:nvSpPr>
          <p:cNvPr id="155" name="이등변 삼각형 154">
            <a:extLst>
              <a:ext uri="{FF2B5EF4-FFF2-40B4-BE49-F238E27FC236}">
                <a16:creationId xmlns:a16="http://schemas.microsoft.com/office/drawing/2014/main" id="{E08371F1-E347-4E2C-97CA-AE078B23F1B7}"/>
              </a:ext>
            </a:extLst>
          </p:cNvPr>
          <p:cNvSpPr/>
          <p:nvPr/>
        </p:nvSpPr>
        <p:spPr>
          <a:xfrm rot="14760869">
            <a:off x="7578788" y="3297400"/>
            <a:ext cx="162000" cy="1296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이등변 삼각형 155">
            <a:extLst>
              <a:ext uri="{FF2B5EF4-FFF2-40B4-BE49-F238E27FC236}">
                <a16:creationId xmlns:a16="http://schemas.microsoft.com/office/drawing/2014/main" id="{E6D313B9-40F7-4265-82EE-FE05C4C29230}"/>
              </a:ext>
            </a:extLst>
          </p:cNvPr>
          <p:cNvSpPr/>
          <p:nvPr/>
        </p:nvSpPr>
        <p:spPr>
          <a:xfrm rot="14227373">
            <a:off x="5497339" y="5128911"/>
            <a:ext cx="162000" cy="1296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1" name="组合 49">
            <a:extLst>
              <a:ext uri="{FF2B5EF4-FFF2-40B4-BE49-F238E27FC236}">
                <a16:creationId xmlns:a16="http://schemas.microsoft.com/office/drawing/2014/main" id="{B2DAD80D-86F5-4787-B005-76D411034775}"/>
              </a:ext>
            </a:extLst>
          </p:cNvPr>
          <p:cNvGrpSpPr/>
          <p:nvPr/>
        </p:nvGrpSpPr>
        <p:grpSpPr>
          <a:xfrm>
            <a:off x="4146820" y="5267930"/>
            <a:ext cx="998329" cy="227695"/>
            <a:chOff x="5409222" y="3884125"/>
            <a:chExt cx="998329" cy="227695"/>
          </a:xfrm>
        </p:grpSpPr>
        <p:sp>
          <p:nvSpPr>
            <p:cNvPr id="172" name="Rectangle 835">
              <a:extLst>
                <a:ext uri="{FF2B5EF4-FFF2-40B4-BE49-F238E27FC236}">
                  <a16:creationId xmlns:a16="http://schemas.microsoft.com/office/drawing/2014/main" id="{BB52A12A-8A4D-44CD-B6E8-362E2611E4A5}"/>
                </a:ext>
              </a:extLst>
            </p:cNvPr>
            <p:cNvSpPr/>
            <p:nvPr/>
          </p:nvSpPr>
          <p:spPr>
            <a:xfrm>
              <a:off x="5409222" y="3884125"/>
              <a:ext cx="806643" cy="2276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r"/>
              <a:r>
                <a:rPr lang="en-US" sz="1400" b="1" dirty="0">
                  <a:solidFill>
                    <a:srgbClr val="BC9000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Ningbo</a:t>
              </a:r>
            </a:p>
          </p:txBody>
        </p:sp>
        <p:sp>
          <p:nvSpPr>
            <p:cNvPr id="173" name="Oval 834">
              <a:extLst>
                <a:ext uri="{FF2B5EF4-FFF2-40B4-BE49-F238E27FC236}">
                  <a16:creationId xmlns:a16="http://schemas.microsoft.com/office/drawing/2014/main" id="{A26E00DB-4727-455A-928E-0B6D73FFD828}"/>
                </a:ext>
              </a:extLst>
            </p:cNvPr>
            <p:cNvSpPr/>
            <p:nvPr/>
          </p:nvSpPr>
          <p:spPr>
            <a:xfrm flipH="1" flipV="1">
              <a:off x="6319697" y="3977359"/>
              <a:ext cx="87854" cy="75304"/>
            </a:xfrm>
            <a:prstGeom prst="ellipse">
              <a:avLst/>
            </a:prstGeom>
            <a:solidFill>
              <a:srgbClr val="BC9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74" name="组合 56">
            <a:extLst>
              <a:ext uri="{FF2B5EF4-FFF2-40B4-BE49-F238E27FC236}">
                <a16:creationId xmlns:a16="http://schemas.microsoft.com/office/drawing/2014/main" id="{56B9AE83-0370-465D-AFD2-4A1A00BBC44C}"/>
              </a:ext>
            </a:extLst>
          </p:cNvPr>
          <p:cNvGrpSpPr/>
          <p:nvPr/>
        </p:nvGrpSpPr>
        <p:grpSpPr>
          <a:xfrm>
            <a:off x="4057989" y="4911042"/>
            <a:ext cx="979732" cy="230520"/>
            <a:chOff x="5385432" y="3624135"/>
            <a:chExt cx="979732" cy="230520"/>
          </a:xfrm>
        </p:grpSpPr>
        <p:sp>
          <p:nvSpPr>
            <p:cNvPr id="175" name="Oval 843">
              <a:extLst>
                <a:ext uri="{FF2B5EF4-FFF2-40B4-BE49-F238E27FC236}">
                  <a16:creationId xmlns:a16="http://schemas.microsoft.com/office/drawing/2014/main" id="{44409322-62CD-454F-B90A-60F38DA0E2D0}"/>
                </a:ext>
              </a:extLst>
            </p:cNvPr>
            <p:cNvSpPr/>
            <p:nvPr/>
          </p:nvSpPr>
          <p:spPr>
            <a:xfrm flipH="1" flipV="1">
              <a:off x="6277310" y="3779351"/>
              <a:ext cx="87854" cy="75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6" name="Rectangle 844">
              <a:extLst>
                <a:ext uri="{FF2B5EF4-FFF2-40B4-BE49-F238E27FC236}">
                  <a16:creationId xmlns:a16="http://schemas.microsoft.com/office/drawing/2014/main" id="{DBFCDCCB-9F0C-4AB3-B802-C9F3361198E9}"/>
                </a:ext>
              </a:extLst>
            </p:cNvPr>
            <p:cNvSpPr/>
            <p:nvPr/>
          </p:nvSpPr>
          <p:spPr>
            <a:xfrm>
              <a:off x="5385432" y="3624135"/>
              <a:ext cx="893944" cy="14223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r"/>
              <a:r>
                <a:rPr lang="en-US" sz="1400" b="1" dirty="0">
                  <a:solidFill>
                    <a:schemeClr val="tx1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Shanghai</a:t>
              </a:r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336176" y="147918"/>
            <a:ext cx="11393548" cy="900000"/>
            <a:chOff x="336176" y="147918"/>
            <a:chExt cx="11393548" cy="900000"/>
          </a:xfrm>
        </p:grpSpPr>
        <p:sp>
          <p:nvSpPr>
            <p:cNvPr id="142" name="Rectangle 141"/>
            <p:cNvSpPr/>
            <p:nvPr/>
          </p:nvSpPr>
          <p:spPr>
            <a:xfrm>
              <a:off x="336176" y="147918"/>
              <a:ext cx="2700000" cy="900000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r>
                <a:rPr lang="en-US" sz="2800" b="1" dirty="0">
                  <a:solidFill>
                    <a:prstClr val="white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{</a:t>
              </a:r>
              <a:r>
                <a:rPr lang="en-US" sz="2800" b="1" dirty="0" err="1">
                  <a:solidFill>
                    <a:prstClr val="white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box_region</a:t>
              </a:r>
              <a:r>
                <a:rPr lang="en-US" sz="2800" b="1" dirty="0">
                  <a:solidFill>
                    <a:prstClr val="white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}</a:t>
              </a: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3089724" y="147918"/>
              <a:ext cx="8640000" cy="879167"/>
            </a:xfrm>
            <a:prstGeom prst="rect">
              <a:avLst/>
            </a:prstGeom>
            <a:solidFill>
              <a:srgbClr val="E6EE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{</a:t>
              </a:r>
              <a:r>
                <a:rPr lang="en-US" altLang="ko-KR" sz="2000" b="1" dirty="0" err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box_service_name</a:t>
              </a:r>
              <a:r>
                <a:rPr lang="en-US" altLang="ko-KR" sz="20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}</a:t>
              </a:r>
            </a:p>
          </p:txBody>
        </p:sp>
      </p:grpSp>
      <p:graphicFrame>
        <p:nvGraphicFramePr>
          <p:cNvPr id="133" name="Table 205">
            <a:extLst>
              <a:ext uri="{FF2B5EF4-FFF2-40B4-BE49-F238E27FC236}">
                <a16:creationId xmlns:a16="http://schemas.microsoft.com/office/drawing/2014/main" id="{0F376338-FAAD-45BB-AFE3-8066808AB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64035"/>
              </p:ext>
            </p:extLst>
          </p:nvPr>
        </p:nvGraphicFramePr>
        <p:xfrm>
          <a:off x="1753634" y="5580000"/>
          <a:ext cx="8684732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9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6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16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Carriers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Dur</a:t>
                      </a: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Freq.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Ships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Rotation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31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{</a:t>
                      </a:r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tbl_carriers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}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{</a:t>
                      </a:r>
                      <a:r>
                        <a:rPr lang="en-US" altLang="ko-KR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tbl_duration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}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{</a:t>
                      </a:r>
                      <a:r>
                        <a:rPr lang="en-US" altLang="ko-KR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tbl_frequency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}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{tbl_ships}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{tbl_rotation}</a:t>
                      </a:r>
                      <a:endParaRPr lang="en-US" altLang="ko-KR" sz="1200" b="1" i="0" u="none" strike="noStrike" dirty="0">
                        <a:solidFill>
                          <a:srgbClr val="BC8F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5A00F203-FE93-4964-8F1C-35B1F861F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536023"/>
              </p:ext>
            </p:extLst>
          </p:nvPr>
        </p:nvGraphicFramePr>
        <p:xfrm>
          <a:off x="9425724" y="1124489"/>
          <a:ext cx="2304000" cy="11066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439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{tbl_terminal_1}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332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Weekly throughput</a:t>
                      </a:r>
                      <a:endParaRPr lang="ko-KR" alt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{tbl_wtp_1}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Schedule</a:t>
                      </a:r>
                      <a:endParaRPr lang="ko-KR" alt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{tbl_sch_1}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80" name="Group 1607">
            <a:extLst>
              <a:ext uri="{FF2B5EF4-FFF2-40B4-BE49-F238E27FC236}">
                <a16:creationId xmlns:a16="http://schemas.microsoft.com/office/drawing/2014/main" id="{23DF0A24-E159-45FA-B334-78A9691B6B52}"/>
              </a:ext>
            </a:extLst>
          </p:cNvPr>
          <p:cNvGrpSpPr/>
          <p:nvPr/>
        </p:nvGrpSpPr>
        <p:grpSpPr>
          <a:xfrm>
            <a:off x="7568535" y="2497061"/>
            <a:ext cx="880052" cy="238778"/>
            <a:chOff x="9894597" y="3872089"/>
            <a:chExt cx="252433" cy="68491"/>
          </a:xfrm>
        </p:grpSpPr>
        <p:sp>
          <p:nvSpPr>
            <p:cNvPr id="181" name="Oval 1608">
              <a:extLst>
                <a:ext uri="{FF2B5EF4-FFF2-40B4-BE49-F238E27FC236}">
                  <a16:creationId xmlns:a16="http://schemas.microsoft.com/office/drawing/2014/main" id="{0BC4D6F8-AD35-46E3-B306-6606D17D0805}"/>
                </a:ext>
              </a:extLst>
            </p:cNvPr>
            <p:cNvSpPr/>
            <p:nvPr/>
          </p:nvSpPr>
          <p:spPr>
            <a:xfrm flipH="1" flipV="1">
              <a:off x="10121830" y="3918980"/>
              <a:ext cx="25200" cy="2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2" name="Rectangle 1609">
              <a:extLst>
                <a:ext uri="{FF2B5EF4-FFF2-40B4-BE49-F238E27FC236}">
                  <a16:creationId xmlns:a16="http://schemas.microsoft.com/office/drawing/2014/main" id="{3B6FA45C-023E-4CC6-B4BE-F2D35F61FF01}"/>
                </a:ext>
              </a:extLst>
            </p:cNvPr>
            <p:cNvSpPr/>
            <p:nvPr/>
          </p:nvSpPr>
          <p:spPr>
            <a:xfrm>
              <a:off x="9894597" y="3872089"/>
              <a:ext cx="212836" cy="468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r"/>
              <a:r>
                <a:rPr lang="en-US" sz="1400" b="1" dirty="0">
                  <a:solidFill>
                    <a:schemeClr val="tx1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Niigata</a:t>
              </a:r>
            </a:p>
          </p:txBody>
        </p:sp>
      </p:grpSp>
      <p:grpSp>
        <p:nvGrpSpPr>
          <p:cNvPr id="183" name="Group 1570">
            <a:extLst>
              <a:ext uri="{FF2B5EF4-FFF2-40B4-BE49-F238E27FC236}">
                <a16:creationId xmlns:a16="http://schemas.microsoft.com/office/drawing/2014/main" id="{C444C0EB-75A5-4B60-AB80-9B6928586FB3}"/>
              </a:ext>
            </a:extLst>
          </p:cNvPr>
          <p:cNvGrpSpPr/>
          <p:nvPr/>
        </p:nvGrpSpPr>
        <p:grpSpPr>
          <a:xfrm>
            <a:off x="7905825" y="3171910"/>
            <a:ext cx="1037915" cy="190335"/>
            <a:chOff x="10121828" y="3918971"/>
            <a:chExt cx="297714" cy="54595"/>
          </a:xfrm>
        </p:grpSpPr>
        <p:sp>
          <p:nvSpPr>
            <p:cNvPr id="184" name="Oval 1571">
              <a:extLst>
                <a:ext uri="{FF2B5EF4-FFF2-40B4-BE49-F238E27FC236}">
                  <a16:creationId xmlns:a16="http://schemas.microsoft.com/office/drawing/2014/main" id="{E2F2414D-3E70-4A81-8D8C-F90FB06FAD07}"/>
                </a:ext>
              </a:extLst>
            </p:cNvPr>
            <p:cNvSpPr/>
            <p:nvPr/>
          </p:nvSpPr>
          <p:spPr>
            <a:xfrm flipH="1" flipV="1">
              <a:off x="10121828" y="3918971"/>
              <a:ext cx="25200" cy="2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5" name="Rectangle 1572">
              <a:extLst>
                <a:ext uri="{FF2B5EF4-FFF2-40B4-BE49-F238E27FC236}">
                  <a16:creationId xmlns:a16="http://schemas.microsoft.com/office/drawing/2014/main" id="{07772B45-081D-4B63-85E2-74EF6416186D}"/>
                </a:ext>
              </a:extLst>
            </p:cNvPr>
            <p:cNvSpPr/>
            <p:nvPr/>
          </p:nvSpPr>
          <p:spPr>
            <a:xfrm>
              <a:off x="10166229" y="3928472"/>
              <a:ext cx="253313" cy="450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sz="1400" b="1" dirty="0">
                  <a:solidFill>
                    <a:schemeClr val="tx1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Kanazawa</a:t>
              </a:r>
            </a:p>
          </p:txBody>
        </p:sp>
      </p:grpSp>
      <p:grpSp>
        <p:nvGrpSpPr>
          <p:cNvPr id="186" name="Group 1607">
            <a:extLst>
              <a:ext uri="{FF2B5EF4-FFF2-40B4-BE49-F238E27FC236}">
                <a16:creationId xmlns:a16="http://schemas.microsoft.com/office/drawing/2014/main" id="{A4B62D3D-6DE2-4592-B324-27D1C06299AA}"/>
              </a:ext>
            </a:extLst>
          </p:cNvPr>
          <p:cNvGrpSpPr/>
          <p:nvPr/>
        </p:nvGrpSpPr>
        <p:grpSpPr>
          <a:xfrm>
            <a:off x="8065324" y="2961527"/>
            <a:ext cx="829860" cy="164200"/>
            <a:chOff x="10121830" y="3893481"/>
            <a:chExt cx="238036" cy="47099"/>
          </a:xfrm>
        </p:grpSpPr>
        <p:sp>
          <p:nvSpPr>
            <p:cNvPr id="187" name="Oval 1608">
              <a:extLst>
                <a:ext uri="{FF2B5EF4-FFF2-40B4-BE49-F238E27FC236}">
                  <a16:creationId xmlns:a16="http://schemas.microsoft.com/office/drawing/2014/main" id="{DCA38C70-7840-4013-8AAF-B0B7C8D372AB}"/>
                </a:ext>
              </a:extLst>
            </p:cNvPr>
            <p:cNvSpPr/>
            <p:nvPr/>
          </p:nvSpPr>
          <p:spPr>
            <a:xfrm flipH="1" flipV="1">
              <a:off x="10121830" y="3918980"/>
              <a:ext cx="25200" cy="2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8" name="Rectangle 1609">
              <a:extLst>
                <a:ext uri="{FF2B5EF4-FFF2-40B4-BE49-F238E27FC236}">
                  <a16:creationId xmlns:a16="http://schemas.microsoft.com/office/drawing/2014/main" id="{F9EAAA7A-2AE2-4470-B5D2-7FAE8FD36C1A}"/>
                </a:ext>
              </a:extLst>
            </p:cNvPr>
            <p:cNvSpPr/>
            <p:nvPr/>
          </p:nvSpPr>
          <p:spPr>
            <a:xfrm>
              <a:off x="10147030" y="3893481"/>
              <a:ext cx="212836" cy="468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r"/>
              <a:r>
                <a:rPr lang="en-US" sz="1400" b="1" dirty="0">
                  <a:solidFill>
                    <a:schemeClr val="tx1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Toyama</a:t>
              </a:r>
            </a:p>
          </p:txBody>
        </p:sp>
      </p:grp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ED8329E1-A051-4977-AB7F-DFA8A9485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784398"/>
              </p:ext>
            </p:extLst>
          </p:nvPr>
        </p:nvGraphicFramePr>
        <p:xfrm>
          <a:off x="9425724" y="2321548"/>
          <a:ext cx="2304000" cy="11328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439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{tbl_terminal_2}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332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Weekly throughput</a:t>
                      </a:r>
                      <a:endParaRPr lang="ko-KR" alt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{tbl_wtp_2}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229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Schedule</a:t>
                      </a:r>
                      <a:endParaRPr lang="ko-KR" alt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{tbl_sch_2}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27D1BE1A-1901-4EEC-A1FC-466E91C7D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637365"/>
              </p:ext>
            </p:extLst>
          </p:nvPr>
        </p:nvGraphicFramePr>
        <p:xfrm>
          <a:off x="9425724" y="3518607"/>
          <a:ext cx="2304000" cy="11328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439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{tbl_terminal_3}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332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Weekly throughput</a:t>
                      </a:r>
                      <a:endParaRPr lang="ko-KR" alt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{tbl_wtp_3}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229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Schedule</a:t>
                      </a:r>
                      <a:endParaRPr lang="ko-KR" alt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{tbl_sch_3}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483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组合 53">
            <a:extLst>
              <a:ext uri="{FF2B5EF4-FFF2-40B4-BE49-F238E27FC236}">
                <a16:creationId xmlns:a16="http://schemas.microsoft.com/office/drawing/2014/main" id="{66E3206E-DC50-415B-8BF7-5D30B009E891}"/>
              </a:ext>
            </a:extLst>
          </p:cNvPr>
          <p:cNvGrpSpPr/>
          <p:nvPr/>
        </p:nvGrpSpPr>
        <p:grpSpPr>
          <a:xfrm>
            <a:off x="-16521664" y="-13474336"/>
            <a:ext cx="29264269" cy="25184556"/>
            <a:chOff x="-4643412" y="-4402880"/>
            <a:chExt cx="14144860" cy="11732977"/>
          </a:xfrm>
        </p:grpSpPr>
        <p:sp>
          <p:nvSpPr>
            <p:cNvPr id="90" name="Freeform 340">
              <a:extLst>
                <a:ext uri="{FF2B5EF4-FFF2-40B4-BE49-F238E27FC236}">
                  <a16:creationId xmlns:a16="http://schemas.microsoft.com/office/drawing/2014/main" id="{94A4C3F9-3420-4E4F-887B-9B782C609E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643412" y="-4402880"/>
              <a:ext cx="14144860" cy="7589263"/>
            </a:xfrm>
            <a:custGeom>
              <a:avLst/>
              <a:gdLst>
                <a:gd name="T0" fmla="*/ 1431 w 1560"/>
                <a:gd name="T1" fmla="*/ 645 h 837"/>
                <a:gd name="T2" fmla="*/ 1209 w 1560"/>
                <a:gd name="T3" fmla="*/ 533 h 837"/>
                <a:gd name="T4" fmla="*/ 1315 w 1560"/>
                <a:gd name="T5" fmla="*/ 646 h 837"/>
                <a:gd name="T6" fmla="*/ 1269 w 1560"/>
                <a:gd name="T7" fmla="*/ 526 h 837"/>
                <a:gd name="T8" fmla="*/ 83 w 1560"/>
                <a:gd name="T9" fmla="*/ 433 h 837"/>
                <a:gd name="T10" fmla="*/ 276 w 1560"/>
                <a:gd name="T11" fmla="*/ 337 h 837"/>
                <a:gd name="T12" fmla="*/ 280 w 1560"/>
                <a:gd name="T13" fmla="*/ 309 h 837"/>
                <a:gd name="T14" fmla="*/ 258 w 1560"/>
                <a:gd name="T15" fmla="*/ 287 h 837"/>
                <a:gd name="T16" fmla="*/ 205 w 1560"/>
                <a:gd name="T17" fmla="*/ 255 h 837"/>
                <a:gd name="T18" fmla="*/ 400 w 1560"/>
                <a:gd name="T19" fmla="*/ 197 h 837"/>
                <a:gd name="T20" fmla="*/ 469 w 1560"/>
                <a:gd name="T21" fmla="*/ 145 h 837"/>
                <a:gd name="T22" fmla="*/ 292 w 1560"/>
                <a:gd name="T23" fmla="*/ 100 h 837"/>
                <a:gd name="T24" fmla="*/ 229 w 1560"/>
                <a:gd name="T25" fmla="*/ 225 h 837"/>
                <a:gd name="T26" fmla="*/ 205 w 1560"/>
                <a:gd name="T27" fmla="*/ 171 h 837"/>
                <a:gd name="T28" fmla="*/ 974 w 1560"/>
                <a:gd name="T29" fmla="*/ 103 h 837"/>
                <a:gd name="T30" fmla="*/ 513 w 1560"/>
                <a:gd name="T31" fmla="*/ 58 h 837"/>
                <a:gd name="T32" fmla="*/ 1199 w 1560"/>
                <a:gd name="T33" fmla="*/ 42 h 837"/>
                <a:gd name="T34" fmla="*/ 956 w 1560"/>
                <a:gd name="T35" fmla="*/ 36 h 837"/>
                <a:gd name="T36" fmla="*/ 143 w 1560"/>
                <a:gd name="T37" fmla="*/ 4 h 837"/>
                <a:gd name="T38" fmla="*/ 600 w 1560"/>
                <a:gd name="T39" fmla="*/ 16 h 837"/>
                <a:gd name="T40" fmla="*/ 691 w 1560"/>
                <a:gd name="T41" fmla="*/ 55 h 837"/>
                <a:gd name="T42" fmla="*/ 710 w 1560"/>
                <a:gd name="T43" fmla="*/ 112 h 837"/>
                <a:gd name="T44" fmla="*/ 844 w 1560"/>
                <a:gd name="T45" fmla="*/ 82 h 837"/>
                <a:gd name="T46" fmla="*/ 926 w 1560"/>
                <a:gd name="T47" fmla="*/ 108 h 837"/>
                <a:gd name="T48" fmla="*/ 1022 w 1560"/>
                <a:gd name="T49" fmla="*/ 53 h 837"/>
                <a:gd name="T50" fmla="*/ 1188 w 1560"/>
                <a:gd name="T51" fmla="*/ 57 h 837"/>
                <a:gd name="T52" fmla="*/ 1314 w 1560"/>
                <a:gd name="T53" fmla="*/ 51 h 837"/>
                <a:gd name="T54" fmla="*/ 1472 w 1560"/>
                <a:gd name="T55" fmla="*/ 37 h 837"/>
                <a:gd name="T56" fmla="*/ 1544 w 1560"/>
                <a:gd name="T57" fmla="*/ 67 h 837"/>
                <a:gd name="T58" fmla="*/ 1486 w 1560"/>
                <a:gd name="T59" fmla="*/ 107 h 837"/>
                <a:gd name="T60" fmla="*/ 1509 w 1560"/>
                <a:gd name="T61" fmla="*/ 188 h 837"/>
                <a:gd name="T62" fmla="*/ 1484 w 1560"/>
                <a:gd name="T63" fmla="*/ 317 h 837"/>
                <a:gd name="T64" fmla="*/ 1454 w 1560"/>
                <a:gd name="T65" fmla="*/ 413 h 837"/>
                <a:gd name="T66" fmla="*/ 1435 w 1560"/>
                <a:gd name="T67" fmla="*/ 538 h 837"/>
                <a:gd name="T68" fmla="*/ 1397 w 1560"/>
                <a:gd name="T69" fmla="*/ 282 h 837"/>
                <a:gd name="T70" fmla="*/ 1342 w 1560"/>
                <a:gd name="T71" fmla="*/ 311 h 837"/>
                <a:gd name="T72" fmla="*/ 1288 w 1560"/>
                <a:gd name="T73" fmla="*/ 379 h 837"/>
                <a:gd name="T74" fmla="*/ 1193 w 1560"/>
                <a:gd name="T75" fmla="*/ 521 h 837"/>
                <a:gd name="T76" fmla="*/ 1278 w 1560"/>
                <a:gd name="T77" fmla="*/ 613 h 837"/>
                <a:gd name="T78" fmla="*/ 1211 w 1560"/>
                <a:gd name="T79" fmla="*/ 734 h 837"/>
                <a:gd name="T80" fmla="*/ 1186 w 1560"/>
                <a:gd name="T81" fmla="*/ 666 h 837"/>
                <a:gd name="T82" fmla="*/ 1098 w 1560"/>
                <a:gd name="T83" fmla="*/ 575 h 837"/>
                <a:gd name="T84" fmla="*/ 1019 w 1560"/>
                <a:gd name="T85" fmla="*/ 645 h 837"/>
                <a:gd name="T86" fmla="*/ 804 w 1560"/>
                <a:gd name="T87" fmla="*/ 626 h 837"/>
                <a:gd name="T88" fmla="*/ 663 w 1560"/>
                <a:gd name="T89" fmla="*/ 679 h 837"/>
                <a:gd name="T90" fmla="*/ 491 w 1560"/>
                <a:gd name="T91" fmla="*/ 604 h 837"/>
                <a:gd name="T92" fmla="*/ 400 w 1560"/>
                <a:gd name="T93" fmla="*/ 671 h 837"/>
                <a:gd name="T94" fmla="*/ 246 w 1560"/>
                <a:gd name="T95" fmla="*/ 712 h 837"/>
                <a:gd name="T96" fmla="*/ 241 w 1560"/>
                <a:gd name="T97" fmla="*/ 834 h 837"/>
                <a:gd name="T98" fmla="*/ 170 w 1560"/>
                <a:gd name="T99" fmla="*/ 717 h 837"/>
                <a:gd name="T100" fmla="*/ 22 w 1560"/>
                <a:gd name="T101" fmla="*/ 553 h 837"/>
                <a:gd name="T102" fmla="*/ 20 w 1560"/>
                <a:gd name="T103" fmla="*/ 340 h 837"/>
                <a:gd name="T104" fmla="*/ 118 w 1560"/>
                <a:gd name="T105" fmla="*/ 375 h 837"/>
                <a:gd name="T106" fmla="*/ 76 w 1560"/>
                <a:gd name="T107" fmla="*/ 447 h 837"/>
                <a:gd name="T108" fmla="*/ 153 w 1560"/>
                <a:gd name="T109" fmla="*/ 368 h 837"/>
                <a:gd name="T110" fmla="*/ 242 w 1560"/>
                <a:gd name="T111" fmla="*/ 345 h 837"/>
                <a:gd name="T112" fmla="*/ 353 w 1560"/>
                <a:gd name="T113" fmla="*/ 321 h 837"/>
                <a:gd name="T114" fmla="*/ 386 w 1560"/>
                <a:gd name="T115" fmla="*/ 249 h 837"/>
                <a:gd name="T116" fmla="*/ 437 w 1560"/>
                <a:gd name="T117" fmla="*/ 326 h 837"/>
                <a:gd name="T118" fmla="*/ 409 w 1560"/>
                <a:gd name="T119" fmla="*/ 234 h 837"/>
                <a:gd name="T120" fmla="*/ 496 w 1560"/>
                <a:gd name="T121" fmla="*/ 267 h 837"/>
                <a:gd name="T122" fmla="*/ 495 w 1560"/>
                <a:gd name="T123" fmla="*/ 166 h 837"/>
                <a:gd name="T124" fmla="*/ 530 w 1560"/>
                <a:gd name="T125" fmla="*/ 75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60" h="837">
                  <a:moveTo>
                    <a:pt x="241" y="834"/>
                  </a:moveTo>
                  <a:lnTo>
                    <a:pt x="243" y="837"/>
                  </a:lnTo>
                  <a:lnTo>
                    <a:pt x="241" y="834"/>
                  </a:lnTo>
                  <a:lnTo>
                    <a:pt x="241" y="834"/>
                  </a:lnTo>
                  <a:close/>
                  <a:moveTo>
                    <a:pt x="390" y="767"/>
                  </a:moveTo>
                  <a:lnTo>
                    <a:pt x="394" y="768"/>
                  </a:lnTo>
                  <a:lnTo>
                    <a:pt x="376" y="770"/>
                  </a:lnTo>
                  <a:lnTo>
                    <a:pt x="390" y="767"/>
                  </a:lnTo>
                  <a:close/>
                  <a:moveTo>
                    <a:pt x="1389" y="716"/>
                  </a:moveTo>
                  <a:lnTo>
                    <a:pt x="1389" y="718"/>
                  </a:lnTo>
                  <a:lnTo>
                    <a:pt x="1386" y="720"/>
                  </a:lnTo>
                  <a:lnTo>
                    <a:pt x="1385" y="718"/>
                  </a:lnTo>
                  <a:lnTo>
                    <a:pt x="1388" y="717"/>
                  </a:lnTo>
                  <a:lnTo>
                    <a:pt x="1389" y="716"/>
                  </a:lnTo>
                  <a:close/>
                  <a:moveTo>
                    <a:pt x="1376" y="707"/>
                  </a:moveTo>
                  <a:lnTo>
                    <a:pt x="1377" y="708"/>
                  </a:lnTo>
                  <a:lnTo>
                    <a:pt x="1378" y="708"/>
                  </a:lnTo>
                  <a:lnTo>
                    <a:pt x="1380" y="708"/>
                  </a:lnTo>
                  <a:lnTo>
                    <a:pt x="1381" y="708"/>
                  </a:lnTo>
                  <a:lnTo>
                    <a:pt x="1380" y="709"/>
                  </a:lnTo>
                  <a:lnTo>
                    <a:pt x="1377" y="713"/>
                  </a:lnTo>
                  <a:lnTo>
                    <a:pt x="1376" y="713"/>
                  </a:lnTo>
                  <a:lnTo>
                    <a:pt x="1376" y="718"/>
                  </a:lnTo>
                  <a:lnTo>
                    <a:pt x="1376" y="722"/>
                  </a:lnTo>
                  <a:lnTo>
                    <a:pt x="1373" y="720"/>
                  </a:lnTo>
                  <a:lnTo>
                    <a:pt x="1373" y="718"/>
                  </a:lnTo>
                  <a:lnTo>
                    <a:pt x="1373" y="716"/>
                  </a:lnTo>
                  <a:lnTo>
                    <a:pt x="1375" y="712"/>
                  </a:lnTo>
                  <a:lnTo>
                    <a:pt x="1375" y="709"/>
                  </a:lnTo>
                  <a:lnTo>
                    <a:pt x="1376" y="707"/>
                  </a:lnTo>
                  <a:lnTo>
                    <a:pt x="1376" y="707"/>
                  </a:lnTo>
                  <a:close/>
                  <a:moveTo>
                    <a:pt x="1401" y="682"/>
                  </a:moveTo>
                  <a:lnTo>
                    <a:pt x="1402" y="684"/>
                  </a:lnTo>
                  <a:lnTo>
                    <a:pt x="1402" y="687"/>
                  </a:lnTo>
                  <a:lnTo>
                    <a:pt x="1400" y="688"/>
                  </a:lnTo>
                  <a:lnTo>
                    <a:pt x="1397" y="688"/>
                  </a:lnTo>
                  <a:lnTo>
                    <a:pt x="1396" y="691"/>
                  </a:lnTo>
                  <a:lnTo>
                    <a:pt x="1393" y="695"/>
                  </a:lnTo>
                  <a:lnTo>
                    <a:pt x="1392" y="696"/>
                  </a:lnTo>
                  <a:lnTo>
                    <a:pt x="1390" y="696"/>
                  </a:lnTo>
                  <a:lnTo>
                    <a:pt x="1389" y="696"/>
                  </a:lnTo>
                  <a:lnTo>
                    <a:pt x="1389" y="697"/>
                  </a:lnTo>
                  <a:lnTo>
                    <a:pt x="1388" y="699"/>
                  </a:lnTo>
                  <a:lnTo>
                    <a:pt x="1389" y="701"/>
                  </a:lnTo>
                  <a:lnTo>
                    <a:pt x="1386" y="704"/>
                  </a:lnTo>
                  <a:lnTo>
                    <a:pt x="1386" y="705"/>
                  </a:lnTo>
                  <a:lnTo>
                    <a:pt x="1385" y="707"/>
                  </a:lnTo>
                  <a:lnTo>
                    <a:pt x="1385" y="704"/>
                  </a:lnTo>
                  <a:lnTo>
                    <a:pt x="1385" y="701"/>
                  </a:lnTo>
                  <a:lnTo>
                    <a:pt x="1386" y="701"/>
                  </a:lnTo>
                  <a:lnTo>
                    <a:pt x="1385" y="700"/>
                  </a:lnTo>
                  <a:lnTo>
                    <a:pt x="1385" y="699"/>
                  </a:lnTo>
                  <a:lnTo>
                    <a:pt x="1386" y="697"/>
                  </a:lnTo>
                  <a:lnTo>
                    <a:pt x="1388" y="695"/>
                  </a:lnTo>
                  <a:lnTo>
                    <a:pt x="1388" y="693"/>
                  </a:lnTo>
                  <a:lnTo>
                    <a:pt x="1388" y="693"/>
                  </a:lnTo>
                  <a:lnTo>
                    <a:pt x="1390" y="692"/>
                  </a:lnTo>
                  <a:lnTo>
                    <a:pt x="1390" y="690"/>
                  </a:lnTo>
                  <a:lnTo>
                    <a:pt x="1390" y="688"/>
                  </a:lnTo>
                  <a:lnTo>
                    <a:pt x="1390" y="687"/>
                  </a:lnTo>
                  <a:lnTo>
                    <a:pt x="1392" y="687"/>
                  </a:lnTo>
                  <a:lnTo>
                    <a:pt x="1392" y="688"/>
                  </a:lnTo>
                  <a:lnTo>
                    <a:pt x="1393" y="688"/>
                  </a:lnTo>
                  <a:lnTo>
                    <a:pt x="1396" y="687"/>
                  </a:lnTo>
                  <a:lnTo>
                    <a:pt x="1397" y="687"/>
                  </a:lnTo>
                  <a:lnTo>
                    <a:pt x="1397" y="686"/>
                  </a:lnTo>
                  <a:lnTo>
                    <a:pt x="1400" y="683"/>
                  </a:lnTo>
                  <a:lnTo>
                    <a:pt x="1401" y="682"/>
                  </a:lnTo>
                  <a:close/>
                  <a:moveTo>
                    <a:pt x="1418" y="666"/>
                  </a:moveTo>
                  <a:lnTo>
                    <a:pt x="1415" y="670"/>
                  </a:lnTo>
                  <a:lnTo>
                    <a:pt x="1414" y="672"/>
                  </a:lnTo>
                  <a:lnTo>
                    <a:pt x="1414" y="674"/>
                  </a:lnTo>
                  <a:lnTo>
                    <a:pt x="1413" y="675"/>
                  </a:lnTo>
                  <a:lnTo>
                    <a:pt x="1411" y="678"/>
                  </a:lnTo>
                  <a:lnTo>
                    <a:pt x="1409" y="680"/>
                  </a:lnTo>
                  <a:lnTo>
                    <a:pt x="1407" y="680"/>
                  </a:lnTo>
                  <a:lnTo>
                    <a:pt x="1407" y="676"/>
                  </a:lnTo>
                  <a:lnTo>
                    <a:pt x="1410" y="675"/>
                  </a:lnTo>
                  <a:lnTo>
                    <a:pt x="1410" y="674"/>
                  </a:lnTo>
                  <a:lnTo>
                    <a:pt x="1411" y="672"/>
                  </a:lnTo>
                  <a:lnTo>
                    <a:pt x="1411" y="671"/>
                  </a:lnTo>
                  <a:lnTo>
                    <a:pt x="1413" y="670"/>
                  </a:lnTo>
                  <a:lnTo>
                    <a:pt x="1414" y="667"/>
                  </a:lnTo>
                  <a:lnTo>
                    <a:pt x="1417" y="667"/>
                  </a:lnTo>
                  <a:lnTo>
                    <a:pt x="1418" y="666"/>
                  </a:lnTo>
                  <a:close/>
                  <a:moveTo>
                    <a:pt x="1429" y="649"/>
                  </a:moveTo>
                  <a:lnTo>
                    <a:pt x="1429" y="649"/>
                  </a:lnTo>
                  <a:lnTo>
                    <a:pt x="1429" y="653"/>
                  </a:lnTo>
                  <a:lnTo>
                    <a:pt x="1427" y="654"/>
                  </a:lnTo>
                  <a:lnTo>
                    <a:pt x="1427" y="653"/>
                  </a:lnTo>
                  <a:lnTo>
                    <a:pt x="1427" y="650"/>
                  </a:lnTo>
                  <a:lnTo>
                    <a:pt x="1429" y="649"/>
                  </a:lnTo>
                  <a:close/>
                  <a:moveTo>
                    <a:pt x="1430" y="643"/>
                  </a:moveTo>
                  <a:lnTo>
                    <a:pt x="1431" y="643"/>
                  </a:lnTo>
                  <a:lnTo>
                    <a:pt x="1431" y="645"/>
                  </a:lnTo>
                  <a:lnTo>
                    <a:pt x="1430" y="645"/>
                  </a:lnTo>
                  <a:lnTo>
                    <a:pt x="1430" y="643"/>
                  </a:lnTo>
                  <a:lnTo>
                    <a:pt x="1430" y="643"/>
                  </a:lnTo>
                  <a:close/>
                  <a:moveTo>
                    <a:pt x="1431" y="640"/>
                  </a:moveTo>
                  <a:lnTo>
                    <a:pt x="1432" y="640"/>
                  </a:lnTo>
                  <a:lnTo>
                    <a:pt x="1432" y="641"/>
                  </a:lnTo>
                  <a:lnTo>
                    <a:pt x="1431" y="640"/>
                  </a:lnTo>
                  <a:close/>
                  <a:moveTo>
                    <a:pt x="1432" y="634"/>
                  </a:moveTo>
                  <a:lnTo>
                    <a:pt x="1432" y="636"/>
                  </a:lnTo>
                  <a:lnTo>
                    <a:pt x="1432" y="638"/>
                  </a:lnTo>
                  <a:lnTo>
                    <a:pt x="1431" y="636"/>
                  </a:lnTo>
                  <a:lnTo>
                    <a:pt x="1432" y="634"/>
                  </a:lnTo>
                  <a:close/>
                  <a:moveTo>
                    <a:pt x="1432" y="628"/>
                  </a:moveTo>
                  <a:lnTo>
                    <a:pt x="1434" y="629"/>
                  </a:lnTo>
                  <a:lnTo>
                    <a:pt x="1432" y="629"/>
                  </a:lnTo>
                  <a:lnTo>
                    <a:pt x="1432" y="628"/>
                  </a:lnTo>
                  <a:lnTo>
                    <a:pt x="1432" y="628"/>
                  </a:lnTo>
                  <a:close/>
                  <a:moveTo>
                    <a:pt x="1438" y="611"/>
                  </a:moveTo>
                  <a:lnTo>
                    <a:pt x="1438" y="611"/>
                  </a:lnTo>
                  <a:lnTo>
                    <a:pt x="1438" y="613"/>
                  </a:lnTo>
                  <a:lnTo>
                    <a:pt x="1436" y="615"/>
                  </a:lnTo>
                  <a:lnTo>
                    <a:pt x="1436" y="615"/>
                  </a:lnTo>
                  <a:lnTo>
                    <a:pt x="1436" y="612"/>
                  </a:lnTo>
                  <a:lnTo>
                    <a:pt x="1438" y="611"/>
                  </a:lnTo>
                  <a:close/>
                  <a:moveTo>
                    <a:pt x="1434" y="608"/>
                  </a:moveTo>
                  <a:lnTo>
                    <a:pt x="1435" y="608"/>
                  </a:lnTo>
                  <a:lnTo>
                    <a:pt x="1435" y="609"/>
                  </a:lnTo>
                  <a:lnTo>
                    <a:pt x="1435" y="609"/>
                  </a:lnTo>
                  <a:lnTo>
                    <a:pt x="1434" y="609"/>
                  </a:lnTo>
                  <a:lnTo>
                    <a:pt x="1434" y="608"/>
                  </a:lnTo>
                  <a:close/>
                  <a:moveTo>
                    <a:pt x="1438" y="603"/>
                  </a:moveTo>
                  <a:lnTo>
                    <a:pt x="1439" y="604"/>
                  </a:lnTo>
                  <a:lnTo>
                    <a:pt x="1440" y="605"/>
                  </a:lnTo>
                  <a:lnTo>
                    <a:pt x="1439" y="605"/>
                  </a:lnTo>
                  <a:lnTo>
                    <a:pt x="1438" y="605"/>
                  </a:lnTo>
                  <a:lnTo>
                    <a:pt x="1438" y="604"/>
                  </a:lnTo>
                  <a:lnTo>
                    <a:pt x="1438" y="603"/>
                  </a:lnTo>
                  <a:close/>
                  <a:moveTo>
                    <a:pt x="1438" y="595"/>
                  </a:moveTo>
                  <a:lnTo>
                    <a:pt x="1438" y="596"/>
                  </a:lnTo>
                  <a:lnTo>
                    <a:pt x="1438" y="597"/>
                  </a:lnTo>
                  <a:lnTo>
                    <a:pt x="1439" y="600"/>
                  </a:lnTo>
                  <a:lnTo>
                    <a:pt x="1438" y="601"/>
                  </a:lnTo>
                  <a:lnTo>
                    <a:pt x="1436" y="600"/>
                  </a:lnTo>
                  <a:lnTo>
                    <a:pt x="1438" y="597"/>
                  </a:lnTo>
                  <a:lnTo>
                    <a:pt x="1438" y="595"/>
                  </a:lnTo>
                  <a:close/>
                  <a:moveTo>
                    <a:pt x="1442" y="568"/>
                  </a:moveTo>
                  <a:lnTo>
                    <a:pt x="1446" y="571"/>
                  </a:lnTo>
                  <a:lnTo>
                    <a:pt x="1447" y="574"/>
                  </a:lnTo>
                  <a:lnTo>
                    <a:pt x="1446" y="575"/>
                  </a:lnTo>
                  <a:lnTo>
                    <a:pt x="1444" y="576"/>
                  </a:lnTo>
                  <a:lnTo>
                    <a:pt x="1446" y="579"/>
                  </a:lnTo>
                  <a:lnTo>
                    <a:pt x="1443" y="582"/>
                  </a:lnTo>
                  <a:lnTo>
                    <a:pt x="1442" y="583"/>
                  </a:lnTo>
                  <a:lnTo>
                    <a:pt x="1442" y="584"/>
                  </a:lnTo>
                  <a:lnTo>
                    <a:pt x="1442" y="587"/>
                  </a:lnTo>
                  <a:lnTo>
                    <a:pt x="1440" y="587"/>
                  </a:lnTo>
                  <a:lnTo>
                    <a:pt x="1439" y="586"/>
                  </a:lnTo>
                  <a:lnTo>
                    <a:pt x="1438" y="586"/>
                  </a:lnTo>
                  <a:lnTo>
                    <a:pt x="1436" y="584"/>
                  </a:lnTo>
                  <a:lnTo>
                    <a:pt x="1438" y="584"/>
                  </a:lnTo>
                  <a:lnTo>
                    <a:pt x="1438" y="583"/>
                  </a:lnTo>
                  <a:lnTo>
                    <a:pt x="1436" y="580"/>
                  </a:lnTo>
                  <a:lnTo>
                    <a:pt x="1436" y="579"/>
                  </a:lnTo>
                  <a:lnTo>
                    <a:pt x="1438" y="579"/>
                  </a:lnTo>
                  <a:lnTo>
                    <a:pt x="1439" y="578"/>
                  </a:lnTo>
                  <a:lnTo>
                    <a:pt x="1442" y="576"/>
                  </a:lnTo>
                  <a:lnTo>
                    <a:pt x="1442" y="574"/>
                  </a:lnTo>
                  <a:lnTo>
                    <a:pt x="1442" y="570"/>
                  </a:lnTo>
                  <a:lnTo>
                    <a:pt x="1442" y="568"/>
                  </a:lnTo>
                  <a:close/>
                  <a:moveTo>
                    <a:pt x="1435" y="566"/>
                  </a:moveTo>
                  <a:lnTo>
                    <a:pt x="1438" y="568"/>
                  </a:lnTo>
                  <a:lnTo>
                    <a:pt x="1438" y="570"/>
                  </a:lnTo>
                  <a:lnTo>
                    <a:pt x="1435" y="570"/>
                  </a:lnTo>
                  <a:lnTo>
                    <a:pt x="1434" y="568"/>
                  </a:lnTo>
                  <a:lnTo>
                    <a:pt x="1434" y="567"/>
                  </a:lnTo>
                  <a:lnTo>
                    <a:pt x="1435" y="566"/>
                  </a:lnTo>
                  <a:close/>
                  <a:moveTo>
                    <a:pt x="1447" y="566"/>
                  </a:moveTo>
                  <a:lnTo>
                    <a:pt x="1448" y="567"/>
                  </a:lnTo>
                  <a:lnTo>
                    <a:pt x="1448" y="568"/>
                  </a:lnTo>
                  <a:lnTo>
                    <a:pt x="1447" y="570"/>
                  </a:lnTo>
                  <a:lnTo>
                    <a:pt x="1447" y="570"/>
                  </a:lnTo>
                  <a:lnTo>
                    <a:pt x="1444" y="568"/>
                  </a:lnTo>
                  <a:lnTo>
                    <a:pt x="1444" y="567"/>
                  </a:lnTo>
                  <a:lnTo>
                    <a:pt x="1447" y="566"/>
                  </a:lnTo>
                  <a:close/>
                  <a:moveTo>
                    <a:pt x="25" y="532"/>
                  </a:moveTo>
                  <a:lnTo>
                    <a:pt x="26" y="534"/>
                  </a:lnTo>
                  <a:lnTo>
                    <a:pt x="26" y="536"/>
                  </a:lnTo>
                  <a:lnTo>
                    <a:pt x="24" y="534"/>
                  </a:lnTo>
                  <a:lnTo>
                    <a:pt x="25" y="532"/>
                  </a:lnTo>
                  <a:close/>
                  <a:moveTo>
                    <a:pt x="1211" y="526"/>
                  </a:moveTo>
                  <a:lnTo>
                    <a:pt x="1211" y="528"/>
                  </a:lnTo>
                  <a:lnTo>
                    <a:pt x="1211" y="528"/>
                  </a:lnTo>
                  <a:lnTo>
                    <a:pt x="1211" y="530"/>
                  </a:lnTo>
                  <a:lnTo>
                    <a:pt x="1210" y="530"/>
                  </a:lnTo>
                  <a:lnTo>
                    <a:pt x="1209" y="533"/>
                  </a:lnTo>
                  <a:lnTo>
                    <a:pt x="1207" y="532"/>
                  </a:lnTo>
                  <a:lnTo>
                    <a:pt x="1206" y="529"/>
                  </a:lnTo>
                  <a:lnTo>
                    <a:pt x="1209" y="526"/>
                  </a:lnTo>
                  <a:lnTo>
                    <a:pt x="1211" y="526"/>
                  </a:lnTo>
                  <a:close/>
                  <a:moveTo>
                    <a:pt x="1211" y="521"/>
                  </a:moveTo>
                  <a:lnTo>
                    <a:pt x="1213" y="522"/>
                  </a:lnTo>
                  <a:lnTo>
                    <a:pt x="1213" y="524"/>
                  </a:lnTo>
                  <a:lnTo>
                    <a:pt x="1211" y="525"/>
                  </a:lnTo>
                  <a:lnTo>
                    <a:pt x="1210" y="524"/>
                  </a:lnTo>
                  <a:lnTo>
                    <a:pt x="1211" y="522"/>
                  </a:lnTo>
                  <a:lnTo>
                    <a:pt x="1211" y="522"/>
                  </a:lnTo>
                  <a:lnTo>
                    <a:pt x="1211" y="521"/>
                  </a:lnTo>
                  <a:close/>
                  <a:moveTo>
                    <a:pt x="1209" y="521"/>
                  </a:moveTo>
                  <a:lnTo>
                    <a:pt x="1209" y="521"/>
                  </a:lnTo>
                  <a:lnTo>
                    <a:pt x="1209" y="524"/>
                  </a:lnTo>
                  <a:lnTo>
                    <a:pt x="1209" y="525"/>
                  </a:lnTo>
                  <a:lnTo>
                    <a:pt x="1207" y="522"/>
                  </a:lnTo>
                  <a:lnTo>
                    <a:pt x="1207" y="521"/>
                  </a:lnTo>
                  <a:lnTo>
                    <a:pt x="1209" y="521"/>
                  </a:lnTo>
                  <a:close/>
                  <a:moveTo>
                    <a:pt x="1264" y="515"/>
                  </a:moveTo>
                  <a:lnTo>
                    <a:pt x="1265" y="516"/>
                  </a:lnTo>
                  <a:lnTo>
                    <a:pt x="1267" y="518"/>
                  </a:lnTo>
                  <a:lnTo>
                    <a:pt x="1271" y="520"/>
                  </a:lnTo>
                  <a:lnTo>
                    <a:pt x="1272" y="522"/>
                  </a:lnTo>
                  <a:lnTo>
                    <a:pt x="1272" y="526"/>
                  </a:lnTo>
                  <a:lnTo>
                    <a:pt x="1273" y="529"/>
                  </a:lnTo>
                  <a:lnTo>
                    <a:pt x="1278" y="532"/>
                  </a:lnTo>
                  <a:lnTo>
                    <a:pt x="1278" y="534"/>
                  </a:lnTo>
                  <a:lnTo>
                    <a:pt x="1280" y="534"/>
                  </a:lnTo>
                  <a:lnTo>
                    <a:pt x="1282" y="537"/>
                  </a:lnTo>
                  <a:lnTo>
                    <a:pt x="1285" y="541"/>
                  </a:lnTo>
                  <a:lnTo>
                    <a:pt x="1286" y="545"/>
                  </a:lnTo>
                  <a:lnTo>
                    <a:pt x="1284" y="541"/>
                  </a:lnTo>
                  <a:lnTo>
                    <a:pt x="1281" y="538"/>
                  </a:lnTo>
                  <a:lnTo>
                    <a:pt x="1281" y="540"/>
                  </a:lnTo>
                  <a:lnTo>
                    <a:pt x="1281" y="541"/>
                  </a:lnTo>
                  <a:lnTo>
                    <a:pt x="1282" y="541"/>
                  </a:lnTo>
                  <a:lnTo>
                    <a:pt x="1282" y="543"/>
                  </a:lnTo>
                  <a:lnTo>
                    <a:pt x="1285" y="546"/>
                  </a:lnTo>
                  <a:lnTo>
                    <a:pt x="1288" y="547"/>
                  </a:lnTo>
                  <a:lnTo>
                    <a:pt x="1288" y="550"/>
                  </a:lnTo>
                  <a:lnTo>
                    <a:pt x="1288" y="553"/>
                  </a:lnTo>
                  <a:lnTo>
                    <a:pt x="1289" y="557"/>
                  </a:lnTo>
                  <a:lnTo>
                    <a:pt x="1288" y="557"/>
                  </a:lnTo>
                  <a:lnTo>
                    <a:pt x="1288" y="558"/>
                  </a:lnTo>
                  <a:lnTo>
                    <a:pt x="1288" y="561"/>
                  </a:lnTo>
                  <a:lnTo>
                    <a:pt x="1289" y="562"/>
                  </a:lnTo>
                  <a:lnTo>
                    <a:pt x="1290" y="566"/>
                  </a:lnTo>
                  <a:lnTo>
                    <a:pt x="1293" y="568"/>
                  </a:lnTo>
                  <a:lnTo>
                    <a:pt x="1294" y="570"/>
                  </a:lnTo>
                  <a:lnTo>
                    <a:pt x="1296" y="571"/>
                  </a:lnTo>
                  <a:lnTo>
                    <a:pt x="1296" y="574"/>
                  </a:lnTo>
                  <a:lnTo>
                    <a:pt x="1296" y="574"/>
                  </a:lnTo>
                  <a:lnTo>
                    <a:pt x="1297" y="575"/>
                  </a:lnTo>
                  <a:lnTo>
                    <a:pt x="1297" y="574"/>
                  </a:lnTo>
                  <a:lnTo>
                    <a:pt x="1298" y="574"/>
                  </a:lnTo>
                  <a:lnTo>
                    <a:pt x="1299" y="576"/>
                  </a:lnTo>
                  <a:lnTo>
                    <a:pt x="1299" y="579"/>
                  </a:lnTo>
                  <a:lnTo>
                    <a:pt x="1302" y="580"/>
                  </a:lnTo>
                  <a:lnTo>
                    <a:pt x="1303" y="584"/>
                  </a:lnTo>
                  <a:lnTo>
                    <a:pt x="1307" y="590"/>
                  </a:lnTo>
                  <a:lnTo>
                    <a:pt x="1309" y="592"/>
                  </a:lnTo>
                  <a:lnTo>
                    <a:pt x="1311" y="599"/>
                  </a:lnTo>
                  <a:lnTo>
                    <a:pt x="1315" y="603"/>
                  </a:lnTo>
                  <a:lnTo>
                    <a:pt x="1315" y="605"/>
                  </a:lnTo>
                  <a:lnTo>
                    <a:pt x="1318" y="605"/>
                  </a:lnTo>
                  <a:lnTo>
                    <a:pt x="1318" y="608"/>
                  </a:lnTo>
                  <a:lnTo>
                    <a:pt x="1321" y="612"/>
                  </a:lnTo>
                  <a:lnTo>
                    <a:pt x="1322" y="613"/>
                  </a:lnTo>
                  <a:lnTo>
                    <a:pt x="1322" y="615"/>
                  </a:lnTo>
                  <a:lnTo>
                    <a:pt x="1325" y="618"/>
                  </a:lnTo>
                  <a:lnTo>
                    <a:pt x="1326" y="621"/>
                  </a:lnTo>
                  <a:lnTo>
                    <a:pt x="1330" y="624"/>
                  </a:lnTo>
                  <a:lnTo>
                    <a:pt x="1331" y="626"/>
                  </a:lnTo>
                  <a:lnTo>
                    <a:pt x="1332" y="630"/>
                  </a:lnTo>
                  <a:lnTo>
                    <a:pt x="1331" y="629"/>
                  </a:lnTo>
                  <a:lnTo>
                    <a:pt x="1330" y="626"/>
                  </a:lnTo>
                  <a:lnTo>
                    <a:pt x="1327" y="625"/>
                  </a:lnTo>
                  <a:lnTo>
                    <a:pt x="1325" y="624"/>
                  </a:lnTo>
                  <a:lnTo>
                    <a:pt x="1323" y="620"/>
                  </a:lnTo>
                  <a:lnTo>
                    <a:pt x="1321" y="618"/>
                  </a:lnTo>
                  <a:lnTo>
                    <a:pt x="1318" y="618"/>
                  </a:lnTo>
                  <a:lnTo>
                    <a:pt x="1315" y="618"/>
                  </a:lnTo>
                  <a:lnTo>
                    <a:pt x="1314" y="618"/>
                  </a:lnTo>
                  <a:lnTo>
                    <a:pt x="1313" y="618"/>
                  </a:lnTo>
                  <a:lnTo>
                    <a:pt x="1313" y="620"/>
                  </a:lnTo>
                  <a:lnTo>
                    <a:pt x="1313" y="622"/>
                  </a:lnTo>
                  <a:lnTo>
                    <a:pt x="1311" y="624"/>
                  </a:lnTo>
                  <a:lnTo>
                    <a:pt x="1313" y="626"/>
                  </a:lnTo>
                  <a:lnTo>
                    <a:pt x="1313" y="629"/>
                  </a:lnTo>
                  <a:lnTo>
                    <a:pt x="1313" y="633"/>
                  </a:lnTo>
                  <a:lnTo>
                    <a:pt x="1314" y="636"/>
                  </a:lnTo>
                  <a:lnTo>
                    <a:pt x="1314" y="640"/>
                  </a:lnTo>
                  <a:lnTo>
                    <a:pt x="1314" y="643"/>
                  </a:lnTo>
                  <a:lnTo>
                    <a:pt x="1315" y="646"/>
                  </a:lnTo>
                  <a:lnTo>
                    <a:pt x="1317" y="650"/>
                  </a:lnTo>
                  <a:lnTo>
                    <a:pt x="1318" y="654"/>
                  </a:lnTo>
                  <a:lnTo>
                    <a:pt x="1319" y="655"/>
                  </a:lnTo>
                  <a:lnTo>
                    <a:pt x="1322" y="657"/>
                  </a:lnTo>
                  <a:lnTo>
                    <a:pt x="1325" y="659"/>
                  </a:lnTo>
                  <a:lnTo>
                    <a:pt x="1326" y="662"/>
                  </a:lnTo>
                  <a:lnTo>
                    <a:pt x="1326" y="665"/>
                  </a:lnTo>
                  <a:lnTo>
                    <a:pt x="1330" y="667"/>
                  </a:lnTo>
                  <a:lnTo>
                    <a:pt x="1331" y="667"/>
                  </a:lnTo>
                  <a:lnTo>
                    <a:pt x="1332" y="666"/>
                  </a:lnTo>
                  <a:lnTo>
                    <a:pt x="1334" y="668"/>
                  </a:lnTo>
                  <a:lnTo>
                    <a:pt x="1335" y="671"/>
                  </a:lnTo>
                  <a:lnTo>
                    <a:pt x="1336" y="674"/>
                  </a:lnTo>
                  <a:lnTo>
                    <a:pt x="1336" y="676"/>
                  </a:lnTo>
                  <a:lnTo>
                    <a:pt x="1336" y="679"/>
                  </a:lnTo>
                  <a:lnTo>
                    <a:pt x="1336" y="680"/>
                  </a:lnTo>
                  <a:lnTo>
                    <a:pt x="1336" y="682"/>
                  </a:lnTo>
                  <a:lnTo>
                    <a:pt x="1335" y="680"/>
                  </a:lnTo>
                  <a:lnTo>
                    <a:pt x="1335" y="678"/>
                  </a:lnTo>
                  <a:lnTo>
                    <a:pt x="1332" y="675"/>
                  </a:lnTo>
                  <a:lnTo>
                    <a:pt x="1332" y="674"/>
                  </a:lnTo>
                  <a:lnTo>
                    <a:pt x="1334" y="672"/>
                  </a:lnTo>
                  <a:lnTo>
                    <a:pt x="1332" y="671"/>
                  </a:lnTo>
                  <a:lnTo>
                    <a:pt x="1331" y="671"/>
                  </a:lnTo>
                  <a:lnTo>
                    <a:pt x="1331" y="672"/>
                  </a:lnTo>
                  <a:lnTo>
                    <a:pt x="1326" y="672"/>
                  </a:lnTo>
                  <a:lnTo>
                    <a:pt x="1325" y="672"/>
                  </a:lnTo>
                  <a:lnTo>
                    <a:pt x="1325" y="670"/>
                  </a:lnTo>
                  <a:lnTo>
                    <a:pt x="1323" y="670"/>
                  </a:lnTo>
                  <a:lnTo>
                    <a:pt x="1322" y="672"/>
                  </a:lnTo>
                  <a:lnTo>
                    <a:pt x="1321" y="675"/>
                  </a:lnTo>
                  <a:lnTo>
                    <a:pt x="1322" y="679"/>
                  </a:lnTo>
                  <a:lnTo>
                    <a:pt x="1323" y="680"/>
                  </a:lnTo>
                  <a:lnTo>
                    <a:pt x="1322" y="683"/>
                  </a:lnTo>
                  <a:lnTo>
                    <a:pt x="1323" y="686"/>
                  </a:lnTo>
                  <a:lnTo>
                    <a:pt x="1319" y="684"/>
                  </a:lnTo>
                  <a:lnTo>
                    <a:pt x="1318" y="680"/>
                  </a:lnTo>
                  <a:lnTo>
                    <a:pt x="1315" y="679"/>
                  </a:lnTo>
                  <a:lnTo>
                    <a:pt x="1314" y="675"/>
                  </a:lnTo>
                  <a:lnTo>
                    <a:pt x="1315" y="671"/>
                  </a:lnTo>
                  <a:lnTo>
                    <a:pt x="1315" y="667"/>
                  </a:lnTo>
                  <a:lnTo>
                    <a:pt x="1315" y="665"/>
                  </a:lnTo>
                  <a:lnTo>
                    <a:pt x="1313" y="661"/>
                  </a:lnTo>
                  <a:lnTo>
                    <a:pt x="1311" y="658"/>
                  </a:lnTo>
                  <a:lnTo>
                    <a:pt x="1310" y="655"/>
                  </a:lnTo>
                  <a:lnTo>
                    <a:pt x="1309" y="651"/>
                  </a:lnTo>
                  <a:lnTo>
                    <a:pt x="1309" y="646"/>
                  </a:lnTo>
                  <a:lnTo>
                    <a:pt x="1307" y="642"/>
                  </a:lnTo>
                  <a:lnTo>
                    <a:pt x="1307" y="641"/>
                  </a:lnTo>
                  <a:lnTo>
                    <a:pt x="1303" y="636"/>
                  </a:lnTo>
                  <a:lnTo>
                    <a:pt x="1301" y="633"/>
                  </a:lnTo>
                  <a:lnTo>
                    <a:pt x="1301" y="630"/>
                  </a:lnTo>
                  <a:lnTo>
                    <a:pt x="1301" y="628"/>
                  </a:lnTo>
                  <a:lnTo>
                    <a:pt x="1299" y="624"/>
                  </a:lnTo>
                  <a:lnTo>
                    <a:pt x="1298" y="620"/>
                  </a:lnTo>
                  <a:lnTo>
                    <a:pt x="1299" y="617"/>
                  </a:lnTo>
                  <a:lnTo>
                    <a:pt x="1298" y="616"/>
                  </a:lnTo>
                  <a:lnTo>
                    <a:pt x="1298" y="612"/>
                  </a:lnTo>
                  <a:lnTo>
                    <a:pt x="1297" y="608"/>
                  </a:lnTo>
                  <a:lnTo>
                    <a:pt x="1296" y="605"/>
                  </a:lnTo>
                  <a:lnTo>
                    <a:pt x="1293" y="601"/>
                  </a:lnTo>
                  <a:lnTo>
                    <a:pt x="1293" y="600"/>
                  </a:lnTo>
                  <a:lnTo>
                    <a:pt x="1294" y="599"/>
                  </a:lnTo>
                  <a:lnTo>
                    <a:pt x="1292" y="596"/>
                  </a:lnTo>
                  <a:lnTo>
                    <a:pt x="1289" y="595"/>
                  </a:lnTo>
                  <a:lnTo>
                    <a:pt x="1289" y="592"/>
                  </a:lnTo>
                  <a:lnTo>
                    <a:pt x="1288" y="590"/>
                  </a:lnTo>
                  <a:lnTo>
                    <a:pt x="1288" y="587"/>
                  </a:lnTo>
                  <a:lnTo>
                    <a:pt x="1288" y="583"/>
                  </a:lnTo>
                  <a:lnTo>
                    <a:pt x="1285" y="579"/>
                  </a:lnTo>
                  <a:lnTo>
                    <a:pt x="1282" y="578"/>
                  </a:lnTo>
                  <a:lnTo>
                    <a:pt x="1277" y="572"/>
                  </a:lnTo>
                  <a:lnTo>
                    <a:pt x="1278" y="571"/>
                  </a:lnTo>
                  <a:lnTo>
                    <a:pt x="1277" y="570"/>
                  </a:lnTo>
                  <a:lnTo>
                    <a:pt x="1274" y="568"/>
                  </a:lnTo>
                  <a:lnTo>
                    <a:pt x="1273" y="565"/>
                  </a:lnTo>
                  <a:lnTo>
                    <a:pt x="1272" y="559"/>
                  </a:lnTo>
                  <a:lnTo>
                    <a:pt x="1271" y="555"/>
                  </a:lnTo>
                  <a:lnTo>
                    <a:pt x="1271" y="554"/>
                  </a:lnTo>
                  <a:lnTo>
                    <a:pt x="1271" y="550"/>
                  </a:lnTo>
                  <a:lnTo>
                    <a:pt x="1268" y="546"/>
                  </a:lnTo>
                  <a:lnTo>
                    <a:pt x="1265" y="543"/>
                  </a:lnTo>
                  <a:lnTo>
                    <a:pt x="1265" y="540"/>
                  </a:lnTo>
                  <a:lnTo>
                    <a:pt x="1263" y="538"/>
                  </a:lnTo>
                  <a:lnTo>
                    <a:pt x="1264" y="534"/>
                  </a:lnTo>
                  <a:lnTo>
                    <a:pt x="1265" y="533"/>
                  </a:lnTo>
                  <a:lnTo>
                    <a:pt x="1267" y="536"/>
                  </a:lnTo>
                  <a:lnTo>
                    <a:pt x="1269" y="536"/>
                  </a:lnTo>
                  <a:lnTo>
                    <a:pt x="1271" y="534"/>
                  </a:lnTo>
                  <a:lnTo>
                    <a:pt x="1271" y="532"/>
                  </a:lnTo>
                  <a:lnTo>
                    <a:pt x="1268" y="532"/>
                  </a:lnTo>
                  <a:lnTo>
                    <a:pt x="1268" y="530"/>
                  </a:lnTo>
                  <a:lnTo>
                    <a:pt x="1269" y="529"/>
                  </a:lnTo>
                  <a:lnTo>
                    <a:pt x="1271" y="529"/>
                  </a:lnTo>
                  <a:lnTo>
                    <a:pt x="1269" y="526"/>
                  </a:lnTo>
                  <a:lnTo>
                    <a:pt x="1268" y="528"/>
                  </a:lnTo>
                  <a:lnTo>
                    <a:pt x="1268" y="528"/>
                  </a:lnTo>
                  <a:lnTo>
                    <a:pt x="1268" y="525"/>
                  </a:lnTo>
                  <a:lnTo>
                    <a:pt x="1267" y="524"/>
                  </a:lnTo>
                  <a:lnTo>
                    <a:pt x="1263" y="521"/>
                  </a:lnTo>
                  <a:lnTo>
                    <a:pt x="1259" y="518"/>
                  </a:lnTo>
                  <a:lnTo>
                    <a:pt x="1261" y="517"/>
                  </a:lnTo>
                  <a:lnTo>
                    <a:pt x="1263" y="518"/>
                  </a:lnTo>
                  <a:lnTo>
                    <a:pt x="1264" y="518"/>
                  </a:lnTo>
                  <a:lnTo>
                    <a:pt x="1264" y="517"/>
                  </a:lnTo>
                  <a:lnTo>
                    <a:pt x="1264" y="516"/>
                  </a:lnTo>
                  <a:lnTo>
                    <a:pt x="1264" y="515"/>
                  </a:lnTo>
                  <a:close/>
                  <a:moveTo>
                    <a:pt x="1198" y="511"/>
                  </a:moveTo>
                  <a:lnTo>
                    <a:pt x="1198" y="512"/>
                  </a:lnTo>
                  <a:lnTo>
                    <a:pt x="1197" y="513"/>
                  </a:lnTo>
                  <a:lnTo>
                    <a:pt x="1198" y="515"/>
                  </a:lnTo>
                  <a:lnTo>
                    <a:pt x="1197" y="516"/>
                  </a:lnTo>
                  <a:lnTo>
                    <a:pt x="1195" y="515"/>
                  </a:lnTo>
                  <a:lnTo>
                    <a:pt x="1195" y="516"/>
                  </a:lnTo>
                  <a:lnTo>
                    <a:pt x="1195" y="516"/>
                  </a:lnTo>
                  <a:lnTo>
                    <a:pt x="1194" y="516"/>
                  </a:lnTo>
                  <a:lnTo>
                    <a:pt x="1193" y="515"/>
                  </a:lnTo>
                  <a:lnTo>
                    <a:pt x="1193" y="513"/>
                  </a:lnTo>
                  <a:lnTo>
                    <a:pt x="1195" y="512"/>
                  </a:lnTo>
                  <a:lnTo>
                    <a:pt x="1197" y="511"/>
                  </a:lnTo>
                  <a:lnTo>
                    <a:pt x="1198" y="511"/>
                  </a:lnTo>
                  <a:close/>
                  <a:moveTo>
                    <a:pt x="1203" y="509"/>
                  </a:moveTo>
                  <a:lnTo>
                    <a:pt x="1205" y="509"/>
                  </a:lnTo>
                  <a:lnTo>
                    <a:pt x="1207" y="509"/>
                  </a:lnTo>
                  <a:lnTo>
                    <a:pt x="1209" y="509"/>
                  </a:lnTo>
                  <a:lnTo>
                    <a:pt x="1209" y="511"/>
                  </a:lnTo>
                  <a:lnTo>
                    <a:pt x="1207" y="512"/>
                  </a:lnTo>
                  <a:lnTo>
                    <a:pt x="1207" y="513"/>
                  </a:lnTo>
                  <a:lnTo>
                    <a:pt x="1209" y="512"/>
                  </a:lnTo>
                  <a:lnTo>
                    <a:pt x="1209" y="511"/>
                  </a:lnTo>
                  <a:lnTo>
                    <a:pt x="1211" y="511"/>
                  </a:lnTo>
                  <a:lnTo>
                    <a:pt x="1211" y="512"/>
                  </a:lnTo>
                  <a:lnTo>
                    <a:pt x="1210" y="513"/>
                  </a:lnTo>
                  <a:lnTo>
                    <a:pt x="1210" y="515"/>
                  </a:lnTo>
                  <a:lnTo>
                    <a:pt x="1210" y="516"/>
                  </a:lnTo>
                  <a:lnTo>
                    <a:pt x="1210" y="517"/>
                  </a:lnTo>
                  <a:lnTo>
                    <a:pt x="1209" y="518"/>
                  </a:lnTo>
                  <a:lnTo>
                    <a:pt x="1206" y="518"/>
                  </a:lnTo>
                  <a:lnTo>
                    <a:pt x="1205" y="516"/>
                  </a:lnTo>
                  <a:lnTo>
                    <a:pt x="1203" y="516"/>
                  </a:lnTo>
                  <a:lnTo>
                    <a:pt x="1203" y="517"/>
                  </a:lnTo>
                  <a:lnTo>
                    <a:pt x="1202" y="518"/>
                  </a:lnTo>
                  <a:lnTo>
                    <a:pt x="1202" y="518"/>
                  </a:lnTo>
                  <a:lnTo>
                    <a:pt x="1199" y="515"/>
                  </a:lnTo>
                  <a:lnTo>
                    <a:pt x="1199" y="513"/>
                  </a:lnTo>
                  <a:lnTo>
                    <a:pt x="1202" y="512"/>
                  </a:lnTo>
                  <a:lnTo>
                    <a:pt x="1202" y="509"/>
                  </a:lnTo>
                  <a:lnTo>
                    <a:pt x="1203" y="509"/>
                  </a:lnTo>
                  <a:close/>
                  <a:moveTo>
                    <a:pt x="1530" y="453"/>
                  </a:moveTo>
                  <a:lnTo>
                    <a:pt x="1533" y="454"/>
                  </a:lnTo>
                  <a:lnTo>
                    <a:pt x="1535" y="455"/>
                  </a:lnTo>
                  <a:lnTo>
                    <a:pt x="1536" y="455"/>
                  </a:lnTo>
                  <a:lnTo>
                    <a:pt x="1539" y="457"/>
                  </a:lnTo>
                  <a:lnTo>
                    <a:pt x="1542" y="459"/>
                  </a:lnTo>
                  <a:lnTo>
                    <a:pt x="1543" y="459"/>
                  </a:lnTo>
                  <a:lnTo>
                    <a:pt x="1540" y="461"/>
                  </a:lnTo>
                  <a:lnTo>
                    <a:pt x="1539" y="459"/>
                  </a:lnTo>
                  <a:lnTo>
                    <a:pt x="1535" y="458"/>
                  </a:lnTo>
                  <a:lnTo>
                    <a:pt x="1533" y="455"/>
                  </a:lnTo>
                  <a:lnTo>
                    <a:pt x="1530" y="455"/>
                  </a:lnTo>
                  <a:lnTo>
                    <a:pt x="1529" y="454"/>
                  </a:lnTo>
                  <a:lnTo>
                    <a:pt x="1530" y="453"/>
                  </a:lnTo>
                  <a:close/>
                  <a:moveTo>
                    <a:pt x="1509" y="443"/>
                  </a:moveTo>
                  <a:lnTo>
                    <a:pt x="1511" y="445"/>
                  </a:lnTo>
                  <a:lnTo>
                    <a:pt x="1510" y="445"/>
                  </a:lnTo>
                  <a:lnTo>
                    <a:pt x="1510" y="446"/>
                  </a:lnTo>
                  <a:lnTo>
                    <a:pt x="1513" y="449"/>
                  </a:lnTo>
                  <a:lnTo>
                    <a:pt x="1515" y="450"/>
                  </a:lnTo>
                  <a:lnTo>
                    <a:pt x="1515" y="451"/>
                  </a:lnTo>
                  <a:lnTo>
                    <a:pt x="1519" y="454"/>
                  </a:lnTo>
                  <a:lnTo>
                    <a:pt x="1522" y="455"/>
                  </a:lnTo>
                  <a:lnTo>
                    <a:pt x="1523" y="458"/>
                  </a:lnTo>
                  <a:lnTo>
                    <a:pt x="1522" y="458"/>
                  </a:lnTo>
                  <a:lnTo>
                    <a:pt x="1519" y="458"/>
                  </a:lnTo>
                  <a:lnTo>
                    <a:pt x="1518" y="455"/>
                  </a:lnTo>
                  <a:lnTo>
                    <a:pt x="1517" y="457"/>
                  </a:lnTo>
                  <a:lnTo>
                    <a:pt x="1515" y="457"/>
                  </a:lnTo>
                  <a:lnTo>
                    <a:pt x="1514" y="454"/>
                  </a:lnTo>
                  <a:lnTo>
                    <a:pt x="1511" y="454"/>
                  </a:lnTo>
                  <a:lnTo>
                    <a:pt x="1510" y="451"/>
                  </a:lnTo>
                  <a:lnTo>
                    <a:pt x="1510" y="450"/>
                  </a:lnTo>
                  <a:lnTo>
                    <a:pt x="1509" y="449"/>
                  </a:lnTo>
                  <a:lnTo>
                    <a:pt x="1506" y="449"/>
                  </a:lnTo>
                  <a:lnTo>
                    <a:pt x="1505" y="447"/>
                  </a:lnTo>
                  <a:lnTo>
                    <a:pt x="1505" y="446"/>
                  </a:lnTo>
                  <a:lnTo>
                    <a:pt x="1506" y="445"/>
                  </a:lnTo>
                  <a:lnTo>
                    <a:pt x="1508" y="445"/>
                  </a:lnTo>
                  <a:lnTo>
                    <a:pt x="1509" y="443"/>
                  </a:lnTo>
                  <a:close/>
                  <a:moveTo>
                    <a:pt x="80" y="433"/>
                  </a:moveTo>
                  <a:lnTo>
                    <a:pt x="83" y="433"/>
                  </a:lnTo>
                  <a:lnTo>
                    <a:pt x="83" y="434"/>
                  </a:lnTo>
                  <a:lnTo>
                    <a:pt x="81" y="436"/>
                  </a:lnTo>
                  <a:lnTo>
                    <a:pt x="83" y="437"/>
                  </a:lnTo>
                  <a:lnTo>
                    <a:pt x="83" y="438"/>
                  </a:lnTo>
                  <a:lnTo>
                    <a:pt x="81" y="438"/>
                  </a:lnTo>
                  <a:lnTo>
                    <a:pt x="81" y="437"/>
                  </a:lnTo>
                  <a:lnTo>
                    <a:pt x="79" y="436"/>
                  </a:lnTo>
                  <a:lnTo>
                    <a:pt x="79" y="434"/>
                  </a:lnTo>
                  <a:lnTo>
                    <a:pt x="80" y="433"/>
                  </a:lnTo>
                  <a:close/>
                  <a:moveTo>
                    <a:pt x="143" y="395"/>
                  </a:moveTo>
                  <a:lnTo>
                    <a:pt x="145" y="397"/>
                  </a:lnTo>
                  <a:lnTo>
                    <a:pt x="146" y="399"/>
                  </a:lnTo>
                  <a:lnTo>
                    <a:pt x="145" y="399"/>
                  </a:lnTo>
                  <a:lnTo>
                    <a:pt x="143" y="397"/>
                  </a:lnTo>
                  <a:lnTo>
                    <a:pt x="143" y="396"/>
                  </a:lnTo>
                  <a:lnTo>
                    <a:pt x="143" y="395"/>
                  </a:lnTo>
                  <a:close/>
                  <a:moveTo>
                    <a:pt x="1302" y="390"/>
                  </a:moveTo>
                  <a:lnTo>
                    <a:pt x="1302" y="392"/>
                  </a:lnTo>
                  <a:lnTo>
                    <a:pt x="1301" y="393"/>
                  </a:lnTo>
                  <a:lnTo>
                    <a:pt x="1299" y="393"/>
                  </a:lnTo>
                  <a:lnTo>
                    <a:pt x="1299" y="392"/>
                  </a:lnTo>
                  <a:lnTo>
                    <a:pt x="1301" y="391"/>
                  </a:lnTo>
                  <a:lnTo>
                    <a:pt x="1302" y="390"/>
                  </a:lnTo>
                  <a:close/>
                  <a:moveTo>
                    <a:pt x="401" y="368"/>
                  </a:moveTo>
                  <a:lnTo>
                    <a:pt x="404" y="368"/>
                  </a:lnTo>
                  <a:lnTo>
                    <a:pt x="405" y="370"/>
                  </a:lnTo>
                  <a:lnTo>
                    <a:pt x="407" y="368"/>
                  </a:lnTo>
                  <a:lnTo>
                    <a:pt x="409" y="370"/>
                  </a:lnTo>
                  <a:lnTo>
                    <a:pt x="409" y="372"/>
                  </a:lnTo>
                  <a:lnTo>
                    <a:pt x="409" y="372"/>
                  </a:lnTo>
                  <a:lnTo>
                    <a:pt x="407" y="374"/>
                  </a:lnTo>
                  <a:lnTo>
                    <a:pt x="404" y="372"/>
                  </a:lnTo>
                  <a:lnTo>
                    <a:pt x="404" y="371"/>
                  </a:lnTo>
                  <a:lnTo>
                    <a:pt x="403" y="370"/>
                  </a:lnTo>
                  <a:lnTo>
                    <a:pt x="401" y="368"/>
                  </a:lnTo>
                  <a:close/>
                  <a:moveTo>
                    <a:pt x="1446" y="355"/>
                  </a:moveTo>
                  <a:lnTo>
                    <a:pt x="1447" y="355"/>
                  </a:lnTo>
                  <a:lnTo>
                    <a:pt x="1450" y="358"/>
                  </a:lnTo>
                  <a:lnTo>
                    <a:pt x="1451" y="362"/>
                  </a:lnTo>
                  <a:lnTo>
                    <a:pt x="1451" y="365"/>
                  </a:lnTo>
                  <a:lnTo>
                    <a:pt x="1450" y="365"/>
                  </a:lnTo>
                  <a:lnTo>
                    <a:pt x="1447" y="367"/>
                  </a:lnTo>
                  <a:lnTo>
                    <a:pt x="1446" y="368"/>
                  </a:lnTo>
                  <a:lnTo>
                    <a:pt x="1444" y="371"/>
                  </a:lnTo>
                  <a:lnTo>
                    <a:pt x="1444" y="374"/>
                  </a:lnTo>
                  <a:lnTo>
                    <a:pt x="1443" y="374"/>
                  </a:lnTo>
                  <a:lnTo>
                    <a:pt x="1444" y="376"/>
                  </a:lnTo>
                  <a:lnTo>
                    <a:pt x="1444" y="379"/>
                  </a:lnTo>
                  <a:lnTo>
                    <a:pt x="1444" y="379"/>
                  </a:lnTo>
                  <a:lnTo>
                    <a:pt x="1442" y="376"/>
                  </a:lnTo>
                  <a:lnTo>
                    <a:pt x="1442" y="375"/>
                  </a:lnTo>
                  <a:lnTo>
                    <a:pt x="1443" y="374"/>
                  </a:lnTo>
                  <a:lnTo>
                    <a:pt x="1442" y="371"/>
                  </a:lnTo>
                  <a:lnTo>
                    <a:pt x="1442" y="370"/>
                  </a:lnTo>
                  <a:lnTo>
                    <a:pt x="1440" y="366"/>
                  </a:lnTo>
                  <a:lnTo>
                    <a:pt x="1440" y="363"/>
                  </a:lnTo>
                  <a:lnTo>
                    <a:pt x="1440" y="363"/>
                  </a:lnTo>
                  <a:lnTo>
                    <a:pt x="1439" y="365"/>
                  </a:lnTo>
                  <a:lnTo>
                    <a:pt x="1438" y="365"/>
                  </a:lnTo>
                  <a:lnTo>
                    <a:pt x="1439" y="362"/>
                  </a:lnTo>
                  <a:lnTo>
                    <a:pt x="1439" y="362"/>
                  </a:lnTo>
                  <a:lnTo>
                    <a:pt x="1443" y="358"/>
                  </a:lnTo>
                  <a:lnTo>
                    <a:pt x="1443" y="358"/>
                  </a:lnTo>
                  <a:lnTo>
                    <a:pt x="1444" y="357"/>
                  </a:lnTo>
                  <a:lnTo>
                    <a:pt x="1446" y="355"/>
                  </a:lnTo>
                  <a:close/>
                  <a:moveTo>
                    <a:pt x="216" y="349"/>
                  </a:moveTo>
                  <a:lnTo>
                    <a:pt x="218" y="349"/>
                  </a:lnTo>
                  <a:lnTo>
                    <a:pt x="217" y="350"/>
                  </a:lnTo>
                  <a:lnTo>
                    <a:pt x="214" y="350"/>
                  </a:lnTo>
                  <a:lnTo>
                    <a:pt x="214" y="351"/>
                  </a:lnTo>
                  <a:lnTo>
                    <a:pt x="213" y="351"/>
                  </a:lnTo>
                  <a:lnTo>
                    <a:pt x="213" y="350"/>
                  </a:lnTo>
                  <a:lnTo>
                    <a:pt x="216" y="349"/>
                  </a:lnTo>
                  <a:close/>
                  <a:moveTo>
                    <a:pt x="245" y="349"/>
                  </a:moveTo>
                  <a:lnTo>
                    <a:pt x="246" y="350"/>
                  </a:lnTo>
                  <a:lnTo>
                    <a:pt x="245" y="351"/>
                  </a:lnTo>
                  <a:lnTo>
                    <a:pt x="242" y="351"/>
                  </a:lnTo>
                  <a:lnTo>
                    <a:pt x="243" y="349"/>
                  </a:lnTo>
                  <a:lnTo>
                    <a:pt x="245" y="349"/>
                  </a:lnTo>
                  <a:close/>
                  <a:moveTo>
                    <a:pt x="250" y="347"/>
                  </a:moveTo>
                  <a:lnTo>
                    <a:pt x="250" y="349"/>
                  </a:lnTo>
                  <a:lnTo>
                    <a:pt x="249" y="351"/>
                  </a:lnTo>
                  <a:lnTo>
                    <a:pt x="247" y="350"/>
                  </a:lnTo>
                  <a:lnTo>
                    <a:pt x="247" y="350"/>
                  </a:lnTo>
                  <a:lnTo>
                    <a:pt x="249" y="347"/>
                  </a:lnTo>
                  <a:lnTo>
                    <a:pt x="250" y="347"/>
                  </a:lnTo>
                  <a:close/>
                  <a:moveTo>
                    <a:pt x="261" y="336"/>
                  </a:moveTo>
                  <a:lnTo>
                    <a:pt x="262" y="337"/>
                  </a:lnTo>
                  <a:lnTo>
                    <a:pt x="262" y="338"/>
                  </a:lnTo>
                  <a:lnTo>
                    <a:pt x="261" y="338"/>
                  </a:lnTo>
                  <a:lnTo>
                    <a:pt x="259" y="337"/>
                  </a:lnTo>
                  <a:lnTo>
                    <a:pt x="261" y="336"/>
                  </a:lnTo>
                  <a:close/>
                  <a:moveTo>
                    <a:pt x="275" y="336"/>
                  </a:moveTo>
                  <a:lnTo>
                    <a:pt x="278" y="337"/>
                  </a:lnTo>
                  <a:lnTo>
                    <a:pt x="276" y="337"/>
                  </a:lnTo>
                  <a:lnTo>
                    <a:pt x="274" y="338"/>
                  </a:lnTo>
                  <a:lnTo>
                    <a:pt x="272" y="340"/>
                  </a:lnTo>
                  <a:lnTo>
                    <a:pt x="271" y="340"/>
                  </a:lnTo>
                  <a:lnTo>
                    <a:pt x="272" y="337"/>
                  </a:lnTo>
                  <a:lnTo>
                    <a:pt x="275" y="336"/>
                  </a:lnTo>
                  <a:close/>
                  <a:moveTo>
                    <a:pt x="250" y="336"/>
                  </a:moveTo>
                  <a:lnTo>
                    <a:pt x="251" y="336"/>
                  </a:lnTo>
                  <a:lnTo>
                    <a:pt x="250" y="337"/>
                  </a:lnTo>
                  <a:lnTo>
                    <a:pt x="249" y="337"/>
                  </a:lnTo>
                  <a:lnTo>
                    <a:pt x="249" y="337"/>
                  </a:lnTo>
                  <a:lnTo>
                    <a:pt x="250" y="336"/>
                  </a:lnTo>
                  <a:close/>
                  <a:moveTo>
                    <a:pt x="254" y="336"/>
                  </a:moveTo>
                  <a:lnTo>
                    <a:pt x="257" y="336"/>
                  </a:lnTo>
                  <a:lnTo>
                    <a:pt x="257" y="338"/>
                  </a:lnTo>
                  <a:lnTo>
                    <a:pt x="255" y="338"/>
                  </a:lnTo>
                  <a:lnTo>
                    <a:pt x="254" y="337"/>
                  </a:lnTo>
                  <a:lnTo>
                    <a:pt x="253" y="336"/>
                  </a:lnTo>
                  <a:lnTo>
                    <a:pt x="254" y="336"/>
                  </a:lnTo>
                  <a:close/>
                  <a:moveTo>
                    <a:pt x="188" y="329"/>
                  </a:moveTo>
                  <a:lnTo>
                    <a:pt x="192" y="329"/>
                  </a:lnTo>
                  <a:lnTo>
                    <a:pt x="201" y="333"/>
                  </a:lnTo>
                  <a:lnTo>
                    <a:pt x="203" y="336"/>
                  </a:lnTo>
                  <a:lnTo>
                    <a:pt x="203" y="338"/>
                  </a:lnTo>
                  <a:lnTo>
                    <a:pt x="201" y="341"/>
                  </a:lnTo>
                  <a:lnTo>
                    <a:pt x="203" y="338"/>
                  </a:lnTo>
                  <a:lnTo>
                    <a:pt x="201" y="336"/>
                  </a:lnTo>
                  <a:lnTo>
                    <a:pt x="200" y="337"/>
                  </a:lnTo>
                  <a:lnTo>
                    <a:pt x="200" y="341"/>
                  </a:lnTo>
                  <a:lnTo>
                    <a:pt x="197" y="343"/>
                  </a:lnTo>
                  <a:lnTo>
                    <a:pt x="195" y="346"/>
                  </a:lnTo>
                  <a:lnTo>
                    <a:pt x="192" y="347"/>
                  </a:lnTo>
                  <a:lnTo>
                    <a:pt x="191" y="349"/>
                  </a:lnTo>
                  <a:lnTo>
                    <a:pt x="188" y="349"/>
                  </a:lnTo>
                  <a:lnTo>
                    <a:pt x="189" y="347"/>
                  </a:lnTo>
                  <a:lnTo>
                    <a:pt x="187" y="346"/>
                  </a:lnTo>
                  <a:lnTo>
                    <a:pt x="187" y="346"/>
                  </a:lnTo>
                  <a:lnTo>
                    <a:pt x="186" y="343"/>
                  </a:lnTo>
                  <a:lnTo>
                    <a:pt x="184" y="341"/>
                  </a:lnTo>
                  <a:lnTo>
                    <a:pt x="184" y="336"/>
                  </a:lnTo>
                  <a:lnTo>
                    <a:pt x="186" y="330"/>
                  </a:lnTo>
                  <a:lnTo>
                    <a:pt x="188" y="329"/>
                  </a:lnTo>
                  <a:close/>
                  <a:moveTo>
                    <a:pt x="292" y="326"/>
                  </a:moveTo>
                  <a:lnTo>
                    <a:pt x="290" y="329"/>
                  </a:lnTo>
                  <a:lnTo>
                    <a:pt x="290" y="328"/>
                  </a:lnTo>
                  <a:lnTo>
                    <a:pt x="292" y="326"/>
                  </a:lnTo>
                  <a:close/>
                  <a:moveTo>
                    <a:pt x="283" y="318"/>
                  </a:moveTo>
                  <a:lnTo>
                    <a:pt x="284" y="321"/>
                  </a:lnTo>
                  <a:lnTo>
                    <a:pt x="288" y="322"/>
                  </a:lnTo>
                  <a:lnTo>
                    <a:pt x="288" y="325"/>
                  </a:lnTo>
                  <a:lnTo>
                    <a:pt x="284" y="322"/>
                  </a:lnTo>
                  <a:lnTo>
                    <a:pt x="282" y="320"/>
                  </a:lnTo>
                  <a:lnTo>
                    <a:pt x="283" y="318"/>
                  </a:lnTo>
                  <a:close/>
                  <a:moveTo>
                    <a:pt x="279" y="316"/>
                  </a:moveTo>
                  <a:lnTo>
                    <a:pt x="280" y="317"/>
                  </a:lnTo>
                  <a:lnTo>
                    <a:pt x="279" y="318"/>
                  </a:lnTo>
                  <a:lnTo>
                    <a:pt x="279" y="318"/>
                  </a:lnTo>
                  <a:lnTo>
                    <a:pt x="279" y="316"/>
                  </a:lnTo>
                  <a:close/>
                  <a:moveTo>
                    <a:pt x="359" y="309"/>
                  </a:moveTo>
                  <a:lnTo>
                    <a:pt x="361" y="311"/>
                  </a:lnTo>
                  <a:lnTo>
                    <a:pt x="361" y="313"/>
                  </a:lnTo>
                  <a:lnTo>
                    <a:pt x="359" y="315"/>
                  </a:lnTo>
                  <a:lnTo>
                    <a:pt x="358" y="313"/>
                  </a:lnTo>
                  <a:lnTo>
                    <a:pt x="358" y="313"/>
                  </a:lnTo>
                  <a:lnTo>
                    <a:pt x="358" y="312"/>
                  </a:lnTo>
                  <a:lnTo>
                    <a:pt x="358" y="311"/>
                  </a:lnTo>
                  <a:lnTo>
                    <a:pt x="359" y="309"/>
                  </a:lnTo>
                  <a:close/>
                  <a:moveTo>
                    <a:pt x="1398" y="297"/>
                  </a:moveTo>
                  <a:lnTo>
                    <a:pt x="1398" y="297"/>
                  </a:lnTo>
                  <a:lnTo>
                    <a:pt x="1398" y="299"/>
                  </a:lnTo>
                  <a:lnTo>
                    <a:pt x="1397" y="300"/>
                  </a:lnTo>
                  <a:lnTo>
                    <a:pt x="1397" y="299"/>
                  </a:lnTo>
                  <a:lnTo>
                    <a:pt x="1397" y="297"/>
                  </a:lnTo>
                  <a:lnTo>
                    <a:pt x="1398" y="297"/>
                  </a:lnTo>
                  <a:close/>
                  <a:moveTo>
                    <a:pt x="275" y="293"/>
                  </a:moveTo>
                  <a:lnTo>
                    <a:pt x="276" y="293"/>
                  </a:lnTo>
                  <a:lnTo>
                    <a:pt x="279" y="296"/>
                  </a:lnTo>
                  <a:lnTo>
                    <a:pt x="280" y="297"/>
                  </a:lnTo>
                  <a:lnTo>
                    <a:pt x="283" y="299"/>
                  </a:lnTo>
                  <a:lnTo>
                    <a:pt x="286" y="301"/>
                  </a:lnTo>
                  <a:lnTo>
                    <a:pt x="288" y="301"/>
                  </a:lnTo>
                  <a:lnTo>
                    <a:pt x="291" y="305"/>
                  </a:lnTo>
                  <a:lnTo>
                    <a:pt x="295" y="308"/>
                  </a:lnTo>
                  <a:lnTo>
                    <a:pt x="295" y="312"/>
                  </a:lnTo>
                  <a:lnTo>
                    <a:pt x="293" y="313"/>
                  </a:lnTo>
                  <a:lnTo>
                    <a:pt x="292" y="313"/>
                  </a:lnTo>
                  <a:lnTo>
                    <a:pt x="291" y="315"/>
                  </a:lnTo>
                  <a:lnTo>
                    <a:pt x="287" y="315"/>
                  </a:lnTo>
                  <a:lnTo>
                    <a:pt x="286" y="313"/>
                  </a:lnTo>
                  <a:lnTo>
                    <a:pt x="287" y="312"/>
                  </a:lnTo>
                  <a:lnTo>
                    <a:pt x="286" y="309"/>
                  </a:lnTo>
                  <a:lnTo>
                    <a:pt x="286" y="308"/>
                  </a:lnTo>
                  <a:lnTo>
                    <a:pt x="283" y="308"/>
                  </a:lnTo>
                  <a:lnTo>
                    <a:pt x="282" y="308"/>
                  </a:lnTo>
                  <a:lnTo>
                    <a:pt x="282" y="311"/>
                  </a:lnTo>
                  <a:lnTo>
                    <a:pt x="280" y="309"/>
                  </a:lnTo>
                  <a:lnTo>
                    <a:pt x="279" y="308"/>
                  </a:lnTo>
                  <a:lnTo>
                    <a:pt x="276" y="307"/>
                  </a:lnTo>
                  <a:lnTo>
                    <a:pt x="272" y="301"/>
                  </a:lnTo>
                  <a:lnTo>
                    <a:pt x="271" y="300"/>
                  </a:lnTo>
                  <a:lnTo>
                    <a:pt x="272" y="300"/>
                  </a:lnTo>
                  <a:lnTo>
                    <a:pt x="274" y="301"/>
                  </a:lnTo>
                  <a:lnTo>
                    <a:pt x="275" y="301"/>
                  </a:lnTo>
                  <a:lnTo>
                    <a:pt x="275" y="300"/>
                  </a:lnTo>
                  <a:lnTo>
                    <a:pt x="274" y="299"/>
                  </a:lnTo>
                  <a:lnTo>
                    <a:pt x="272" y="297"/>
                  </a:lnTo>
                  <a:lnTo>
                    <a:pt x="274" y="296"/>
                  </a:lnTo>
                  <a:lnTo>
                    <a:pt x="274" y="295"/>
                  </a:lnTo>
                  <a:lnTo>
                    <a:pt x="275" y="293"/>
                  </a:lnTo>
                  <a:close/>
                  <a:moveTo>
                    <a:pt x="1397" y="292"/>
                  </a:moveTo>
                  <a:lnTo>
                    <a:pt x="1398" y="293"/>
                  </a:lnTo>
                  <a:lnTo>
                    <a:pt x="1398" y="295"/>
                  </a:lnTo>
                  <a:lnTo>
                    <a:pt x="1397" y="296"/>
                  </a:lnTo>
                  <a:lnTo>
                    <a:pt x="1394" y="293"/>
                  </a:lnTo>
                  <a:lnTo>
                    <a:pt x="1394" y="292"/>
                  </a:lnTo>
                  <a:lnTo>
                    <a:pt x="1397" y="292"/>
                  </a:lnTo>
                  <a:close/>
                  <a:moveTo>
                    <a:pt x="214" y="280"/>
                  </a:moveTo>
                  <a:lnTo>
                    <a:pt x="216" y="282"/>
                  </a:lnTo>
                  <a:lnTo>
                    <a:pt x="216" y="283"/>
                  </a:lnTo>
                  <a:lnTo>
                    <a:pt x="218" y="283"/>
                  </a:lnTo>
                  <a:lnTo>
                    <a:pt x="220" y="286"/>
                  </a:lnTo>
                  <a:lnTo>
                    <a:pt x="218" y="287"/>
                  </a:lnTo>
                  <a:lnTo>
                    <a:pt x="220" y="288"/>
                  </a:lnTo>
                  <a:lnTo>
                    <a:pt x="220" y="290"/>
                  </a:lnTo>
                  <a:lnTo>
                    <a:pt x="218" y="290"/>
                  </a:lnTo>
                  <a:lnTo>
                    <a:pt x="217" y="287"/>
                  </a:lnTo>
                  <a:lnTo>
                    <a:pt x="214" y="287"/>
                  </a:lnTo>
                  <a:lnTo>
                    <a:pt x="214" y="284"/>
                  </a:lnTo>
                  <a:lnTo>
                    <a:pt x="213" y="284"/>
                  </a:lnTo>
                  <a:lnTo>
                    <a:pt x="212" y="284"/>
                  </a:lnTo>
                  <a:lnTo>
                    <a:pt x="211" y="283"/>
                  </a:lnTo>
                  <a:lnTo>
                    <a:pt x="209" y="282"/>
                  </a:lnTo>
                  <a:lnTo>
                    <a:pt x="212" y="280"/>
                  </a:lnTo>
                  <a:lnTo>
                    <a:pt x="214" y="280"/>
                  </a:lnTo>
                  <a:close/>
                  <a:moveTo>
                    <a:pt x="502" y="259"/>
                  </a:moveTo>
                  <a:lnTo>
                    <a:pt x="503" y="259"/>
                  </a:lnTo>
                  <a:lnTo>
                    <a:pt x="504" y="262"/>
                  </a:lnTo>
                  <a:lnTo>
                    <a:pt x="503" y="263"/>
                  </a:lnTo>
                  <a:lnTo>
                    <a:pt x="502" y="262"/>
                  </a:lnTo>
                  <a:lnTo>
                    <a:pt x="502" y="259"/>
                  </a:lnTo>
                  <a:close/>
                  <a:moveTo>
                    <a:pt x="498" y="253"/>
                  </a:moveTo>
                  <a:lnTo>
                    <a:pt x="500" y="255"/>
                  </a:lnTo>
                  <a:lnTo>
                    <a:pt x="500" y="262"/>
                  </a:lnTo>
                  <a:lnTo>
                    <a:pt x="499" y="263"/>
                  </a:lnTo>
                  <a:lnTo>
                    <a:pt x="499" y="263"/>
                  </a:lnTo>
                  <a:lnTo>
                    <a:pt x="499" y="259"/>
                  </a:lnTo>
                  <a:lnTo>
                    <a:pt x="498" y="257"/>
                  </a:lnTo>
                  <a:lnTo>
                    <a:pt x="498" y="253"/>
                  </a:lnTo>
                  <a:lnTo>
                    <a:pt x="498" y="253"/>
                  </a:lnTo>
                  <a:close/>
                  <a:moveTo>
                    <a:pt x="495" y="247"/>
                  </a:moveTo>
                  <a:lnTo>
                    <a:pt x="496" y="249"/>
                  </a:lnTo>
                  <a:lnTo>
                    <a:pt x="496" y="251"/>
                  </a:lnTo>
                  <a:lnTo>
                    <a:pt x="495" y="250"/>
                  </a:lnTo>
                  <a:lnTo>
                    <a:pt x="494" y="247"/>
                  </a:lnTo>
                  <a:lnTo>
                    <a:pt x="495" y="247"/>
                  </a:lnTo>
                  <a:close/>
                  <a:moveTo>
                    <a:pt x="216" y="224"/>
                  </a:moveTo>
                  <a:lnTo>
                    <a:pt x="218" y="224"/>
                  </a:lnTo>
                  <a:lnTo>
                    <a:pt x="220" y="225"/>
                  </a:lnTo>
                  <a:lnTo>
                    <a:pt x="226" y="226"/>
                  </a:lnTo>
                  <a:lnTo>
                    <a:pt x="230" y="226"/>
                  </a:lnTo>
                  <a:lnTo>
                    <a:pt x="232" y="228"/>
                  </a:lnTo>
                  <a:lnTo>
                    <a:pt x="230" y="229"/>
                  </a:lnTo>
                  <a:lnTo>
                    <a:pt x="228" y="230"/>
                  </a:lnTo>
                  <a:lnTo>
                    <a:pt x="226" y="230"/>
                  </a:lnTo>
                  <a:lnTo>
                    <a:pt x="229" y="230"/>
                  </a:lnTo>
                  <a:lnTo>
                    <a:pt x="230" y="230"/>
                  </a:lnTo>
                  <a:lnTo>
                    <a:pt x="232" y="232"/>
                  </a:lnTo>
                  <a:lnTo>
                    <a:pt x="230" y="237"/>
                  </a:lnTo>
                  <a:lnTo>
                    <a:pt x="228" y="238"/>
                  </a:lnTo>
                  <a:lnTo>
                    <a:pt x="225" y="238"/>
                  </a:lnTo>
                  <a:lnTo>
                    <a:pt x="225" y="238"/>
                  </a:lnTo>
                  <a:lnTo>
                    <a:pt x="226" y="240"/>
                  </a:lnTo>
                  <a:lnTo>
                    <a:pt x="228" y="238"/>
                  </a:lnTo>
                  <a:lnTo>
                    <a:pt x="230" y="240"/>
                  </a:lnTo>
                  <a:lnTo>
                    <a:pt x="230" y="241"/>
                  </a:lnTo>
                  <a:lnTo>
                    <a:pt x="229" y="242"/>
                  </a:lnTo>
                  <a:lnTo>
                    <a:pt x="229" y="245"/>
                  </a:lnTo>
                  <a:lnTo>
                    <a:pt x="230" y="251"/>
                  </a:lnTo>
                  <a:lnTo>
                    <a:pt x="232" y="254"/>
                  </a:lnTo>
                  <a:lnTo>
                    <a:pt x="233" y="261"/>
                  </a:lnTo>
                  <a:lnTo>
                    <a:pt x="234" y="263"/>
                  </a:lnTo>
                  <a:lnTo>
                    <a:pt x="236" y="268"/>
                  </a:lnTo>
                  <a:lnTo>
                    <a:pt x="241" y="274"/>
                  </a:lnTo>
                  <a:lnTo>
                    <a:pt x="243" y="279"/>
                  </a:lnTo>
                  <a:lnTo>
                    <a:pt x="246" y="279"/>
                  </a:lnTo>
                  <a:lnTo>
                    <a:pt x="247" y="282"/>
                  </a:lnTo>
                  <a:lnTo>
                    <a:pt x="251" y="284"/>
                  </a:lnTo>
                  <a:lnTo>
                    <a:pt x="254" y="284"/>
                  </a:lnTo>
                  <a:lnTo>
                    <a:pt x="255" y="287"/>
                  </a:lnTo>
                  <a:lnTo>
                    <a:pt x="257" y="288"/>
                  </a:lnTo>
                  <a:lnTo>
                    <a:pt x="258" y="287"/>
                  </a:lnTo>
                  <a:lnTo>
                    <a:pt x="261" y="290"/>
                  </a:lnTo>
                  <a:lnTo>
                    <a:pt x="261" y="291"/>
                  </a:lnTo>
                  <a:lnTo>
                    <a:pt x="261" y="292"/>
                  </a:lnTo>
                  <a:lnTo>
                    <a:pt x="259" y="293"/>
                  </a:lnTo>
                  <a:lnTo>
                    <a:pt x="258" y="293"/>
                  </a:lnTo>
                  <a:lnTo>
                    <a:pt x="257" y="293"/>
                  </a:lnTo>
                  <a:lnTo>
                    <a:pt x="257" y="295"/>
                  </a:lnTo>
                  <a:lnTo>
                    <a:pt x="257" y="295"/>
                  </a:lnTo>
                  <a:lnTo>
                    <a:pt x="259" y="295"/>
                  </a:lnTo>
                  <a:lnTo>
                    <a:pt x="259" y="297"/>
                  </a:lnTo>
                  <a:lnTo>
                    <a:pt x="259" y="299"/>
                  </a:lnTo>
                  <a:lnTo>
                    <a:pt x="258" y="300"/>
                  </a:lnTo>
                  <a:lnTo>
                    <a:pt x="257" y="299"/>
                  </a:lnTo>
                  <a:lnTo>
                    <a:pt x="255" y="296"/>
                  </a:lnTo>
                  <a:lnTo>
                    <a:pt x="255" y="296"/>
                  </a:lnTo>
                  <a:lnTo>
                    <a:pt x="254" y="295"/>
                  </a:lnTo>
                  <a:lnTo>
                    <a:pt x="251" y="293"/>
                  </a:lnTo>
                  <a:lnTo>
                    <a:pt x="251" y="295"/>
                  </a:lnTo>
                  <a:lnTo>
                    <a:pt x="251" y="295"/>
                  </a:lnTo>
                  <a:lnTo>
                    <a:pt x="253" y="297"/>
                  </a:lnTo>
                  <a:lnTo>
                    <a:pt x="253" y="299"/>
                  </a:lnTo>
                  <a:lnTo>
                    <a:pt x="251" y="299"/>
                  </a:lnTo>
                  <a:lnTo>
                    <a:pt x="249" y="297"/>
                  </a:lnTo>
                  <a:lnTo>
                    <a:pt x="247" y="295"/>
                  </a:lnTo>
                  <a:lnTo>
                    <a:pt x="246" y="296"/>
                  </a:lnTo>
                  <a:lnTo>
                    <a:pt x="246" y="297"/>
                  </a:lnTo>
                  <a:lnTo>
                    <a:pt x="245" y="297"/>
                  </a:lnTo>
                  <a:lnTo>
                    <a:pt x="243" y="295"/>
                  </a:lnTo>
                  <a:lnTo>
                    <a:pt x="243" y="293"/>
                  </a:lnTo>
                  <a:lnTo>
                    <a:pt x="241" y="292"/>
                  </a:lnTo>
                  <a:lnTo>
                    <a:pt x="238" y="292"/>
                  </a:lnTo>
                  <a:lnTo>
                    <a:pt x="238" y="292"/>
                  </a:lnTo>
                  <a:lnTo>
                    <a:pt x="238" y="293"/>
                  </a:lnTo>
                  <a:lnTo>
                    <a:pt x="242" y="295"/>
                  </a:lnTo>
                  <a:lnTo>
                    <a:pt x="242" y="297"/>
                  </a:lnTo>
                  <a:lnTo>
                    <a:pt x="241" y="299"/>
                  </a:lnTo>
                  <a:lnTo>
                    <a:pt x="239" y="299"/>
                  </a:lnTo>
                  <a:lnTo>
                    <a:pt x="237" y="297"/>
                  </a:lnTo>
                  <a:lnTo>
                    <a:pt x="237" y="295"/>
                  </a:lnTo>
                  <a:lnTo>
                    <a:pt x="236" y="293"/>
                  </a:lnTo>
                  <a:lnTo>
                    <a:pt x="234" y="292"/>
                  </a:lnTo>
                  <a:lnTo>
                    <a:pt x="234" y="295"/>
                  </a:lnTo>
                  <a:lnTo>
                    <a:pt x="232" y="293"/>
                  </a:lnTo>
                  <a:lnTo>
                    <a:pt x="229" y="293"/>
                  </a:lnTo>
                  <a:lnTo>
                    <a:pt x="226" y="293"/>
                  </a:lnTo>
                  <a:lnTo>
                    <a:pt x="224" y="292"/>
                  </a:lnTo>
                  <a:lnTo>
                    <a:pt x="222" y="291"/>
                  </a:lnTo>
                  <a:lnTo>
                    <a:pt x="222" y="290"/>
                  </a:lnTo>
                  <a:lnTo>
                    <a:pt x="224" y="291"/>
                  </a:lnTo>
                  <a:lnTo>
                    <a:pt x="225" y="290"/>
                  </a:lnTo>
                  <a:lnTo>
                    <a:pt x="225" y="288"/>
                  </a:lnTo>
                  <a:lnTo>
                    <a:pt x="222" y="287"/>
                  </a:lnTo>
                  <a:lnTo>
                    <a:pt x="222" y="286"/>
                  </a:lnTo>
                  <a:lnTo>
                    <a:pt x="224" y="284"/>
                  </a:lnTo>
                  <a:lnTo>
                    <a:pt x="225" y="283"/>
                  </a:lnTo>
                  <a:lnTo>
                    <a:pt x="226" y="283"/>
                  </a:lnTo>
                  <a:lnTo>
                    <a:pt x="226" y="282"/>
                  </a:lnTo>
                  <a:lnTo>
                    <a:pt x="226" y="282"/>
                  </a:lnTo>
                  <a:lnTo>
                    <a:pt x="224" y="282"/>
                  </a:lnTo>
                  <a:lnTo>
                    <a:pt x="222" y="283"/>
                  </a:lnTo>
                  <a:lnTo>
                    <a:pt x="220" y="280"/>
                  </a:lnTo>
                  <a:lnTo>
                    <a:pt x="217" y="278"/>
                  </a:lnTo>
                  <a:lnTo>
                    <a:pt x="217" y="275"/>
                  </a:lnTo>
                  <a:lnTo>
                    <a:pt x="217" y="274"/>
                  </a:lnTo>
                  <a:lnTo>
                    <a:pt x="217" y="272"/>
                  </a:lnTo>
                  <a:lnTo>
                    <a:pt x="216" y="275"/>
                  </a:lnTo>
                  <a:lnTo>
                    <a:pt x="216" y="276"/>
                  </a:lnTo>
                  <a:lnTo>
                    <a:pt x="214" y="278"/>
                  </a:lnTo>
                  <a:lnTo>
                    <a:pt x="213" y="278"/>
                  </a:lnTo>
                  <a:lnTo>
                    <a:pt x="212" y="275"/>
                  </a:lnTo>
                  <a:lnTo>
                    <a:pt x="211" y="272"/>
                  </a:lnTo>
                  <a:lnTo>
                    <a:pt x="211" y="271"/>
                  </a:lnTo>
                  <a:lnTo>
                    <a:pt x="212" y="268"/>
                  </a:lnTo>
                  <a:lnTo>
                    <a:pt x="211" y="271"/>
                  </a:lnTo>
                  <a:lnTo>
                    <a:pt x="211" y="272"/>
                  </a:lnTo>
                  <a:lnTo>
                    <a:pt x="211" y="276"/>
                  </a:lnTo>
                  <a:lnTo>
                    <a:pt x="209" y="279"/>
                  </a:lnTo>
                  <a:lnTo>
                    <a:pt x="207" y="279"/>
                  </a:lnTo>
                  <a:lnTo>
                    <a:pt x="205" y="280"/>
                  </a:lnTo>
                  <a:lnTo>
                    <a:pt x="204" y="279"/>
                  </a:lnTo>
                  <a:lnTo>
                    <a:pt x="200" y="276"/>
                  </a:lnTo>
                  <a:lnTo>
                    <a:pt x="200" y="275"/>
                  </a:lnTo>
                  <a:lnTo>
                    <a:pt x="197" y="272"/>
                  </a:lnTo>
                  <a:lnTo>
                    <a:pt x="196" y="271"/>
                  </a:lnTo>
                  <a:lnTo>
                    <a:pt x="197" y="268"/>
                  </a:lnTo>
                  <a:lnTo>
                    <a:pt x="196" y="265"/>
                  </a:lnTo>
                  <a:lnTo>
                    <a:pt x="196" y="263"/>
                  </a:lnTo>
                  <a:lnTo>
                    <a:pt x="199" y="261"/>
                  </a:lnTo>
                  <a:lnTo>
                    <a:pt x="200" y="259"/>
                  </a:lnTo>
                  <a:lnTo>
                    <a:pt x="201" y="261"/>
                  </a:lnTo>
                  <a:lnTo>
                    <a:pt x="204" y="261"/>
                  </a:lnTo>
                  <a:lnTo>
                    <a:pt x="205" y="261"/>
                  </a:lnTo>
                  <a:lnTo>
                    <a:pt x="207" y="261"/>
                  </a:lnTo>
                  <a:lnTo>
                    <a:pt x="205" y="258"/>
                  </a:lnTo>
                  <a:lnTo>
                    <a:pt x="205" y="255"/>
                  </a:lnTo>
                  <a:lnTo>
                    <a:pt x="207" y="254"/>
                  </a:lnTo>
                  <a:lnTo>
                    <a:pt x="208" y="254"/>
                  </a:lnTo>
                  <a:lnTo>
                    <a:pt x="209" y="254"/>
                  </a:lnTo>
                  <a:lnTo>
                    <a:pt x="207" y="254"/>
                  </a:lnTo>
                  <a:lnTo>
                    <a:pt x="205" y="251"/>
                  </a:lnTo>
                  <a:lnTo>
                    <a:pt x="205" y="250"/>
                  </a:lnTo>
                  <a:lnTo>
                    <a:pt x="208" y="249"/>
                  </a:lnTo>
                  <a:lnTo>
                    <a:pt x="207" y="247"/>
                  </a:lnTo>
                  <a:lnTo>
                    <a:pt x="205" y="247"/>
                  </a:lnTo>
                  <a:lnTo>
                    <a:pt x="204" y="250"/>
                  </a:lnTo>
                  <a:lnTo>
                    <a:pt x="203" y="250"/>
                  </a:lnTo>
                  <a:lnTo>
                    <a:pt x="203" y="247"/>
                  </a:lnTo>
                  <a:lnTo>
                    <a:pt x="205" y="246"/>
                  </a:lnTo>
                  <a:lnTo>
                    <a:pt x="205" y="245"/>
                  </a:lnTo>
                  <a:lnTo>
                    <a:pt x="201" y="246"/>
                  </a:lnTo>
                  <a:lnTo>
                    <a:pt x="200" y="247"/>
                  </a:lnTo>
                  <a:lnTo>
                    <a:pt x="199" y="246"/>
                  </a:lnTo>
                  <a:lnTo>
                    <a:pt x="199" y="243"/>
                  </a:lnTo>
                  <a:lnTo>
                    <a:pt x="201" y="240"/>
                  </a:lnTo>
                  <a:lnTo>
                    <a:pt x="203" y="240"/>
                  </a:lnTo>
                  <a:lnTo>
                    <a:pt x="205" y="240"/>
                  </a:lnTo>
                  <a:lnTo>
                    <a:pt x="205" y="238"/>
                  </a:lnTo>
                  <a:lnTo>
                    <a:pt x="205" y="237"/>
                  </a:lnTo>
                  <a:lnTo>
                    <a:pt x="203" y="237"/>
                  </a:lnTo>
                  <a:lnTo>
                    <a:pt x="203" y="234"/>
                  </a:lnTo>
                  <a:lnTo>
                    <a:pt x="203" y="233"/>
                  </a:lnTo>
                  <a:lnTo>
                    <a:pt x="204" y="230"/>
                  </a:lnTo>
                  <a:lnTo>
                    <a:pt x="207" y="228"/>
                  </a:lnTo>
                  <a:lnTo>
                    <a:pt x="208" y="226"/>
                  </a:lnTo>
                  <a:lnTo>
                    <a:pt x="212" y="226"/>
                  </a:lnTo>
                  <a:lnTo>
                    <a:pt x="216" y="224"/>
                  </a:lnTo>
                  <a:close/>
                  <a:moveTo>
                    <a:pt x="428" y="212"/>
                  </a:moveTo>
                  <a:lnTo>
                    <a:pt x="430" y="212"/>
                  </a:lnTo>
                  <a:lnTo>
                    <a:pt x="432" y="212"/>
                  </a:lnTo>
                  <a:lnTo>
                    <a:pt x="432" y="215"/>
                  </a:lnTo>
                  <a:lnTo>
                    <a:pt x="430" y="217"/>
                  </a:lnTo>
                  <a:lnTo>
                    <a:pt x="428" y="217"/>
                  </a:lnTo>
                  <a:lnTo>
                    <a:pt x="426" y="220"/>
                  </a:lnTo>
                  <a:lnTo>
                    <a:pt x="425" y="221"/>
                  </a:lnTo>
                  <a:lnTo>
                    <a:pt x="423" y="224"/>
                  </a:lnTo>
                  <a:lnTo>
                    <a:pt x="421" y="224"/>
                  </a:lnTo>
                  <a:lnTo>
                    <a:pt x="420" y="222"/>
                  </a:lnTo>
                  <a:lnTo>
                    <a:pt x="420" y="220"/>
                  </a:lnTo>
                  <a:lnTo>
                    <a:pt x="421" y="218"/>
                  </a:lnTo>
                  <a:lnTo>
                    <a:pt x="424" y="217"/>
                  </a:lnTo>
                  <a:lnTo>
                    <a:pt x="423" y="215"/>
                  </a:lnTo>
                  <a:lnTo>
                    <a:pt x="425" y="212"/>
                  </a:lnTo>
                  <a:lnTo>
                    <a:pt x="428" y="212"/>
                  </a:lnTo>
                  <a:close/>
                  <a:moveTo>
                    <a:pt x="391" y="204"/>
                  </a:moveTo>
                  <a:lnTo>
                    <a:pt x="392" y="204"/>
                  </a:lnTo>
                  <a:lnTo>
                    <a:pt x="394" y="205"/>
                  </a:lnTo>
                  <a:lnTo>
                    <a:pt x="392" y="207"/>
                  </a:lnTo>
                  <a:lnTo>
                    <a:pt x="392" y="208"/>
                  </a:lnTo>
                  <a:lnTo>
                    <a:pt x="394" y="209"/>
                  </a:lnTo>
                  <a:lnTo>
                    <a:pt x="394" y="212"/>
                  </a:lnTo>
                  <a:lnTo>
                    <a:pt x="392" y="212"/>
                  </a:lnTo>
                  <a:lnTo>
                    <a:pt x="391" y="211"/>
                  </a:lnTo>
                  <a:lnTo>
                    <a:pt x="390" y="211"/>
                  </a:lnTo>
                  <a:lnTo>
                    <a:pt x="388" y="208"/>
                  </a:lnTo>
                  <a:lnTo>
                    <a:pt x="388" y="204"/>
                  </a:lnTo>
                  <a:lnTo>
                    <a:pt x="391" y="204"/>
                  </a:lnTo>
                  <a:close/>
                  <a:moveTo>
                    <a:pt x="355" y="197"/>
                  </a:moveTo>
                  <a:lnTo>
                    <a:pt x="357" y="197"/>
                  </a:lnTo>
                  <a:lnTo>
                    <a:pt x="358" y="200"/>
                  </a:lnTo>
                  <a:lnTo>
                    <a:pt x="359" y="203"/>
                  </a:lnTo>
                  <a:lnTo>
                    <a:pt x="362" y="204"/>
                  </a:lnTo>
                  <a:lnTo>
                    <a:pt x="363" y="207"/>
                  </a:lnTo>
                  <a:lnTo>
                    <a:pt x="363" y="208"/>
                  </a:lnTo>
                  <a:lnTo>
                    <a:pt x="361" y="208"/>
                  </a:lnTo>
                  <a:lnTo>
                    <a:pt x="358" y="211"/>
                  </a:lnTo>
                  <a:lnTo>
                    <a:pt x="357" y="212"/>
                  </a:lnTo>
                  <a:lnTo>
                    <a:pt x="355" y="213"/>
                  </a:lnTo>
                  <a:lnTo>
                    <a:pt x="354" y="212"/>
                  </a:lnTo>
                  <a:lnTo>
                    <a:pt x="353" y="213"/>
                  </a:lnTo>
                  <a:lnTo>
                    <a:pt x="353" y="211"/>
                  </a:lnTo>
                  <a:lnTo>
                    <a:pt x="351" y="211"/>
                  </a:lnTo>
                  <a:lnTo>
                    <a:pt x="351" y="212"/>
                  </a:lnTo>
                  <a:lnTo>
                    <a:pt x="351" y="213"/>
                  </a:lnTo>
                  <a:lnTo>
                    <a:pt x="350" y="213"/>
                  </a:lnTo>
                  <a:lnTo>
                    <a:pt x="349" y="212"/>
                  </a:lnTo>
                  <a:lnTo>
                    <a:pt x="349" y="208"/>
                  </a:lnTo>
                  <a:lnTo>
                    <a:pt x="349" y="205"/>
                  </a:lnTo>
                  <a:lnTo>
                    <a:pt x="347" y="204"/>
                  </a:lnTo>
                  <a:lnTo>
                    <a:pt x="346" y="201"/>
                  </a:lnTo>
                  <a:lnTo>
                    <a:pt x="349" y="200"/>
                  </a:lnTo>
                  <a:lnTo>
                    <a:pt x="351" y="200"/>
                  </a:lnTo>
                  <a:lnTo>
                    <a:pt x="353" y="197"/>
                  </a:lnTo>
                  <a:lnTo>
                    <a:pt x="355" y="197"/>
                  </a:lnTo>
                  <a:close/>
                  <a:moveTo>
                    <a:pt x="401" y="197"/>
                  </a:moveTo>
                  <a:lnTo>
                    <a:pt x="404" y="197"/>
                  </a:lnTo>
                  <a:lnTo>
                    <a:pt x="407" y="199"/>
                  </a:lnTo>
                  <a:lnTo>
                    <a:pt x="407" y="200"/>
                  </a:lnTo>
                  <a:lnTo>
                    <a:pt x="405" y="200"/>
                  </a:lnTo>
                  <a:lnTo>
                    <a:pt x="403" y="200"/>
                  </a:lnTo>
                  <a:lnTo>
                    <a:pt x="400" y="197"/>
                  </a:lnTo>
                  <a:lnTo>
                    <a:pt x="401" y="197"/>
                  </a:lnTo>
                  <a:close/>
                  <a:moveTo>
                    <a:pt x="432" y="192"/>
                  </a:moveTo>
                  <a:lnTo>
                    <a:pt x="433" y="195"/>
                  </a:lnTo>
                  <a:lnTo>
                    <a:pt x="436" y="197"/>
                  </a:lnTo>
                  <a:lnTo>
                    <a:pt x="436" y="201"/>
                  </a:lnTo>
                  <a:lnTo>
                    <a:pt x="438" y="204"/>
                  </a:lnTo>
                  <a:lnTo>
                    <a:pt x="438" y="205"/>
                  </a:lnTo>
                  <a:lnTo>
                    <a:pt x="436" y="207"/>
                  </a:lnTo>
                  <a:lnTo>
                    <a:pt x="434" y="205"/>
                  </a:lnTo>
                  <a:lnTo>
                    <a:pt x="432" y="205"/>
                  </a:lnTo>
                  <a:lnTo>
                    <a:pt x="430" y="204"/>
                  </a:lnTo>
                  <a:lnTo>
                    <a:pt x="428" y="204"/>
                  </a:lnTo>
                  <a:lnTo>
                    <a:pt x="428" y="203"/>
                  </a:lnTo>
                  <a:lnTo>
                    <a:pt x="429" y="199"/>
                  </a:lnTo>
                  <a:lnTo>
                    <a:pt x="429" y="196"/>
                  </a:lnTo>
                  <a:lnTo>
                    <a:pt x="432" y="192"/>
                  </a:lnTo>
                  <a:close/>
                  <a:moveTo>
                    <a:pt x="396" y="188"/>
                  </a:moveTo>
                  <a:lnTo>
                    <a:pt x="396" y="188"/>
                  </a:lnTo>
                  <a:lnTo>
                    <a:pt x="395" y="190"/>
                  </a:lnTo>
                  <a:lnTo>
                    <a:pt x="395" y="191"/>
                  </a:lnTo>
                  <a:lnTo>
                    <a:pt x="396" y="192"/>
                  </a:lnTo>
                  <a:lnTo>
                    <a:pt x="394" y="193"/>
                  </a:lnTo>
                  <a:lnTo>
                    <a:pt x="392" y="192"/>
                  </a:lnTo>
                  <a:lnTo>
                    <a:pt x="390" y="195"/>
                  </a:lnTo>
                  <a:lnTo>
                    <a:pt x="390" y="193"/>
                  </a:lnTo>
                  <a:lnTo>
                    <a:pt x="391" y="190"/>
                  </a:lnTo>
                  <a:lnTo>
                    <a:pt x="395" y="188"/>
                  </a:lnTo>
                  <a:lnTo>
                    <a:pt x="396" y="188"/>
                  </a:lnTo>
                  <a:close/>
                  <a:moveTo>
                    <a:pt x="462" y="162"/>
                  </a:moveTo>
                  <a:lnTo>
                    <a:pt x="465" y="163"/>
                  </a:lnTo>
                  <a:lnTo>
                    <a:pt x="463" y="163"/>
                  </a:lnTo>
                  <a:lnTo>
                    <a:pt x="461" y="163"/>
                  </a:lnTo>
                  <a:lnTo>
                    <a:pt x="459" y="163"/>
                  </a:lnTo>
                  <a:lnTo>
                    <a:pt x="462" y="162"/>
                  </a:lnTo>
                  <a:close/>
                  <a:moveTo>
                    <a:pt x="446" y="161"/>
                  </a:moveTo>
                  <a:lnTo>
                    <a:pt x="448" y="162"/>
                  </a:lnTo>
                  <a:lnTo>
                    <a:pt x="446" y="165"/>
                  </a:lnTo>
                  <a:lnTo>
                    <a:pt x="444" y="163"/>
                  </a:lnTo>
                  <a:lnTo>
                    <a:pt x="444" y="162"/>
                  </a:lnTo>
                  <a:lnTo>
                    <a:pt x="445" y="161"/>
                  </a:lnTo>
                  <a:lnTo>
                    <a:pt x="446" y="161"/>
                  </a:lnTo>
                  <a:close/>
                  <a:moveTo>
                    <a:pt x="453" y="159"/>
                  </a:moveTo>
                  <a:lnTo>
                    <a:pt x="455" y="159"/>
                  </a:lnTo>
                  <a:lnTo>
                    <a:pt x="454" y="161"/>
                  </a:lnTo>
                  <a:lnTo>
                    <a:pt x="453" y="162"/>
                  </a:lnTo>
                  <a:lnTo>
                    <a:pt x="450" y="162"/>
                  </a:lnTo>
                  <a:lnTo>
                    <a:pt x="450" y="161"/>
                  </a:lnTo>
                  <a:lnTo>
                    <a:pt x="451" y="159"/>
                  </a:lnTo>
                  <a:lnTo>
                    <a:pt x="453" y="159"/>
                  </a:lnTo>
                  <a:close/>
                  <a:moveTo>
                    <a:pt x="480" y="158"/>
                  </a:moveTo>
                  <a:lnTo>
                    <a:pt x="482" y="159"/>
                  </a:lnTo>
                  <a:lnTo>
                    <a:pt x="484" y="161"/>
                  </a:lnTo>
                  <a:lnTo>
                    <a:pt x="483" y="162"/>
                  </a:lnTo>
                  <a:lnTo>
                    <a:pt x="482" y="162"/>
                  </a:lnTo>
                  <a:lnTo>
                    <a:pt x="480" y="158"/>
                  </a:lnTo>
                  <a:close/>
                  <a:moveTo>
                    <a:pt x="473" y="154"/>
                  </a:moveTo>
                  <a:lnTo>
                    <a:pt x="475" y="155"/>
                  </a:lnTo>
                  <a:lnTo>
                    <a:pt x="473" y="157"/>
                  </a:lnTo>
                  <a:lnTo>
                    <a:pt x="471" y="157"/>
                  </a:lnTo>
                  <a:lnTo>
                    <a:pt x="471" y="155"/>
                  </a:lnTo>
                  <a:lnTo>
                    <a:pt x="471" y="154"/>
                  </a:lnTo>
                  <a:lnTo>
                    <a:pt x="473" y="154"/>
                  </a:lnTo>
                  <a:close/>
                  <a:moveTo>
                    <a:pt x="413" y="149"/>
                  </a:moveTo>
                  <a:lnTo>
                    <a:pt x="415" y="150"/>
                  </a:lnTo>
                  <a:lnTo>
                    <a:pt x="415" y="151"/>
                  </a:lnTo>
                  <a:lnTo>
                    <a:pt x="416" y="153"/>
                  </a:lnTo>
                  <a:lnTo>
                    <a:pt x="413" y="154"/>
                  </a:lnTo>
                  <a:lnTo>
                    <a:pt x="412" y="153"/>
                  </a:lnTo>
                  <a:lnTo>
                    <a:pt x="412" y="151"/>
                  </a:lnTo>
                  <a:lnTo>
                    <a:pt x="411" y="151"/>
                  </a:lnTo>
                  <a:lnTo>
                    <a:pt x="411" y="150"/>
                  </a:lnTo>
                  <a:lnTo>
                    <a:pt x="413" y="149"/>
                  </a:lnTo>
                  <a:close/>
                  <a:moveTo>
                    <a:pt x="462" y="145"/>
                  </a:moveTo>
                  <a:lnTo>
                    <a:pt x="463" y="146"/>
                  </a:lnTo>
                  <a:lnTo>
                    <a:pt x="463" y="146"/>
                  </a:lnTo>
                  <a:lnTo>
                    <a:pt x="462" y="147"/>
                  </a:lnTo>
                  <a:lnTo>
                    <a:pt x="461" y="149"/>
                  </a:lnTo>
                  <a:lnTo>
                    <a:pt x="462" y="149"/>
                  </a:lnTo>
                  <a:lnTo>
                    <a:pt x="461" y="150"/>
                  </a:lnTo>
                  <a:lnTo>
                    <a:pt x="459" y="149"/>
                  </a:lnTo>
                  <a:lnTo>
                    <a:pt x="459" y="147"/>
                  </a:lnTo>
                  <a:lnTo>
                    <a:pt x="462" y="145"/>
                  </a:lnTo>
                  <a:close/>
                  <a:moveTo>
                    <a:pt x="226" y="143"/>
                  </a:moveTo>
                  <a:lnTo>
                    <a:pt x="228" y="145"/>
                  </a:lnTo>
                  <a:lnTo>
                    <a:pt x="228" y="146"/>
                  </a:lnTo>
                  <a:lnTo>
                    <a:pt x="224" y="147"/>
                  </a:lnTo>
                  <a:lnTo>
                    <a:pt x="224" y="149"/>
                  </a:lnTo>
                  <a:lnTo>
                    <a:pt x="222" y="150"/>
                  </a:lnTo>
                  <a:lnTo>
                    <a:pt x="221" y="147"/>
                  </a:lnTo>
                  <a:lnTo>
                    <a:pt x="222" y="146"/>
                  </a:lnTo>
                  <a:lnTo>
                    <a:pt x="224" y="146"/>
                  </a:lnTo>
                  <a:lnTo>
                    <a:pt x="226" y="143"/>
                  </a:lnTo>
                  <a:close/>
                  <a:moveTo>
                    <a:pt x="466" y="143"/>
                  </a:moveTo>
                  <a:lnTo>
                    <a:pt x="469" y="143"/>
                  </a:lnTo>
                  <a:lnTo>
                    <a:pt x="469" y="145"/>
                  </a:lnTo>
                  <a:lnTo>
                    <a:pt x="469" y="146"/>
                  </a:lnTo>
                  <a:lnTo>
                    <a:pt x="467" y="146"/>
                  </a:lnTo>
                  <a:lnTo>
                    <a:pt x="466" y="146"/>
                  </a:lnTo>
                  <a:lnTo>
                    <a:pt x="466" y="145"/>
                  </a:lnTo>
                  <a:lnTo>
                    <a:pt x="466" y="143"/>
                  </a:lnTo>
                  <a:close/>
                  <a:moveTo>
                    <a:pt x="473" y="142"/>
                  </a:moveTo>
                  <a:lnTo>
                    <a:pt x="474" y="143"/>
                  </a:lnTo>
                  <a:lnTo>
                    <a:pt x="474" y="145"/>
                  </a:lnTo>
                  <a:lnTo>
                    <a:pt x="471" y="146"/>
                  </a:lnTo>
                  <a:lnTo>
                    <a:pt x="471" y="146"/>
                  </a:lnTo>
                  <a:lnTo>
                    <a:pt x="470" y="146"/>
                  </a:lnTo>
                  <a:lnTo>
                    <a:pt x="471" y="145"/>
                  </a:lnTo>
                  <a:lnTo>
                    <a:pt x="470" y="143"/>
                  </a:lnTo>
                  <a:lnTo>
                    <a:pt x="471" y="142"/>
                  </a:lnTo>
                  <a:lnTo>
                    <a:pt x="473" y="142"/>
                  </a:lnTo>
                  <a:close/>
                  <a:moveTo>
                    <a:pt x="462" y="136"/>
                  </a:moveTo>
                  <a:lnTo>
                    <a:pt x="465" y="136"/>
                  </a:lnTo>
                  <a:lnTo>
                    <a:pt x="465" y="137"/>
                  </a:lnTo>
                  <a:lnTo>
                    <a:pt x="463" y="140"/>
                  </a:lnTo>
                  <a:lnTo>
                    <a:pt x="462" y="138"/>
                  </a:lnTo>
                  <a:lnTo>
                    <a:pt x="459" y="137"/>
                  </a:lnTo>
                  <a:lnTo>
                    <a:pt x="459" y="137"/>
                  </a:lnTo>
                  <a:lnTo>
                    <a:pt x="461" y="136"/>
                  </a:lnTo>
                  <a:lnTo>
                    <a:pt x="462" y="136"/>
                  </a:lnTo>
                  <a:close/>
                  <a:moveTo>
                    <a:pt x="471" y="128"/>
                  </a:moveTo>
                  <a:lnTo>
                    <a:pt x="475" y="128"/>
                  </a:lnTo>
                  <a:lnTo>
                    <a:pt x="477" y="129"/>
                  </a:lnTo>
                  <a:lnTo>
                    <a:pt x="477" y="130"/>
                  </a:lnTo>
                  <a:lnTo>
                    <a:pt x="474" y="130"/>
                  </a:lnTo>
                  <a:lnTo>
                    <a:pt x="475" y="132"/>
                  </a:lnTo>
                  <a:lnTo>
                    <a:pt x="475" y="133"/>
                  </a:lnTo>
                  <a:lnTo>
                    <a:pt x="474" y="133"/>
                  </a:lnTo>
                  <a:lnTo>
                    <a:pt x="473" y="133"/>
                  </a:lnTo>
                  <a:lnTo>
                    <a:pt x="470" y="132"/>
                  </a:lnTo>
                  <a:lnTo>
                    <a:pt x="469" y="132"/>
                  </a:lnTo>
                  <a:lnTo>
                    <a:pt x="467" y="129"/>
                  </a:lnTo>
                  <a:lnTo>
                    <a:pt x="469" y="129"/>
                  </a:lnTo>
                  <a:lnTo>
                    <a:pt x="470" y="130"/>
                  </a:lnTo>
                  <a:lnTo>
                    <a:pt x="471" y="130"/>
                  </a:lnTo>
                  <a:lnTo>
                    <a:pt x="470" y="128"/>
                  </a:lnTo>
                  <a:lnTo>
                    <a:pt x="471" y="128"/>
                  </a:lnTo>
                  <a:close/>
                  <a:moveTo>
                    <a:pt x="425" y="118"/>
                  </a:moveTo>
                  <a:lnTo>
                    <a:pt x="425" y="120"/>
                  </a:lnTo>
                  <a:lnTo>
                    <a:pt x="425" y="121"/>
                  </a:lnTo>
                  <a:lnTo>
                    <a:pt x="426" y="122"/>
                  </a:lnTo>
                  <a:lnTo>
                    <a:pt x="426" y="124"/>
                  </a:lnTo>
                  <a:lnTo>
                    <a:pt x="425" y="125"/>
                  </a:lnTo>
                  <a:lnTo>
                    <a:pt x="426" y="128"/>
                  </a:lnTo>
                  <a:lnTo>
                    <a:pt x="425" y="130"/>
                  </a:lnTo>
                  <a:lnTo>
                    <a:pt x="425" y="129"/>
                  </a:lnTo>
                  <a:lnTo>
                    <a:pt x="424" y="126"/>
                  </a:lnTo>
                  <a:lnTo>
                    <a:pt x="424" y="126"/>
                  </a:lnTo>
                  <a:lnTo>
                    <a:pt x="423" y="126"/>
                  </a:lnTo>
                  <a:lnTo>
                    <a:pt x="421" y="126"/>
                  </a:lnTo>
                  <a:lnTo>
                    <a:pt x="420" y="122"/>
                  </a:lnTo>
                  <a:lnTo>
                    <a:pt x="421" y="124"/>
                  </a:lnTo>
                  <a:lnTo>
                    <a:pt x="423" y="124"/>
                  </a:lnTo>
                  <a:lnTo>
                    <a:pt x="423" y="122"/>
                  </a:lnTo>
                  <a:lnTo>
                    <a:pt x="421" y="120"/>
                  </a:lnTo>
                  <a:lnTo>
                    <a:pt x="421" y="118"/>
                  </a:lnTo>
                  <a:lnTo>
                    <a:pt x="423" y="118"/>
                  </a:lnTo>
                  <a:lnTo>
                    <a:pt x="425" y="118"/>
                  </a:lnTo>
                  <a:close/>
                  <a:moveTo>
                    <a:pt x="413" y="107"/>
                  </a:moveTo>
                  <a:lnTo>
                    <a:pt x="415" y="108"/>
                  </a:lnTo>
                  <a:lnTo>
                    <a:pt x="416" y="109"/>
                  </a:lnTo>
                  <a:lnTo>
                    <a:pt x="419" y="109"/>
                  </a:lnTo>
                  <a:lnTo>
                    <a:pt x="417" y="111"/>
                  </a:lnTo>
                  <a:lnTo>
                    <a:pt x="416" y="111"/>
                  </a:lnTo>
                  <a:lnTo>
                    <a:pt x="413" y="109"/>
                  </a:lnTo>
                  <a:lnTo>
                    <a:pt x="412" y="108"/>
                  </a:lnTo>
                  <a:lnTo>
                    <a:pt x="413" y="107"/>
                  </a:lnTo>
                  <a:close/>
                  <a:moveTo>
                    <a:pt x="423" y="104"/>
                  </a:moveTo>
                  <a:lnTo>
                    <a:pt x="424" y="105"/>
                  </a:lnTo>
                  <a:lnTo>
                    <a:pt x="426" y="105"/>
                  </a:lnTo>
                  <a:lnTo>
                    <a:pt x="426" y="107"/>
                  </a:lnTo>
                  <a:lnTo>
                    <a:pt x="425" y="108"/>
                  </a:lnTo>
                  <a:lnTo>
                    <a:pt x="423" y="107"/>
                  </a:lnTo>
                  <a:lnTo>
                    <a:pt x="420" y="108"/>
                  </a:lnTo>
                  <a:lnTo>
                    <a:pt x="419" y="107"/>
                  </a:lnTo>
                  <a:lnTo>
                    <a:pt x="420" y="104"/>
                  </a:lnTo>
                  <a:lnTo>
                    <a:pt x="423" y="104"/>
                  </a:lnTo>
                  <a:close/>
                  <a:moveTo>
                    <a:pt x="786" y="103"/>
                  </a:moveTo>
                  <a:lnTo>
                    <a:pt x="787" y="103"/>
                  </a:lnTo>
                  <a:lnTo>
                    <a:pt x="790" y="105"/>
                  </a:lnTo>
                  <a:lnTo>
                    <a:pt x="791" y="107"/>
                  </a:lnTo>
                  <a:lnTo>
                    <a:pt x="791" y="108"/>
                  </a:lnTo>
                  <a:lnTo>
                    <a:pt x="790" y="107"/>
                  </a:lnTo>
                  <a:lnTo>
                    <a:pt x="790" y="108"/>
                  </a:lnTo>
                  <a:lnTo>
                    <a:pt x="786" y="108"/>
                  </a:lnTo>
                  <a:lnTo>
                    <a:pt x="786" y="107"/>
                  </a:lnTo>
                  <a:lnTo>
                    <a:pt x="785" y="105"/>
                  </a:lnTo>
                  <a:lnTo>
                    <a:pt x="785" y="104"/>
                  </a:lnTo>
                  <a:lnTo>
                    <a:pt x="786" y="103"/>
                  </a:lnTo>
                  <a:close/>
                  <a:moveTo>
                    <a:pt x="291" y="99"/>
                  </a:moveTo>
                  <a:lnTo>
                    <a:pt x="292" y="100"/>
                  </a:lnTo>
                  <a:lnTo>
                    <a:pt x="292" y="103"/>
                  </a:lnTo>
                  <a:lnTo>
                    <a:pt x="293" y="104"/>
                  </a:lnTo>
                  <a:lnTo>
                    <a:pt x="295" y="104"/>
                  </a:lnTo>
                  <a:lnTo>
                    <a:pt x="296" y="105"/>
                  </a:lnTo>
                  <a:lnTo>
                    <a:pt x="299" y="105"/>
                  </a:lnTo>
                  <a:lnTo>
                    <a:pt x="300" y="107"/>
                  </a:lnTo>
                  <a:lnTo>
                    <a:pt x="299" y="109"/>
                  </a:lnTo>
                  <a:lnTo>
                    <a:pt x="299" y="113"/>
                  </a:lnTo>
                  <a:lnTo>
                    <a:pt x="300" y="113"/>
                  </a:lnTo>
                  <a:lnTo>
                    <a:pt x="301" y="113"/>
                  </a:lnTo>
                  <a:lnTo>
                    <a:pt x="301" y="117"/>
                  </a:lnTo>
                  <a:lnTo>
                    <a:pt x="301" y="118"/>
                  </a:lnTo>
                  <a:lnTo>
                    <a:pt x="300" y="121"/>
                  </a:lnTo>
                  <a:lnTo>
                    <a:pt x="301" y="122"/>
                  </a:lnTo>
                  <a:lnTo>
                    <a:pt x="301" y="124"/>
                  </a:lnTo>
                  <a:lnTo>
                    <a:pt x="299" y="125"/>
                  </a:lnTo>
                  <a:lnTo>
                    <a:pt x="297" y="124"/>
                  </a:lnTo>
                  <a:lnTo>
                    <a:pt x="296" y="125"/>
                  </a:lnTo>
                  <a:lnTo>
                    <a:pt x="292" y="129"/>
                  </a:lnTo>
                  <a:lnTo>
                    <a:pt x="291" y="132"/>
                  </a:lnTo>
                  <a:lnTo>
                    <a:pt x="287" y="133"/>
                  </a:lnTo>
                  <a:lnTo>
                    <a:pt x="283" y="136"/>
                  </a:lnTo>
                  <a:lnTo>
                    <a:pt x="282" y="136"/>
                  </a:lnTo>
                  <a:lnTo>
                    <a:pt x="278" y="138"/>
                  </a:lnTo>
                  <a:lnTo>
                    <a:pt x="274" y="143"/>
                  </a:lnTo>
                  <a:lnTo>
                    <a:pt x="268" y="147"/>
                  </a:lnTo>
                  <a:lnTo>
                    <a:pt x="267" y="147"/>
                  </a:lnTo>
                  <a:lnTo>
                    <a:pt x="266" y="151"/>
                  </a:lnTo>
                  <a:lnTo>
                    <a:pt x="265" y="155"/>
                  </a:lnTo>
                  <a:lnTo>
                    <a:pt x="261" y="157"/>
                  </a:lnTo>
                  <a:lnTo>
                    <a:pt x="261" y="161"/>
                  </a:lnTo>
                  <a:lnTo>
                    <a:pt x="259" y="162"/>
                  </a:lnTo>
                  <a:lnTo>
                    <a:pt x="258" y="165"/>
                  </a:lnTo>
                  <a:lnTo>
                    <a:pt x="254" y="168"/>
                  </a:lnTo>
                  <a:lnTo>
                    <a:pt x="253" y="170"/>
                  </a:lnTo>
                  <a:lnTo>
                    <a:pt x="253" y="167"/>
                  </a:lnTo>
                  <a:lnTo>
                    <a:pt x="251" y="170"/>
                  </a:lnTo>
                  <a:lnTo>
                    <a:pt x="251" y="171"/>
                  </a:lnTo>
                  <a:lnTo>
                    <a:pt x="254" y="172"/>
                  </a:lnTo>
                  <a:lnTo>
                    <a:pt x="253" y="174"/>
                  </a:lnTo>
                  <a:lnTo>
                    <a:pt x="250" y="175"/>
                  </a:lnTo>
                  <a:lnTo>
                    <a:pt x="250" y="176"/>
                  </a:lnTo>
                  <a:lnTo>
                    <a:pt x="250" y="178"/>
                  </a:lnTo>
                  <a:lnTo>
                    <a:pt x="250" y="180"/>
                  </a:lnTo>
                  <a:lnTo>
                    <a:pt x="249" y="182"/>
                  </a:lnTo>
                  <a:lnTo>
                    <a:pt x="247" y="180"/>
                  </a:lnTo>
                  <a:lnTo>
                    <a:pt x="245" y="180"/>
                  </a:lnTo>
                  <a:lnTo>
                    <a:pt x="246" y="182"/>
                  </a:lnTo>
                  <a:lnTo>
                    <a:pt x="247" y="183"/>
                  </a:lnTo>
                  <a:lnTo>
                    <a:pt x="246" y="184"/>
                  </a:lnTo>
                  <a:lnTo>
                    <a:pt x="243" y="183"/>
                  </a:lnTo>
                  <a:lnTo>
                    <a:pt x="241" y="182"/>
                  </a:lnTo>
                  <a:lnTo>
                    <a:pt x="239" y="182"/>
                  </a:lnTo>
                  <a:lnTo>
                    <a:pt x="239" y="186"/>
                  </a:lnTo>
                  <a:lnTo>
                    <a:pt x="241" y="186"/>
                  </a:lnTo>
                  <a:lnTo>
                    <a:pt x="242" y="186"/>
                  </a:lnTo>
                  <a:lnTo>
                    <a:pt x="241" y="188"/>
                  </a:lnTo>
                  <a:lnTo>
                    <a:pt x="239" y="188"/>
                  </a:lnTo>
                  <a:lnTo>
                    <a:pt x="237" y="187"/>
                  </a:lnTo>
                  <a:lnTo>
                    <a:pt x="236" y="187"/>
                  </a:lnTo>
                  <a:lnTo>
                    <a:pt x="238" y="191"/>
                  </a:lnTo>
                  <a:lnTo>
                    <a:pt x="239" y="192"/>
                  </a:lnTo>
                  <a:lnTo>
                    <a:pt x="239" y="195"/>
                  </a:lnTo>
                  <a:lnTo>
                    <a:pt x="238" y="197"/>
                  </a:lnTo>
                  <a:lnTo>
                    <a:pt x="238" y="199"/>
                  </a:lnTo>
                  <a:lnTo>
                    <a:pt x="239" y="200"/>
                  </a:lnTo>
                  <a:lnTo>
                    <a:pt x="239" y="201"/>
                  </a:lnTo>
                  <a:lnTo>
                    <a:pt x="239" y="203"/>
                  </a:lnTo>
                  <a:lnTo>
                    <a:pt x="237" y="201"/>
                  </a:lnTo>
                  <a:lnTo>
                    <a:pt x="236" y="201"/>
                  </a:lnTo>
                  <a:lnTo>
                    <a:pt x="234" y="199"/>
                  </a:lnTo>
                  <a:lnTo>
                    <a:pt x="233" y="197"/>
                  </a:lnTo>
                  <a:lnTo>
                    <a:pt x="233" y="199"/>
                  </a:lnTo>
                  <a:lnTo>
                    <a:pt x="234" y="201"/>
                  </a:lnTo>
                  <a:lnTo>
                    <a:pt x="237" y="205"/>
                  </a:lnTo>
                  <a:lnTo>
                    <a:pt x="238" y="209"/>
                  </a:lnTo>
                  <a:lnTo>
                    <a:pt x="237" y="211"/>
                  </a:lnTo>
                  <a:lnTo>
                    <a:pt x="236" y="209"/>
                  </a:lnTo>
                  <a:lnTo>
                    <a:pt x="236" y="208"/>
                  </a:lnTo>
                  <a:lnTo>
                    <a:pt x="234" y="207"/>
                  </a:lnTo>
                  <a:lnTo>
                    <a:pt x="233" y="207"/>
                  </a:lnTo>
                  <a:lnTo>
                    <a:pt x="232" y="207"/>
                  </a:lnTo>
                  <a:lnTo>
                    <a:pt x="230" y="207"/>
                  </a:lnTo>
                  <a:lnTo>
                    <a:pt x="230" y="208"/>
                  </a:lnTo>
                  <a:lnTo>
                    <a:pt x="232" y="208"/>
                  </a:lnTo>
                  <a:lnTo>
                    <a:pt x="234" y="208"/>
                  </a:lnTo>
                  <a:lnTo>
                    <a:pt x="236" y="212"/>
                  </a:lnTo>
                  <a:lnTo>
                    <a:pt x="237" y="213"/>
                  </a:lnTo>
                  <a:lnTo>
                    <a:pt x="237" y="215"/>
                  </a:lnTo>
                  <a:lnTo>
                    <a:pt x="236" y="217"/>
                  </a:lnTo>
                  <a:lnTo>
                    <a:pt x="236" y="220"/>
                  </a:lnTo>
                  <a:lnTo>
                    <a:pt x="234" y="222"/>
                  </a:lnTo>
                  <a:lnTo>
                    <a:pt x="233" y="224"/>
                  </a:lnTo>
                  <a:lnTo>
                    <a:pt x="232" y="225"/>
                  </a:lnTo>
                  <a:lnTo>
                    <a:pt x="229" y="225"/>
                  </a:lnTo>
                  <a:lnTo>
                    <a:pt x="226" y="224"/>
                  </a:lnTo>
                  <a:lnTo>
                    <a:pt x="225" y="221"/>
                  </a:lnTo>
                  <a:lnTo>
                    <a:pt x="225" y="221"/>
                  </a:lnTo>
                  <a:lnTo>
                    <a:pt x="224" y="222"/>
                  </a:lnTo>
                  <a:lnTo>
                    <a:pt x="225" y="224"/>
                  </a:lnTo>
                  <a:lnTo>
                    <a:pt x="224" y="225"/>
                  </a:lnTo>
                  <a:lnTo>
                    <a:pt x="221" y="224"/>
                  </a:lnTo>
                  <a:lnTo>
                    <a:pt x="220" y="222"/>
                  </a:lnTo>
                  <a:lnTo>
                    <a:pt x="217" y="222"/>
                  </a:lnTo>
                  <a:lnTo>
                    <a:pt x="214" y="224"/>
                  </a:lnTo>
                  <a:lnTo>
                    <a:pt x="212" y="225"/>
                  </a:lnTo>
                  <a:lnTo>
                    <a:pt x="208" y="225"/>
                  </a:lnTo>
                  <a:lnTo>
                    <a:pt x="208" y="224"/>
                  </a:lnTo>
                  <a:lnTo>
                    <a:pt x="208" y="224"/>
                  </a:lnTo>
                  <a:lnTo>
                    <a:pt x="208" y="221"/>
                  </a:lnTo>
                  <a:lnTo>
                    <a:pt x="208" y="220"/>
                  </a:lnTo>
                  <a:lnTo>
                    <a:pt x="209" y="217"/>
                  </a:lnTo>
                  <a:lnTo>
                    <a:pt x="213" y="216"/>
                  </a:lnTo>
                  <a:lnTo>
                    <a:pt x="213" y="215"/>
                  </a:lnTo>
                  <a:lnTo>
                    <a:pt x="214" y="215"/>
                  </a:lnTo>
                  <a:lnTo>
                    <a:pt x="216" y="216"/>
                  </a:lnTo>
                  <a:lnTo>
                    <a:pt x="217" y="216"/>
                  </a:lnTo>
                  <a:lnTo>
                    <a:pt x="217" y="215"/>
                  </a:lnTo>
                  <a:lnTo>
                    <a:pt x="216" y="213"/>
                  </a:lnTo>
                  <a:lnTo>
                    <a:pt x="214" y="213"/>
                  </a:lnTo>
                  <a:lnTo>
                    <a:pt x="212" y="213"/>
                  </a:lnTo>
                  <a:lnTo>
                    <a:pt x="208" y="216"/>
                  </a:lnTo>
                  <a:lnTo>
                    <a:pt x="207" y="217"/>
                  </a:lnTo>
                  <a:lnTo>
                    <a:pt x="207" y="218"/>
                  </a:lnTo>
                  <a:lnTo>
                    <a:pt x="205" y="218"/>
                  </a:lnTo>
                  <a:lnTo>
                    <a:pt x="203" y="218"/>
                  </a:lnTo>
                  <a:lnTo>
                    <a:pt x="200" y="216"/>
                  </a:lnTo>
                  <a:lnTo>
                    <a:pt x="201" y="215"/>
                  </a:lnTo>
                  <a:lnTo>
                    <a:pt x="203" y="215"/>
                  </a:lnTo>
                  <a:lnTo>
                    <a:pt x="204" y="213"/>
                  </a:lnTo>
                  <a:lnTo>
                    <a:pt x="203" y="212"/>
                  </a:lnTo>
                  <a:lnTo>
                    <a:pt x="204" y="211"/>
                  </a:lnTo>
                  <a:lnTo>
                    <a:pt x="205" y="208"/>
                  </a:lnTo>
                  <a:lnTo>
                    <a:pt x="207" y="209"/>
                  </a:lnTo>
                  <a:lnTo>
                    <a:pt x="207" y="208"/>
                  </a:lnTo>
                  <a:lnTo>
                    <a:pt x="208" y="208"/>
                  </a:lnTo>
                  <a:lnTo>
                    <a:pt x="207" y="207"/>
                  </a:lnTo>
                  <a:lnTo>
                    <a:pt x="207" y="205"/>
                  </a:lnTo>
                  <a:lnTo>
                    <a:pt x="208" y="204"/>
                  </a:lnTo>
                  <a:lnTo>
                    <a:pt x="208" y="203"/>
                  </a:lnTo>
                  <a:lnTo>
                    <a:pt x="209" y="201"/>
                  </a:lnTo>
                  <a:lnTo>
                    <a:pt x="212" y="201"/>
                  </a:lnTo>
                  <a:lnTo>
                    <a:pt x="213" y="203"/>
                  </a:lnTo>
                  <a:lnTo>
                    <a:pt x="216" y="203"/>
                  </a:lnTo>
                  <a:lnTo>
                    <a:pt x="217" y="204"/>
                  </a:lnTo>
                  <a:lnTo>
                    <a:pt x="220" y="205"/>
                  </a:lnTo>
                  <a:lnTo>
                    <a:pt x="218" y="204"/>
                  </a:lnTo>
                  <a:lnTo>
                    <a:pt x="218" y="203"/>
                  </a:lnTo>
                  <a:lnTo>
                    <a:pt x="217" y="203"/>
                  </a:lnTo>
                  <a:lnTo>
                    <a:pt x="214" y="200"/>
                  </a:lnTo>
                  <a:lnTo>
                    <a:pt x="211" y="200"/>
                  </a:lnTo>
                  <a:lnTo>
                    <a:pt x="211" y="200"/>
                  </a:lnTo>
                  <a:lnTo>
                    <a:pt x="211" y="199"/>
                  </a:lnTo>
                  <a:lnTo>
                    <a:pt x="212" y="197"/>
                  </a:lnTo>
                  <a:lnTo>
                    <a:pt x="214" y="197"/>
                  </a:lnTo>
                  <a:lnTo>
                    <a:pt x="214" y="196"/>
                  </a:lnTo>
                  <a:lnTo>
                    <a:pt x="212" y="196"/>
                  </a:lnTo>
                  <a:lnTo>
                    <a:pt x="209" y="196"/>
                  </a:lnTo>
                  <a:lnTo>
                    <a:pt x="208" y="196"/>
                  </a:lnTo>
                  <a:lnTo>
                    <a:pt x="209" y="195"/>
                  </a:lnTo>
                  <a:lnTo>
                    <a:pt x="211" y="193"/>
                  </a:lnTo>
                  <a:lnTo>
                    <a:pt x="213" y="193"/>
                  </a:lnTo>
                  <a:lnTo>
                    <a:pt x="216" y="192"/>
                  </a:lnTo>
                  <a:lnTo>
                    <a:pt x="216" y="192"/>
                  </a:lnTo>
                  <a:lnTo>
                    <a:pt x="216" y="191"/>
                  </a:lnTo>
                  <a:lnTo>
                    <a:pt x="213" y="192"/>
                  </a:lnTo>
                  <a:lnTo>
                    <a:pt x="212" y="191"/>
                  </a:lnTo>
                  <a:lnTo>
                    <a:pt x="211" y="191"/>
                  </a:lnTo>
                  <a:lnTo>
                    <a:pt x="209" y="188"/>
                  </a:lnTo>
                  <a:lnTo>
                    <a:pt x="211" y="187"/>
                  </a:lnTo>
                  <a:lnTo>
                    <a:pt x="212" y="187"/>
                  </a:lnTo>
                  <a:lnTo>
                    <a:pt x="213" y="186"/>
                  </a:lnTo>
                  <a:lnTo>
                    <a:pt x="216" y="186"/>
                  </a:lnTo>
                  <a:lnTo>
                    <a:pt x="217" y="186"/>
                  </a:lnTo>
                  <a:lnTo>
                    <a:pt x="218" y="183"/>
                  </a:lnTo>
                  <a:lnTo>
                    <a:pt x="217" y="183"/>
                  </a:lnTo>
                  <a:lnTo>
                    <a:pt x="216" y="184"/>
                  </a:lnTo>
                  <a:lnTo>
                    <a:pt x="213" y="184"/>
                  </a:lnTo>
                  <a:lnTo>
                    <a:pt x="213" y="183"/>
                  </a:lnTo>
                  <a:lnTo>
                    <a:pt x="212" y="183"/>
                  </a:lnTo>
                  <a:lnTo>
                    <a:pt x="211" y="184"/>
                  </a:lnTo>
                  <a:lnTo>
                    <a:pt x="209" y="184"/>
                  </a:lnTo>
                  <a:lnTo>
                    <a:pt x="209" y="183"/>
                  </a:lnTo>
                  <a:lnTo>
                    <a:pt x="209" y="180"/>
                  </a:lnTo>
                  <a:lnTo>
                    <a:pt x="209" y="179"/>
                  </a:lnTo>
                  <a:lnTo>
                    <a:pt x="209" y="179"/>
                  </a:lnTo>
                  <a:lnTo>
                    <a:pt x="208" y="179"/>
                  </a:lnTo>
                  <a:lnTo>
                    <a:pt x="205" y="178"/>
                  </a:lnTo>
                  <a:lnTo>
                    <a:pt x="205" y="175"/>
                  </a:lnTo>
                  <a:lnTo>
                    <a:pt x="205" y="171"/>
                  </a:lnTo>
                  <a:lnTo>
                    <a:pt x="207" y="171"/>
                  </a:lnTo>
                  <a:lnTo>
                    <a:pt x="207" y="172"/>
                  </a:lnTo>
                  <a:lnTo>
                    <a:pt x="208" y="174"/>
                  </a:lnTo>
                  <a:lnTo>
                    <a:pt x="211" y="175"/>
                  </a:lnTo>
                  <a:lnTo>
                    <a:pt x="212" y="174"/>
                  </a:lnTo>
                  <a:lnTo>
                    <a:pt x="213" y="171"/>
                  </a:lnTo>
                  <a:lnTo>
                    <a:pt x="213" y="170"/>
                  </a:lnTo>
                  <a:lnTo>
                    <a:pt x="213" y="168"/>
                  </a:lnTo>
                  <a:lnTo>
                    <a:pt x="216" y="167"/>
                  </a:lnTo>
                  <a:lnTo>
                    <a:pt x="218" y="167"/>
                  </a:lnTo>
                  <a:lnTo>
                    <a:pt x="221" y="168"/>
                  </a:lnTo>
                  <a:lnTo>
                    <a:pt x="222" y="167"/>
                  </a:lnTo>
                  <a:lnTo>
                    <a:pt x="222" y="165"/>
                  </a:lnTo>
                  <a:lnTo>
                    <a:pt x="222" y="163"/>
                  </a:lnTo>
                  <a:lnTo>
                    <a:pt x="221" y="162"/>
                  </a:lnTo>
                  <a:lnTo>
                    <a:pt x="220" y="163"/>
                  </a:lnTo>
                  <a:lnTo>
                    <a:pt x="218" y="163"/>
                  </a:lnTo>
                  <a:lnTo>
                    <a:pt x="218" y="161"/>
                  </a:lnTo>
                  <a:lnTo>
                    <a:pt x="218" y="158"/>
                  </a:lnTo>
                  <a:lnTo>
                    <a:pt x="220" y="157"/>
                  </a:lnTo>
                  <a:lnTo>
                    <a:pt x="224" y="157"/>
                  </a:lnTo>
                  <a:lnTo>
                    <a:pt x="225" y="155"/>
                  </a:lnTo>
                  <a:lnTo>
                    <a:pt x="224" y="155"/>
                  </a:lnTo>
                  <a:lnTo>
                    <a:pt x="224" y="154"/>
                  </a:lnTo>
                  <a:lnTo>
                    <a:pt x="224" y="151"/>
                  </a:lnTo>
                  <a:lnTo>
                    <a:pt x="225" y="150"/>
                  </a:lnTo>
                  <a:lnTo>
                    <a:pt x="228" y="149"/>
                  </a:lnTo>
                  <a:lnTo>
                    <a:pt x="228" y="147"/>
                  </a:lnTo>
                  <a:lnTo>
                    <a:pt x="229" y="146"/>
                  </a:lnTo>
                  <a:lnTo>
                    <a:pt x="232" y="146"/>
                  </a:lnTo>
                  <a:lnTo>
                    <a:pt x="233" y="145"/>
                  </a:lnTo>
                  <a:lnTo>
                    <a:pt x="234" y="143"/>
                  </a:lnTo>
                  <a:lnTo>
                    <a:pt x="232" y="142"/>
                  </a:lnTo>
                  <a:lnTo>
                    <a:pt x="232" y="141"/>
                  </a:lnTo>
                  <a:lnTo>
                    <a:pt x="234" y="140"/>
                  </a:lnTo>
                  <a:lnTo>
                    <a:pt x="236" y="137"/>
                  </a:lnTo>
                  <a:lnTo>
                    <a:pt x="237" y="137"/>
                  </a:lnTo>
                  <a:lnTo>
                    <a:pt x="237" y="138"/>
                  </a:lnTo>
                  <a:lnTo>
                    <a:pt x="237" y="140"/>
                  </a:lnTo>
                  <a:lnTo>
                    <a:pt x="237" y="141"/>
                  </a:lnTo>
                  <a:lnTo>
                    <a:pt x="237" y="141"/>
                  </a:lnTo>
                  <a:lnTo>
                    <a:pt x="238" y="140"/>
                  </a:lnTo>
                  <a:lnTo>
                    <a:pt x="239" y="138"/>
                  </a:lnTo>
                  <a:lnTo>
                    <a:pt x="239" y="138"/>
                  </a:lnTo>
                  <a:lnTo>
                    <a:pt x="239" y="137"/>
                  </a:lnTo>
                  <a:lnTo>
                    <a:pt x="238" y="134"/>
                  </a:lnTo>
                  <a:lnTo>
                    <a:pt x="238" y="133"/>
                  </a:lnTo>
                  <a:lnTo>
                    <a:pt x="239" y="132"/>
                  </a:lnTo>
                  <a:lnTo>
                    <a:pt x="241" y="132"/>
                  </a:lnTo>
                  <a:lnTo>
                    <a:pt x="245" y="130"/>
                  </a:lnTo>
                  <a:lnTo>
                    <a:pt x="249" y="130"/>
                  </a:lnTo>
                  <a:lnTo>
                    <a:pt x="250" y="132"/>
                  </a:lnTo>
                  <a:lnTo>
                    <a:pt x="251" y="134"/>
                  </a:lnTo>
                  <a:lnTo>
                    <a:pt x="251" y="133"/>
                  </a:lnTo>
                  <a:lnTo>
                    <a:pt x="251" y="130"/>
                  </a:lnTo>
                  <a:lnTo>
                    <a:pt x="251" y="129"/>
                  </a:lnTo>
                  <a:lnTo>
                    <a:pt x="253" y="129"/>
                  </a:lnTo>
                  <a:lnTo>
                    <a:pt x="253" y="130"/>
                  </a:lnTo>
                  <a:lnTo>
                    <a:pt x="254" y="132"/>
                  </a:lnTo>
                  <a:lnTo>
                    <a:pt x="257" y="130"/>
                  </a:lnTo>
                  <a:lnTo>
                    <a:pt x="258" y="126"/>
                  </a:lnTo>
                  <a:lnTo>
                    <a:pt x="259" y="125"/>
                  </a:lnTo>
                  <a:lnTo>
                    <a:pt x="262" y="126"/>
                  </a:lnTo>
                  <a:lnTo>
                    <a:pt x="263" y="126"/>
                  </a:lnTo>
                  <a:lnTo>
                    <a:pt x="265" y="125"/>
                  </a:lnTo>
                  <a:lnTo>
                    <a:pt x="268" y="122"/>
                  </a:lnTo>
                  <a:lnTo>
                    <a:pt x="270" y="121"/>
                  </a:lnTo>
                  <a:lnTo>
                    <a:pt x="271" y="120"/>
                  </a:lnTo>
                  <a:lnTo>
                    <a:pt x="271" y="118"/>
                  </a:lnTo>
                  <a:lnTo>
                    <a:pt x="271" y="117"/>
                  </a:lnTo>
                  <a:lnTo>
                    <a:pt x="274" y="117"/>
                  </a:lnTo>
                  <a:lnTo>
                    <a:pt x="274" y="116"/>
                  </a:lnTo>
                  <a:lnTo>
                    <a:pt x="272" y="113"/>
                  </a:lnTo>
                  <a:lnTo>
                    <a:pt x="272" y="112"/>
                  </a:lnTo>
                  <a:lnTo>
                    <a:pt x="274" y="109"/>
                  </a:lnTo>
                  <a:lnTo>
                    <a:pt x="275" y="108"/>
                  </a:lnTo>
                  <a:lnTo>
                    <a:pt x="276" y="107"/>
                  </a:lnTo>
                  <a:lnTo>
                    <a:pt x="278" y="107"/>
                  </a:lnTo>
                  <a:lnTo>
                    <a:pt x="279" y="105"/>
                  </a:lnTo>
                  <a:lnTo>
                    <a:pt x="279" y="103"/>
                  </a:lnTo>
                  <a:lnTo>
                    <a:pt x="283" y="101"/>
                  </a:lnTo>
                  <a:lnTo>
                    <a:pt x="284" y="100"/>
                  </a:lnTo>
                  <a:lnTo>
                    <a:pt x="287" y="101"/>
                  </a:lnTo>
                  <a:lnTo>
                    <a:pt x="288" y="103"/>
                  </a:lnTo>
                  <a:lnTo>
                    <a:pt x="288" y="101"/>
                  </a:lnTo>
                  <a:lnTo>
                    <a:pt x="291" y="99"/>
                  </a:lnTo>
                  <a:close/>
                  <a:moveTo>
                    <a:pt x="977" y="99"/>
                  </a:moveTo>
                  <a:lnTo>
                    <a:pt x="978" y="101"/>
                  </a:lnTo>
                  <a:lnTo>
                    <a:pt x="980" y="103"/>
                  </a:lnTo>
                  <a:lnTo>
                    <a:pt x="978" y="104"/>
                  </a:lnTo>
                  <a:lnTo>
                    <a:pt x="976" y="105"/>
                  </a:lnTo>
                  <a:lnTo>
                    <a:pt x="976" y="105"/>
                  </a:lnTo>
                  <a:lnTo>
                    <a:pt x="973" y="105"/>
                  </a:lnTo>
                  <a:lnTo>
                    <a:pt x="972" y="103"/>
                  </a:lnTo>
                  <a:lnTo>
                    <a:pt x="974" y="103"/>
                  </a:lnTo>
                  <a:lnTo>
                    <a:pt x="976" y="101"/>
                  </a:lnTo>
                  <a:lnTo>
                    <a:pt x="977" y="99"/>
                  </a:lnTo>
                  <a:lnTo>
                    <a:pt x="977" y="99"/>
                  </a:lnTo>
                  <a:close/>
                  <a:moveTo>
                    <a:pt x="1232" y="84"/>
                  </a:moveTo>
                  <a:lnTo>
                    <a:pt x="1235" y="86"/>
                  </a:lnTo>
                  <a:lnTo>
                    <a:pt x="1235" y="88"/>
                  </a:lnTo>
                  <a:lnTo>
                    <a:pt x="1235" y="90"/>
                  </a:lnTo>
                  <a:lnTo>
                    <a:pt x="1234" y="88"/>
                  </a:lnTo>
                  <a:lnTo>
                    <a:pt x="1232" y="86"/>
                  </a:lnTo>
                  <a:lnTo>
                    <a:pt x="1232" y="84"/>
                  </a:lnTo>
                  <a:lnTo>
                    <a:pt x="1232" y="84"/>
                  </a:lnTo>
                  <a:close/>
                  <a:moveTo>
                    <a:pt x="1228" y="82"/>
                  </a:moveTo>
                  <a:lnTo>
                    <a:pt x="1230" y="83"/>
                  </a:lnTo>
                  <a:lnTo>
                    <a:pt x="1230" y="86"/>
                  </a:lnTo>
                  <a:lnTo>
                    <a:pt x="1230" y="86"/>
                  </a:lnTo>
                  <a:lnTo>
                    <a:pt x="1228" y="87"/>
                  </a:lnTo>
                  <a:lnTo>
                    <a:pt x="1227" y="86"/>
                  </a:lnTo>
                  <a:lnTo>
                    <a:pt x="1226" y="83"/>
                  </a:lnTo>
                  <a:lnTo>
                    <a:pt x="1227" y="83"/>
                  </a:lnTo>
                  <a:lnTo>
                    <a:pt x="1228" y="82"/>
                  </a:lnTo>
                  <a:close/>
                  <a:moveTo>
                    <a:pt x="1232" y="80"/>
                  </a:moveTo>
                  <a:lnTo>
                    <a:pt x="1234" y="80"/>
                  </a:lnTo>
                  <a:lnTo>
                    <a:pt x="1235" y="83"/>
                  </a:lnTo>
                  <a:lnTo>
                    <a:pt x="1235" y="84"/>
                  </a:lnTo>
                  <a:lnTo>
                    <a:pt x="1234" y="84"/>
                  </a:lnTo>
                  <a:lnTo>
                    <a:pt x="1232" y="82"/>
                  </a:lnTo>
                  <a:lnTo>
                    <a:pt x="1232" y="80"/>
                  </a:lnTo>
                  <a:close/>
                  <a:moveTo>
                    <a:pt x="706" y="78"/>
                  </a:moveTo>
                  <a:lnTo>
                    <a:pt x="707" y="79"/>
                  </a:lnTo>
                  <a:lnTo>
                    <a:pt x="707" y="80"/>
                  </a:lnTo>
                  <a:lnTo>
                    <a:pt x="708" y="83"/>
                  </a:lnTo>
                  <a:lnTo>
                    <a:pt x="710" y="84"/>
                  </a:lnTo>
                  <a:lnTo>
                    <a:pt x="710" y="88"/>
                  </a:lnTo>
                  <a:lnTo>
                    <a:pt x="711" y="90"/>
                  </a:lnTo>
                  <a:lnTo>
                    <a:pt x="711" y="91"/>
                  </a:lnTo>
                  <a:lnTo>
                    <a:pt x="710" y="92"/>
                  </a:lnTo>
                  <a:lnTo>
                    <a:pt x="710" y="93"/>
                  </a:lnTo>
                  <a:lnTo>
                    <a:pt x="708" y="95"/>
                  </a:lnTo>
                  <a:lnTo>
                    <a:pt x="707" y="93"/>
                  </a:lnTo>
                  <a:lnTo>
                    <a:pt x="704" y="93"/>
                  </a:lnTo>
                  <a:lnTo>
                    <a:pt x="698" y="92"/>
                  </a:lnTo>
                  <a:lnTo>
                    <a:pt x="695" y="92"/>
                  </a:lnTo>
                  <a:lnTo>
                    <a:pt x="694" y="91"/>
                  </a:lnTo>
                  <a:lnTo>
                    <a:pt x="694" y="90"/>
                  </a:lnTo>
                  <a:lnTo>
                    <a:pt x="696" y="90"/>
                  </a:lnTo>
                  <a:lnTo>
                    <a:pt x="698" y="88"/>
                  </a:lnTo>
                  <a:lnTo>
                    <a:pt x="696" y="87"/>
                  </a:lnTo>
                  <a:lnTo>
                    <a:pt x="695" y="86"/>
                  </a:lnTo>
                  <a:lnTo>
                    <a:pt x="694" y="83"/>
                  </a:lnTo>
                  <a:lnTo>
                    <a:pt x="695" y="82"/>
                  </a:lnTo>
                  <a:lnTo>
                    <a:pt x="698" y="82"/>
                  </a:lnTo>
                  <a:lnTo>
                    <a:pt x="702" y="79"/>
                  </a:lnTo>
                  <a:lnTo>
                    <a:pt x="706" y="78"/>
                  </a:lnTo>
                  <a:close/>
                  <a:moveTo>
                    <a:pt x="1235" y="78"/>
                  </a:moveTo>
                  <a:lnTo>
                    <a:pt x="1236" y="78"/>
                  </a:lnTo>
                  <a:lnTo>
                    <a:pt x="1236" y="80"/>
                  </a:lnTo>
                  <a:lnTo>
                    <a:pt x="1236" y="82"/>
                  </a:lnTo>
                  <a:lnTo>
                    <a:pt x="1235" y="82"/>
                  </a:lnTo>
                  <a:lnTo>
                    <a:pt x="1235" y="79"/>
                  </a:lnTo>
                  <a:lnTo>
                    <a:pt x="1235" y="78"/>
                  </a:lnTo>
                  <a:close/>
                  <a:moveTo>
                    <a:pt x="818" y="70"/>
                  </a:moveTo>
                  <a:lnTo>
                    <a:pt x="818" y="72"/>
                  </a:lnTo>
                  <a:lnTo>
                    <a:pt x="818" y="75"/>
                  </a:lnTo>
                  <a:lnTo>
                    <a:pt x="816" y="75"/>
                  </a:lnTo>
                  <a:lnTo>
                    <a:pt x="815" y="74"/>
                  </a:lnTo>
                  <a:lnTo>
                    <a:pt x="814" y="74"/>
                  </a:lnTo>
                  <a:lnTo>
                    <a:pt x="814" y="72"/>
                  </a:lnTo>
                  <a:lnTo>
                    <a:pt x="814" y="71"/>
                  </a:lnTo>
                  <a:lnTo>
                    <a:pt x="818" y="70"/>
                  </a:lnTo>
                  <a:close/>
                  <a:moveTo>
                    <a:pt x="534" y="67"/>
                  </a:moveTo>
                  <a:lnTo>
                    <a:pt x="536" y="70"/>
                  </a:lnTo>
                  <a:lnTo>
                    <a:pt x="536" y="70"/>
                  </a:lnTo>
                  <a:lnTo>
                    <a:pt x="536" y="71"/>
                  </a:lnTo>
                  <a:lnTo>
                    <a:pt x="536" y="71"/>
                  </a:lnTo>
                  <a:lnTo>
                    <a:pt x="534" y="72"/>
                  </a:lnTo>
                  <a:lnTo>
                    <a:pt x="533" y="74"/>
                  </a:lnTo>
                  <a:lnTo>
                    <a:pt x="530" y="74"/>
                  </a:lnTo>
                  <a:lnTo>
                    <a:pt x="529" y="74"/>
                  </a:lnTo>
                  <a:lnTo>
                    <a:pt x="527" y="74"/>
                  </a:lnTo>
                  <a:lnTo>
                    <a:pt x="527" y="72"/>
                  </a:lnTo>
                  <a:lnTo>
                    <a:pt x="524" y="72"/>
                  </a:lnTo>
                  <a:lnTo>
                    <a:pt x="524" y="72"/>
                  </a:lnTo>
                  <a:lnTo>
                    <a:pt x="524" y="70"/>
                  </a:lnTo>
                  <a:lnTo>
                    <a:pt x="527" y="71"/>
                  </a:lnTo>
                  <a:lnTo>
                    <a:pt x="528" y="70"/>
                  </a:lnTo>
                  <a:lnTo>
                    <a:pt x="528" y="68"/>
                  </a:lnTo>
                  <a:lnTo>
                    <a:pt x="529" y="68"/>
                  </a:lnTo>
                  <a:lnTo>
                    <a:pt x="530" y="70"/>
                  </a:lnTo>
                  <a:lnTo>
                    <a:pt x="532" y="70"/>
                  </a:lnTo>
                  <a:lnTo>
                    <a:pt x="532" y="70"/>
                  </a:lnTo>
                  <a:lnTo>
                    <a:pt x="532" y="68"/>
                  </a:lnTo>
                  <a:lnTo>
                    <a:pt x="533" y="67"/>
                  </a:lnTo>
                  <a:lnTo>
                    <a:pt x="534" y="67"/>
                  </a:lnTo>
                  <a:close/>
                  <a:moveTo>
                    <a:pt x="512" y="58"/>
                  </a:moveTo>
                  <a:lnTo>
                    <a:pt x="513" y="58"/>
                  </a:lnTo>
                  <a:lnTo>
                    <a:pt x="513" y="59"/>
                  </a:lnTo>
                  <a:lnTo>
                    <a:pt x="511" y="61"/>
                  </a:lnTo>
                  <a:lnTo>
                    <a:pt x="509" y="61"/>
                  </a:lnTo>
                  <a:lnTo>
                    <a:pt x="508" y="61"/>
                  </a:lnTo>
                  <a:lnTo>
                    <a:pt x="511" y="59"/>
                  </a:lnTo>
                  <a:lnTo>
                    <a:pt x="512" y="58"/>
                  </a:lnTo>
                  <a:close/>
                  <a:moveTo>
                    <a:pt x="523" y="55"/>
                  </a:moveTo>
                  <a:lnTo>
                    <a:pt x="524" y="55"/>
                  </a:lnTo>
                  <a:lnTo>
                    <a:pt x="524" y="58"/>
                  </a:lnTo>
                  <a:lnTo>
                    <a:pt x="524" y="58"/>
                  </a:lnTo>
                  <a:lnTo>
                    <a:pt x="524" y="61"/>
                  </a:lnTo>
                  <a:lnTo>
                    <a:pt x="523" y="61"/>
                  </a:lnTo>
                  <a:lnTo>
                    <a:pt x="523" y="59"/>
                  </a:lnTo>
                  <a:lnTo>
                    <a:pt x="521" y="58"/>
                  </a:lnTo>
                  <a:lnTo>
                    <a:pt x="520" y="59"/>
                  </a:lnTo>
                  <a:lnTo>
                    <a:pt x="519" y="61"/>
                  </a:lnTo>
                  <a:lnTo>
                    <a:pt x="519" y="59"/>
                  </a:lnTo>
                  <a:lnTo>
                    <a:pt x="520" y="58"/>
                  </a:lnTo>
                  <a:lnTo>
                    <a:pt x="521" y="55"/>
                  </a:lnTo>
                  <a:lnTo>
                    <a:pt x="523" y="55"/>
                  </a:lnTo>
                  <a:close/>
                  <a:moveTo>
                    <a:pt x="530" y="50"/>
                  </a:moveTo>
                  <a:lnTo>
                    <a:pt x="532" y="51"/>
                  </a:lnTo>
                  <a:lnTo>
                    <a:pt x="532" y="53"/>
                  </a:lnTo>
                  <a:lnTo>
                    <a:pt x="534" y="53"/>
                  </a:lnTo>
                  <a:lnTo>
                    <a:pt x="534" y="54"/>
                  </a:lnTo>
                  <a:lnTo>
                    <a:pt x="533" y="55"/>
                  </a:lnTo>
                  <a:lnTo>
                    <a:pt x="532" y="55"/>
                  </a:lnTo>
                  <a:lnTo>
                    <a:pt x="532" y="53"/>
                  </a:lnTo>
                  <a:lnTo>
                    <a:pt x="530" y="51"/>
                  </a:lnTo>
                  <a:lnTo>
                    <a:pt x="530" y="50"/>
                  </a:lnTo>
                  <a:close/>
                  <a:moveTo>
                    <a:pt x="1309" y="47"/>
                  </a:moveTo>
                  <a:lnTo>
                    <a:pt x="1307" y="50"/>
                  </a:lnTo>
                  <a:lnTo>
                    <a:pt x="1306" y="51"/>
                  </a:lnTo>
                  <a:lnTo>
                    <a:pt x="1306" y="50"/>
                  </a:lnTo>
                  <a:lnTo>
                    <a:pt x="1306" y="49"/>
                  </a:lnTo>
                  <a:lnTo>
                    <a:pt x="1309" y="47"/>
                  </a:lnTo>
                  <a:close/>
                  <a:moveTo>
                    <a:pt x="530" y="47"/>
                  </a:moveTo>
                  <a:lnTo>
                    <a:pt x="532" y="47"/>
                  </a:lnTo>
                  <a:lnTo>
                    <a:pt x="530" y="50"/>
                  </a:lnTo>
                  <a:lnTo>
                    <a:pt x="528" y="50"/>
                  </a:lnTo>
                  <a:lnTo>
                    <a:pt x="528" y="49"/>
                  </a:lnTo>
                  <a:lnTo>
                    <a:pt x="528" y="47"/>
                  </a:lnTo>
                  <a:lnTo>
                    <a:pt x="530" y="47"/>
                  </a:lnTo>
                  <a:close/>
                  <a:moveTo>
                    <a:pt x="454" y="47"/>
                  </a:moveTo>
                  <a:lnTo>
                    <a:pt x="455" y="47"/>
                  </a:lnTo>
                  <a:lnTo>
                    <a:pt x="457" y="49"/>
                  </a:lnTo>
                  <a:lnTo>
                    <a:pt x="457" y="51"/>
                  </a:lnTo>
                  <a:lnTo>
                    <a:pt x="457" y="53"/>
                  </a:lnTo>
                  <a:lnTo>
                    <a:pt x="454" y="54"/>
                  </a:lnTo>
                  <a:lnTo>
                    <a:pt x="453" y="54"/>
                  </a:lnTo>
                  <a:lnTo>
                    <a:pt x="453" y="53"/>
                  </a:lnTo>
                  <a:lnTo>
                    <a:pt x="453" y="50"/>
                  </a:lnTo>
                  <a:lnTo>
                    <a:pt x="453" y="47"/>
                  </a:lnTo>
                  <a:lnTo>
                    <a:pt x="454" y="47"/>
                  </a:lnTo>
                  <a:close/>
                  <a:moveTo>
                    <a:pt x="1286" y="45"/>
                  </a:moveTo>
                  <a:lnTo>
                    <a:pt x="1289" y="45"/>
                  </a:lnTo>
                  <a:lnTo>
                    <a:pt x="1292" y="46"/>
                  </a:lnTo>
                  <a:lnTo>
                    <a:pt x="1293" y="46"/>
                  </a:lnTo>
                  <a:lnTo>
                    <a:pt x="1293" y="45"/>
                  </a:lnTo>
                  <a:lnTo>
                    <a:pt x="1296" y="47"/>
                  </a:lnTo>
                  <a:lnTo>
                    <a:pt x="1297" y="49"/>
                  </a:lnTo>
                  <a:lnTo>
                    <a:pt x="1296" y="50"/>
                  </a:lnTo>
                  <a:lnTo>
                    <a:pt x="1298" y="53"/>
                  </a:lnTo>
                  <a:lnTo>
                    <a:pt x="1298" y="55"/>
                  </a:lnTo>
                  <a:lnTo>
                    <a:pt x="1297" y="57"/>
                  </a:lnTo>
                  <a:lnTo>
                    <a:pt x="1294" y="58"/>
                  </a:lnTo>
                  <a:lnTo>
                    <a:pt x="1292" y="57"/>
                  </a:lnTo>
                  <a:lnTo>
                    <a:pt x="1289" y="54"/>
                  </a:lnTo>
                  <a:lnTo>
                    <a:pt x="1286" y="54"/>
                  </a:lnTo>
                  <a:lnTo>
                    <a:pt x="1284" y="54"/>
                  </a:lnTo>
                  <a:lnTo>
                    <a:pt x="1282" y="53"/>
                  </a:lnTo>
                  <a:lnTo>
                    <a:pt x="1282" y="49"/>
                  </a:lnTo>
                  <a:lnTo>
                    <a:pt x="1284" y="47"/>
                  </a:lnTo>
                  <a:lnTo>
                    <a:pt x="1285" y="47"/>
                  </a:lnTo>
                  <a:lnTo>
                    <a:pt x="1285" y="46"/>
                  </a:lnTo>
                  <a:lnTo>
                    <a:pt x="1286" y="46"/>
                  </a:lnTo>
                  <a:lnTo>
                    <a:pt x="1286" y="45"/>
                  </a:lnTo>
                  <a:close/>
                  <a:moveTo>
                    <a:pt x="1192" y="43"/>
                  </a:moveTo>
                  <a:lnTo>
                    <a:pt x="1193" y="43"/>
                  </a:lnTo>
                  <a:lnTo>
                    <a:pt x="1194" y="46"/>
                  </a:lnTo>
                  <a:lnTo>
                    <a:pt x="1193" y="46"/>
                  </a:lnTo>
                  <a:lnTo>
                    <a:pt x="1192" y="46"/>
                  </a:lnTo>
                  <a:lnTo>
                    <a:pt x="1190" y="45"/>
                  </a:lnTo>
                  <a:lnTo>
                    <a:pt x="1192" y="43"/>
                  </a:lnTo>
                  <a:close/>
                  <a:moveTo>
                    <a:pt x="1210" y="42"/>
                  </a:moveTo>
                  <a:lnTo>
                    <a:pt x="1211" y="43"/>
                  </a:lnTo>
                  <a:lnTo>
                    <a:pt x="1211" y="45"/>
                  </a:lnTo>
                  <a:lnTo>
                    <a:pt x="1210" y="45"/>
                  </a:lnTo>
                  <a:lnTo>
                    <a:pt x="1209" y="43"/>
                  </a:lnTo>
                  <a:lnTo>
                    <a:pt x="1210" y="42"/>
                  </a:lnTo>
                  <a:close/>
                  <a:moveTo>
                    <a:pt x="1201" y="41"/>
                  </a:moveTo>
                  <a:lnTo>
                    <a:pt x="1203" y="42"/>
                  </a:lnTo>
                  <a:lnTo>
                    <a:pt x="1202" y="43"/>
                  </a:lnTo>
                  <a:lnTo>
                    <a:pt x="1201" y="43"/>
                  </a:lnTo>
                  <a:lnTo>
                    <a:pt x="1199" y="42"/>
                  </a:lnTo>
                  <a:lnTo>
                    <a:pt x="1201" y="41"/>
                  </a:lnTo>
                  <a:close/>
                  <a:moveTo>
                    <a:pt x="516" y="37"/>
                  </a:moveTo>
                  <a:lnTo>
                    <a:pt x="516" y="38"/>
                  </a:lnTo>
                  <a:lnTo>
                    <a:pt x="516" y="41"/>
                  </a:lnTo>
                  <a:lnTo>
                    <a:pt x="515" y="42"/>
                  </a:lnTo>
                  <a:lnTo>
                    <a:pt x="515" y="43"/>
                  </a:lnTo>
                  <a:lnTo>
                    <a:pt x="513" y="46"/>
                  </a:lnTo>
                  <a:lnTo>
                    <a:pt x="511" y="47"/>
                  </a:lnTo>
                  <a:lnTo>
                    <a:pt x="511" y="46"/>
                  </a:lnTo>
                  <a:lnTo>
                    <a:pt x="511" y="45"/>
                  </a:lnTo>
                  <a:lnTo>
                    <a:pt x="509" y="46"/>
                  </a:lnTo>
                  <a:lnTo>
                    <a:pt x="508" y="47"/>
                  </a:lnTo>
                  <a:lnTo>
                    <a:pt x="507" y="49"/>
                  </a:lnTo>
                  <a:lnTo>
                    <a:pt x="505" y="49"/>
                  </a:lnTo>
                  <a:lnTo>
                    <a:pt x="505" y="46"/>
                  </a:lnTo>
                  <a:lnTo>
                    <a:pt x="508" y="42"/>
                  </a:lnTo>
                  <a:lnTo>
                    <a:pt x="511" y="41"/>
                  </a:lnTo>
                  <a:lnTo>
                    <a:pt x="513" y="39"/>
                  </a:lnTo>
                  <a:lnTo>
                    <a:pt x="515" y="38"/>
                  </a:lnTo>
                  <a:lnTo>
                    <a:pt x="516" y="37"/>
                  </a:lnTo>
                  <a:close/>
                  <a:moveTo>
                    <a:pt x="465" y="29"/>
                  </a:moveTo>
                  <a:lnTo>
                    <a:pt x="467" y="30"/>
                  </a:lnTo>
                  <a:lnTo>
                    <a:pt x="467" y="32"/>
                  </a:lnTo>
                  <a:lnTo>
                    <a:pt x="466" y="32"/>
                  </a:lnTo>
                  <a:lnTo>
                    <a:pt x="465" y="30"/>
                  </a:lnTo>
                  <a:lnTo>
                    <a:pt x="465" y="29"/>
                  </a:lnTo>
                  <a:close/>
                  <a:moveTo>
                    <a:pt x="897" y="26"/>
                  </a:moveTo>
                  <a:lnTo>
                    <a:pt x="898" y="28"/>
                  </a:lnTo>
                  <a:lnTo>
                    <a:pt x="901" y="30"/>
                  </a:lnTo>
                  <a:lnTo>
                    <a:pt x="903" y="30"/>
                  </a:lnTo>
                  <a:lnTo>
                    <a:pt x="906" y="30"/>
                  </a:lnTo>
                  <a:lnTo>
                    <a:pt x="910" y="34"/>
                  </a:lnTo>
                  <a:lnTo>
                    <a:pt x="910" y="36"/>
                  </a:lnTo>
                  <a:lnTo>
                    <a:pt x="908" y="36"/>
                  </a:lnTo>
                  <a:lnTo>
                    <a:pt x="906" y="33"/>
                  </a:lnTo>
                  <a:lnTo>
                    <a:pt x="903" y="33"/>
                  </a:lnTo>
                  <a:lnTo>
                    <a:pt x="901" y="32"/>
                  </a:lnTo>
                  <a:lnTo>
                    <a:pt x="898" y="32"/>
                  </a:lnTo>
                  <a:lnTo>
                    <a:pt x="897" y="30"/>
                  </a:lnTo>
                  <a:lnTo>
                    <a:pt x="895" y="28"/>
                  </a:lnTo>
                  <a:lnTo>
                    <a:pt x="897" y="26"/>
                  </a:lnTo>
                  <a:close/>
                  <a:moveTo>
                    <a:pt x="113" y="21"/>
                  </a:moveTo>
                  <a:lnTo>
                    <a:pt x="116" y="25"/>
                  </a:lnTo>
                  <a:lnTo>
                    <a:pt x="116" y="28"/>
                  </a:lnTo>
                  <a:lnTo>
                    <a:pt x="118" y="28"/>
                  </a:lnTo>
                  <a:lnTo>
                    <a:pt x="118" y="29"/>
                  </a:lnTo>
                  <a:lnTo>
                    <a:pt x="118" y="32"/>
                  </a:lnTo>
                  <a:lnTo>
                    <a:pt x="114" y="30"/>
                  </a:lnTo>
                  <a:lnTo>
                    <a:pt x="113" y="32"/>
                  </a:lnTo>
                  <a:lnTo>
                    <a:pt x="110" y="32"/>
                  </a:lnTo>
                  <a:lnTo>
                    <a:pt x="110" y="30"/>
                  </a:lnTo>
                  <a:lnTo>
                    <a:pt x="108" y="29"/>
                  </a:lnTo>
                  <a:lnTo>
                    <a:pt x="109" y="28"/>
                  </a:lnTo>
                  <a:lnTo>
                    <a:pt x="112" y="28"/>
                  </a:lnTo>
                  <a:lnTo>
                    <a:pt x="112" y="26"/>
                  </a:lnTo>
                  <a:lnTo>
                    <a:pt x="112" y="22"/>
                  </a:lnTo>
                  <a:lnTo>
                    <a:pt x="113" y="21"/>
                  </a:lnTo>
                  <a:close/>
                  <a:moveTo>
                    <a:pt x="172" y="20"/>
                  </a:moveTo>
                  <a:lnTo>
                    <a:pt x="174" y="20"/>
                  </a:lnTo>
                  <a:lnTo>
                    <a:pt x="176" y="22"/>
                  </a:lnTo>
                  <a:lnTo>
                    <a:pt x="175" y="24"/>
                  </a:lnTo>
                  <a:lnTo>
                    <a:pt x="174" y="22"/>
                  </a:lnTo>
                  <a:lnTo>
                    <a:pt x="171" y="22"/>
                  </a:lnTo>
                  <a:lnTo>
                    <a:pt x="172" y="20"/>
                  </a:lnTo>
                  <a:close/>
                  <a:moveTo>
                    <a:pt x="104" y="17"/>
                  </a:moveTo>
                  <a:lnTo>
                    <a:pt x="106" y="18"/>
                  </a:lnTo>
                  <a:lnTo>
                    <a:pt x="109" y="20"/>
                  </a:lnTo>
                  <a:lnTo>
                    <a:pt x="109" y="22"/>
                  </a:lnTo>
                  <a:lnTo>
                    <a:pt x="108" y="24"/>
                  </a:lnTo>
                  <a:lnTo>
                    <a:pt x="106" y="26"/>
                  </a:lnTo>
                  <a:lnTo>
                    <a:pt x="104" y="24"/>
                  </a:lnTo>
                  <a:lnTo>
                    <a:pt x="103" y="22"/>
                  </a:lnTo>
                  <a:lnTo>
                    <a:pt x="104" y="21"/>
                  </a:lnTo>
                  <a:lnTo>
                    <a:pt x="104" y="17"/>
                  </a:lnTo>
                  <a:close/>
                  <a:moveTo>
                    <a:pt x="958" y="16"/>
                  </a:moveTo>
                  <a:lnTo>
                    <a:pt x="960" y="16"/>
                  </a:lnTo>
                  <a:lnTo>
                    <a:pt x="964" y="17"/>
                  </a:lnTo>
                  <a:lnTo>
                    <a:pt x="965" y="16"/>
                  </a:lnTo>
                  <a:lnTo>
                    <a:pt x="968" y="16"/>
                  </a:lnTo>
                  <a:lnTo>
                    <a:pt x="969" y="18"/>
                  </a:lnTo>
                  <a:lnTo>
                    <a:pt x="973" y="18"/>
                  </a:lnTo>
                  <a:lnTo>
                    <a:pt x="976" y="20"/>
                  </a:lnTo>
                  <a:lnTo>
                    <a:pt x="981" y="22"/>
                  </a:lnTo>
                  <a:lnTo>
                    <a:pt x="983" y="26"/>
                  </a:lnTo>
                  <a:lnTo>
                    <a:pt x="985" y="29"/>
                  </a:lnTo>
                  <a:lnTo>
                    <a:pt x="986" y="30"/>
                  </a:lnTo>
                  <a:lnTo>
                    <a:pt x="985" y="33"/>
                  </a:lnTo>
                  <a:lnTo>
                    <a:pt x="982" y="32"/>
                  </a:lnTo>
                  <a:lnTo>
                    <a:pt x="978" y="33"/>
                  </a:lnTo>
                  <a:lnTo>
                    <a:pt x="976" y="34"/>
                  </a:lnTo>
                  <a:lnTo>
                    <a:pt x="970" y="34"/>
                  </a:lnTo>
                  <a:lnTo>
                    <a:pt x="968" y="34"/>
                  </a:lnTo>
                  <a:lnTo>
                    <a:pt x="962" y="34"/>
                  </a:lnTo>
                  <a:lnTo>
                    <a:pt x="960" y="33"/>
                  </a:lnTo>
                  <a:lnTo>
                    <a:pt x="956" y="36"/>
                  </a:lnTo>
                  <a:lnTo>
                    <a:pt x="953" y="38"/>
                  </a:lnTo>
                  <a:lnTo>
                    <a:pt x="952" y="39"/>
                  </a:lnTo>
                  <a:lnTo>
                    <a:pt x="951" y="39"/>
                  </a:lnTo>
                  <a:lnTo>
                    <a:pt x="951" y="37"/>
                  </a:lnTo>
                  <a:lnTo>
                    <a:pt x="953" y="34"/>
                  </a:lnTo>
                  <a:lnTo>
                    <a:pt x="954" y="29"/>
                  </a:lnTo>
                  <a:lnTo>
                    <a:pt x="954" y="24"/>
                  </a:lnTo>
                  <a:lnTo>
                    <a:pt x="954" y="22"/>
                  </a:lnTo>
                  <a:lnTo>
                    <a:pt x="957" y="18"/>
                  </a:lnTo>
                  <a:lnTo>
                    <a:pt x="958" y="16"/>
                  </a:lnTo>
                  <a:close/>
                  <a:moveTo>
                    <a:pt x="179" y="13"/>
                  </a:moveTo>
                  <a:lnTo>
                    <a:pt x="182" y="13"/>
                  </a:lnTo>
                  <a:lnTo>
                    <a:pt x="182" y="17"/>
                  </a:lnTo>
                  <a:lnTo>
                    <a:pt x="180" y="21"/>
                  </a:lnTo>
                  <a:lnTo>
                    <a:pt x="178" y="20"/>
                  </a:lnTo>
                  <a:lnTo>
                    <a:pt x="175" y="18"/>
                  </a:lnTo>
                  <a:lnTo>
                    <a:pt x="172" y="17"/>
                  </a:lnTo>
                  <a:lnTo>
                    <a:pt x="172" y="16"/>
                  </a:lnTo>
                  <a:lnTo>
                    <a:pt x="176" y="13"/>
                  </a:lnTo>
                  <a:lnTo>
                    <a:pt x="179" y="13"/>
                  </a:lnTo>
                  <a:close/>
                  <a:moveTo>
                    <a:pt x="135" y="12"/>
                  </a:moveTo>
                  <a:lnTo>
                    <a:pt x="137" y="13"/>
                  </a:lnTo>
                  <a:lnTo>
                    <a:pt x="137" y="14"/>
                  </a:lnTo>
                  <a:lnTo>
                    <a:pt x="137" y="17"/>
                  </a:lnTo>
                  <a:lnTo>
                    <a:pt x="135" y="16"/>
                  </a:lnTo>
                  <a:lnTo>
                    <a:pt x="135" y="14"/>
                  </a:lnTo>
                  <a:lnTo>
                    <a:pt x="135" y="12"/>
                  </a:lnTo>
                  <a:close/>
                  <a:moveTo>
                    <a:pt x="129" y="12"/>
                  </a:moveTo>
                  <a:lnTo>
                    <a:pt x="132" y="14"/>
                  </a:lnTo>
                  <a:lnTo>
                    <a:pt x="133" y="14"/>
                  </a:lnTo>
                  <a:lnTo>
                    <a:pt x="133" y="16"/>
                  </a:lnTo>
                  <a:lnTo>
                    <a:pt x="132" y="18"/>
                  </a:lnTo>
                  <a:lnTo>
                    <a:pt x="130" y="21"/>
                  </a:lnTo>
                  <a:lnTo>
                    <a:pt x="126" y="20"/>
                  </a:lnTo>
                  <a:lnTo>
                    <a:pt x="125" y="18"/>
                  </a:lnTo>
                  <a:lnTo>
                    <a:pt x="128" y="17"/>
                  </a:lnTo>
                  <a:lnTo>
                    <a:pt x="128" y="16"/>
                  </a:lnTo>
                  <a:lnTo>
                    <a:pt x="126" y="13"/>
                  </a:lnTo>
                  <a:lnTo>
                    <a:pt x="128" y="12"/>
                  </a:lnTo>
                  <a:lnTo>
                    <a:pt x="129" y="12"/>
                  </a:lnTo>
                  <a:close/>
                  <a:moveTo>
                    <a:pt x="143" y="9"/>
                  </a:moveTo>
                  <a:lnTo>
                    <a:pt x="145" y="11"/>
                  </a:lnTo>
                  <a:lnTo>
                    <a:pt x="145" y="12"/>
                  </a:lnTo>
                  <a:lnTo>
                    <a:pt x="145" y="13"/>
                  </a:lnTo>
                  <a:lnTo>
                    <a:pt x="143" y="14"/>
                  </a:lnTo>
                  <a:lnTo>
                    <a:pt x="141" y="13"/>
                  </a:lnTo>
                  <a:lnTo>
                    <a:pt x="139" y="12"/>
                  </a:lnTo>
                  <a:lnTo>
                    <a:pt x="141" y="11"/>
                  </a:lnTo>
                  <a:lnTo>
                    <a:pt x="142" y="9"/>
                  </a:lnTo>
                  <a:lnTo>
                    <a:pt x="143" y="9"/>
                  </a:lnTo>
                  <a:close/>
                  <a:moveTo>
                    <a:pt x="941" y="7"/>
                  </a:moveTo>
                  <a:lnTo>
                    <a:pt x="943" y="7"/>
                  </a:lnTo>
                  <a:lnTo>
                    <a:pt x="944" y="11"/>
                  </a:lnTo>
                  <a:lnTo>
                    <a:pt x="948" y="13"/>
                  </a:lnTo>
                  <a:lnTo>
                    <a:pt x="948" y="16"/>
                  </a:lnTo>
                  <a:lnTo>
                    <a:pt x="947" y="17"/>
                  </a:lnTo>
                  <a:lnTo>
                    <a:pt x="945" y="20"/>
                  </a:lnTo>
                  <a:lnTo>
                    <a:pt x="947" y="21"/>
                  </a:lnTo>
                  <a:lnTo>
                    <a:pt x="945" y="21"/>
                  </a:lnTo>
                  <a:lnTo>
                    <a:pt x="943" y="21"/>
                  </a:lnTo>
                  <a:lnTo>
                    <a:pt x="941" y="17"/>
                  </a:lnTo>
                  <a:lnTo>
                    <a:pt x="939" y="17"/>
                  </a:lnTo>
                  <a:lnTo>
                    <a:pt x="939" y="16"/>
                  </a:lnTo>
                  <a:lnTo>
                    <a:pt x="939" y="14"/>
                  </a:lnTo>
                  <a:lnTo>
                    <a:pt x="937" y="12"/>
                  </a:lnTo>
                  <a:lnTo>
                    <a:pt x="936" y="9"/>
                  </a:lnTo>
                  <a:lnTo>
                    <a:pt x="939" y="8"/>
                  </a:lnTo>
                  <a:lnTo>
                    <a:pt x="941" y="7"/>
                  </a:lnTo>
                  <a:close/>
                  <a:moveTo>
                    <a:pt x="135" y="5"/>
                  </a:moveTo>
                  <a:lnTo>
                    <a:pt x="138" y="5"/>
                  </a:lnTo>
                  <a:lnTo>
                    <a:pt x="138" y="7"/>
                  </a:lnTo>
                  <a:lnTo>
                    <a:pt x="137" y="9"/>
                  </a:lnTo>
                  <a:lnTo>
                    <a:pt x="135" y="11"/>
                  </a:lnTo>
                  <a:lnTo>
                    <a:pt x="134" y="9"/>
                  </a:lnTo>
                  <a:lnTo>
                    <a:pt x="135" y="7"/>
                  </a:lnTo>
                  <a:lnTo>
                    <a:pt x="135" y="7"/>
                  </a:lnTo>
                  <a:lnTo>
                    <a:pt x="135" y="5"/>
                  </a:lnTo>
                  <a:close/>
                  <a:moveTo>
                    <a:pt x="154" y="5"/>
                  </a:moveTo>
                  <a:lnTo>
                    <a:pt x="157" y="7"/>
                  </a:lnTo>
                  <a:lnTo>
                    <a:pt x="158" y="9"/>
                  </a:lnTo>
                  <a:lnTo>
                    <a:pt x="158" y="11"/>
                  </a:lnTo>
                  <a:lnTo>
                    <a:pt x="158" y="13"/>
                  </a:lnTo>
                  <a:lnTo>
                    <a:pt x="159" y="16"/>
                  </a:lnTo>
                  <a:lnTo>
                    <a:pt x="159" y="17"/>
                  </a:lnTo>
                  <a:lnTo>
                    <a:pt x="157" y="17"/>
                  </a:lnTo>
                  <a:lnTo>
                    <a:pt x="153" y="18"/>
                  </a:lnTo>
                  <a:lnTo>
                    <a:pt x="151" y="18"/>
                  </a:lnTo>
                  <a:lnTo>
                    <a:pt x="150" y="16"/>
                  </a:lnTo>
                  <a:lnTo>
                    <a:pt x="149" y="13"/>
                  </a:lnTo>
                  <a:lnTo>
                    <a:pt x="147" y="9"/>
                  </a:lnTo>
                  <a:lnTo>
                    <a:pt x="147" y="8"/>
                  </a:lnTo>
                  <a:lnTo>
                    <a:pt x="150" y="7"/>
                  </a:lnTo>
                  <a:lnTo>
                    <a:pt x="153" y="5"/>
                  </a:lnTo>
                  <a:lnTo>
                    <a:pt x="154" y="5"/>
                  </a:lnTo>
                  <a:close/>
                  <a:moveTo>
                    <a:pt x="143" y="4"/>
                  </a:moveTo>
                  <a:lnTo>
                    <a:pt x="142" y="5"/>
                  </a:lnTo>
                  <a:lnTo>
                    <a:pt x="142" y="7"/>
                  </a:lnTo>
                  <a:lnTo>
                    <a:pt x="141" y="8"/>
                  </a:lnTo>
                  <a:lnTo>
                    <a:pt x="141" y="5"/>
                  </a:lnTo>
                  <a:lnTo>
                    <a:pt x="143" y="4"/>
                  </a:lnTo>
                  <a:close/>
                  <a:moveTo>
                    <a:pt x="147" y="4"/>
                  </a:moveTo>
                  <a:lnTo>
                    <a:pt x="149" y="5"/>
                  </a:lnTo>
                  <a:lnTo>
                    <a:pt x="147" y="7"/>
                  </a:lnTo>
                  <a:lnTo>
                    <a:pt x="146" y="7"/>
                  </a:lnTo>
                  <a:lnTo>
                    <a:pt x="145" y="7"/>
                  </a:lnTo>
                  <a:lnTo>
                    <a:pt x="145" y="5"/>
                  </a:lnTo>
                  <a:lnTo>
                    <a:pt x="146" y="5"/>
                  </a:lnTo>
                  <a:lnTo>
                    <a:pt x="146" y="4"/>
                  </a:lnTo>
                  <a:lnTo>
                    <a:pt x="147" y="4"/>
                  </a:lnTo>
                  <a:close/>
                  <a:moveTo>
                    <a:pt x="596" y="3"/>
                  </a:moveTo>
                  <a:lnTo>
                    <a:pt x="599" y="4"/>
                  </a:lnTo>
                  <a:lnTo>
                    <a:pt x="600" y="7"/>
                  </a:lnTo>
                  <a:lnTo>
                    <a:pt x="599" y="9"/>
                  </a:lnTo>
                  <a:lnTo>
                    <a:pt x="598" y="11"/>
                  </a:lnTo>
                  <a:lnTo>
                    <a:pt x="596" y="9"/>
                  </a:lnTo>
                  <a:lnTo>
                    <a:pt x="598" y="8"/>
                  </a:lnTo>
                  <a:lnTo>
                    <a:pt x="595" y="5"/>
                  </a:lnTo>
                  <a:lnTo>
                    <a:pt x="595" y="4"/>
                  </a:lnTo>
                  <a:lnTo>
                    <a:pt x="596" y="3"/>
                  </a:lnTo>
                  <a:close/>
                  <a:moveTo>
                    <a:pt x="128" y="1"/>
                  </a:moveTo>
                  <a:lnTo>
                    <a:pt x="129" y="3"/>
                  </a:lnTo>
                  <a:lnTo>
                    <a:pt x="129" y="5"/>
                  </a:lnTo>
                  <a:lnTo>
                    <a:pt x="130" y="8"/>
                  </a:lnTo>
                  <a:lnTo>
                    <a:pt x="129" y="8"/>
                  </a:lnTo>
                  <a:lnTo>
                    <a:pt x="126" y="8"/>
                  </a:lnTo>
                  <a:lnTo>
                    <a:pt x="126" y="7"/>
                  </a:lnTo>
                  <a:lnTo>
                    <a:pt x="126" y="5"/>
                  </a:lnTo>
                  <a:lnTo>
                    <a:pt x="128" y="1"/>
                  </a:lnTo>
                  <a:close/>
                  <a:moveTo>
                    <a:pt x="135" y="1"/>
                  </a:moveTo>
                  <a:lnTo>
                    <a:pt x="138" y="1"/>
                  </a:lnTo>
                  <a:lnTo>
                    <a:pt x="139" y="4"/>
                  </a:lnTo>
                  <a:lnTo>
                    <a:pt x="139" y="5"/>
                  </a:lnTo>
                  <a:lnTo>
                    <a:pt x="137" y="4"/>
                  </a:lnTo>
                  <a:lnTo>
                    <a:pt x="135" y="3"/>
                  </a:lnTo>
                  <a:lnTo>
                    <a:pt x="135" y="1"/>
                  </a:lnTo>
                  <a:close/>
                  <a:moveTo>
                    <a:pt x="132" y="1"/>
                  </a:moveTo>
                  <a:lnTo>
                    <a:pt x="133" y="4"/>
                  </a:lnTo>
                  <a:lnTo>
                    <a:pt x="134" y="5"/>
                  </a:lnTo>
                  <a:lnTo>
                    <a:pt x="133" y="7"/>
                  </a:lnTo>
                  <a:lnTo>
                    <a:pt x="132" y="7"/>
                  </a:lnTo>
                  <a:lnTo>
                    <a:pt x="130" y="4"/>
                  </a:lnTo>
                  <a:lnTo>
                    <a:pt x="130" y="1"/>
                  </a:lnTo>
                  <a:lnTo>
                    <a:pt x="132" y="1"/>
                  </a:lnTo>
                  <a:close/>
                  <a:moveTo>
                    <a:pt x="313" y="0"/>
                  </a:moveTo>
                  <a:lnTo>
                    <a:pt x="315" y="1"/>
                  </a:lnTo>
                  <a:lnTo>
                    <a:pt x="316" y="3"/>
                  </a:lnTo>
                  <a:lnTo>
                    <a:pt x="320" y="1"/>
                  </a:lnTo>
                  <a:lnTo>
                    <a:pt x="321" y="3"/>
                  </a:lnTo>
                  <a:lnTo>
                    <a:pt x="320" y="3"/>
                  </a:lnTo>
                  <a:lnTo>
                    <a:pt x="317" y="5"/>
                  </a:lnTo>
                  <a:lnTo>
                    <a:pt x="316" y="5"/>
                  </a:lnTo>
                  <a:lnTo>
                    <a:pt x="315" y="4"/>
                  </a:lnTo>
                  <a:lnTo>
                    <a:pt x="312" y="3"/>
                  </a:lnTo>
                  <a:lnTo>
                    <a:pt x="311" y="3"/>
                  </a:lnTo>
                  <a:lnTo>
                    <a:pt x="312" y="1"/>
                  </a:lnTo>
                  <a:lnTo>
                    <a:pt x="313" y="0"/>
                  </a:lnTo>
                  <a:close/>
                  <a:moveTo>
                    <a:pt x="563" y="0"/>
                  </a:moveTo>
                  <a:lnTo>
                    <a:pt x="566" y="0"/>
                  </a:lnTo>
                  <a:lnTo>
                    <a:pt x="569" y="3"/>
                  </a:lnTo>
                  <a:lnTo>
                    <a:pt x="571" y="1"/>
                  </a:lnTo>
                  <a:lnTo>
                    <a:pt x="573" y="1"/>
                  </a:lnTo>
                  <a:lnTo>
                    <a:pt x="574" y="4"/>
                  </a:lnTo>
                  <a:lnTo>
                    <a:pt x="577" y="5"/>
                  </a:lnTo>
                  <a:lnTo>
                    <a:pt x="581" y="3"/>
                  </a:lnTo>
                  <a:lnTo>
                    <a:pt x="582" y="3"/>
                  </a:lnTo>
                  <a:lnTo>
                    <a:pt x="582" y="5"/>
                  </a:lnTo>
                  <a:lnTo>
                    <a:pt x="583" y="7"/>
                  </a:lnTo>
                  <a:lnTo>
                    <a:pt x="586" y="8"/>
                  </a:lnTo>
                  <a:lnTo>
                    <a:pt x="586" y="9"/>
                  </a:lnTo>
                  <a:lnTo>
                    <a:pt x="584" y="11"/>
                  </a:lnTo>
                  <a:lnTo>
                    <a:pt x="584" y="12"/>
                  </a:lnTo>
                  <a:lnTo>
                    <a:pt x="583" y="13"/>
                  </a:lnTo>
                  <a:lnTo>
                    <a:pt x="583" y="16"/>
                  </a:lnTo>
                  <a:lnTo>
                    <a:pt x="581" y="20"/>
                  </a:lnTo>
                  <a:lnTo>
                    <a:pt x="578" y="20"/>
                  </a:lnTo>
                  <a:lnTo>
                    <a:pt x="577" y="24"/>
                  </a:lnTo>
                  <a:lnTo>
                    <a:pt x="578" y="24"/>
                  </a:lnTo>
                  <a:lnTo>
                    <a:pt x="584" y="21"/>
                  </a:lnTo>
                  <a:lnTo>
                    <a:pt x="587" y="16"/>
                  </a:lnTo>
                  <a:lnTo>
                    <a:pt x="590" y="16"/>
                  </a:lnTo>
                  <a:lnTo>
                    <a:pt x="590" y="18"/>
                  </a:lnTo>
                  <a:lnTo>
                    <a:pt x="588" y="21"/>
                  </a:lnTo>
                  <a:lnTo>
                    <a:pt x="588" y="22"/>
                  </a:lnTo>
                  <a:lnTo>
                    <a:pt x="590" y="22"/>
                  </a:lnTo>
                  <a:lnTo>
                    <a:pt x="592" y="18"/>
                  </a:lnTo>
                  <a:lnTo>
                    <a:pt x="595" y="18"/>
                  </a:lnTo>
                  <a:lnTo>
                    <a:pt x="596" y="18"/>
                  </a:lnTo>
                  <a:lnTo>
                    <a:pt x="599" y="18"/>
                  </a:lnTo>
                  <a:lnTo>
                    <a:pt x="599" y="16"/>
                  </a:lnTo>
                  <a:lnTo>
                    <a:pt x="600" y="16"/>
                  </a:lnTo>
                  <a:lnTo>
                    <a:pt x="603" y="17"/>
                  </a:lnTo>
                  <a:lnTo>
                    <a:pt x="604" y="16"/>
                  </a:lnTo>
                  <a:lnTo>
                    <a:pt x="607" y="18"/>
                  </a:lnTo>
                  <a:lnTo>
                    <a:pt x="607" y="21"/>
                  </a:lnTo>
                  <a:lnTo>
                    <a:pt x="608" y="25"/>
                  </a:lnTo>
                  <a:lnTo>
                    <a:pt x="608" y="26"/>
                  </a:lnTo>
                  <a:lnTo>
                    <a:pt x="608" y="29"/>
                  </a:lnTo>
                  <a:lnTo>
                    <a:pt x="606" y="32"/>
                  </a:lnTo>
                  <a:lnTo>
                    <a:pt x="609" y="37"/>
                  </a:lnTo>
                  <a:lnTo>
                    <a:pt x="608" y="39"/>
                  </a:lnTo>
                  <a:lnTo>
                    <a:pt x="607" y="39"/>
                  </a:lnTo>
                  <a:lnTo>
                    <a:pt x="604" y="42"/>
                  </a:lnTo>
                  <a:lnTo>
                    <a:pt x="607" y="42"/>
                  </a:lnTo>
                  <a:lnTo>
                    <a:pt x="611" y="41"/>
                  </a:lnTo>
                  <a:lnTo>
                    <a:pt x="613" y="38"/>
                  </a:lnTo>
                  <a:lnTo>
                    <a:pt x="617" y="38"/>
                  </a:lnTo>
                  <a:lnTo>
                    <a:pt x="619" y="34"/>
                  </a:lnTo>
                  <a:lnTo>
                    <a:pt x="619" y="30"/>
                  </a:lnTo>
                  <a:lnTo>
                    <a:pt x="617" y="28"/>
                  </a:lnTo>
                  <a:lnTo>
                    <a:pt x="616" y="28"/>
                  </a:lnTo>
                  <a:lnTo>
                    <a:pt x="615" y="26"/>
                  </a:lnTo>
                  <a:lnTo>
                    <a:pt x="615" y="24"/>
                  </a:lnTo>
                  <a:lnTo>
                    <a:pt x="615" y="24"/>
                  </a:lnTo>
                  <a:lnTo>
                    <a:pt x="617" y="24"/>
                  </a:lnTo>
                  <a:lnTo>
                    <a:pt x="619" y="24"/>
                  </a:lnTo>
                  <a:lnTo>
                    <a:pt x="620" y="24"/>
                  </a:lnTo>
                  <a:lnTo>
                    <a:pt x="624" y="22"/>
                  </a:lnTo>
                  <a:lnTo>
                    <a:pt x="627" y="20"/>
                  </a:lnTo>
                  <a:lnTo>
                    <a:pt x="628" y="20"/>
                  </a:lnTo>
                  <a:lnTo>
                    <a:pt x="632" y="20"/>
                  </a:lnTo>
                  <a:lnTo>
                    <a:pt x="632" y="17"/>
                  </a:lnTo>
                  <a:lnTo>
                    <a:pt x="635" y="16"/>
                  </a:lnTo>
                  <a:lnTo>
                    <a:pt x="636" y="16"/>
                  </a:lnTo>
                  <a:lnTo>
                    <a:pt x="637" y="14"/>
                  </a:lnTo>
                  <a:lnTo>
                    <a:pt x="640" y="13"/>
                  </a:lnTo>
                  <a:lnTo>
                    <a:pt x="641" y="14"/>
                  </a:lnTo>
                  <a:lnTo>
                    <a:pt x="644" y="14"/>
                  </a:lnTo>
                  <a:lnTo>
                    <a:pt x="644" y="16"/>
                  </a:lnTo>
                  <a:lnTo>
                    <a:pt x="642" y="17"/>
                  </a:lnTo>
                  <a:lnTo>
                    <a:pt x="644" y="18"/>
                  </a:lnTo>
                  <a:lnTo>
                    <a:pt x="649" y="18"/>
                  </a:lnTo>
                  <a:lnTo>
                    <a:pt x="649" y="20"/>
                  </a:lnTo>
                  <a:lnTo>
                    <a:pt x="652" y="20"/>
                  </a:lnTo>
                  <a:lnTo>
                    <a:pt x="661" y="25"/>
                  </a:lnTo>
                  <a:lnTo>
                    <a:pt x="662" y="25"/>
                  </a:lnTo>
                  <a:lnTo>
                    <a:pt x="663" y="28"/>
                  </a:lnTo>
                  <a:lnTo>
                    <a:pt x="663" y="30"/>
                  </a:lnTo>
                  <a:lnTo>
                    <a:pt x="667" y="34"/>
                  </a:lnTo>
                  <a:lnTo>
                    <a:pt x="669" y="34"/>
                  </a:lnTo>
                  <a:lnTo>
                    <a:pt x="669" y="33"/>
                  </a:lnTo>
                  <a:lnTo>
                    <a:pt x="670" y="32"/>
                  </a:lnTo>
                  <a:lnTo>
                    <a:pt x="670" y="30"/>
                  </a:lnTo>
                  <a:lnTo>
                    <a:pt x="669" y="29"/>
                  </a:lnTo>
                  <a:lnTo>
                    <a:pt x="666" y="29"/>
                  </a:lnTo>
                  <a:lnTo>
                    <a:pt x="666" y="26"/>
                  </a:lnTo>
                  <a:lnTo>
                    <a:pt x="669" y="25"/>
                  </a:lnTo>
                  <a:lnTo>
                    <a:pt x="670" y="25"/>
                  </a:lnTo>
                  <a:lnTo>
                    <a:pt x="671" y="28"/>
                  </a:lnTo>
                  <a:lnTo>
                    <a:pt x="673" y="29"/>
                  </a:lnTo>
                  <a:lnTo>
                    <a:pt x="673" y="30"/>
                  </a:lnTo>
                  <a:lnTo>
                    <a:pt x="677" y="34"/>
                  </a:lnTo>
                  <a:lnTo>
                    <a:pt x="677" y="37"/>
                  </a:lnTo>
                  <a:lnTo>
                    <a:pt x="679" y="37"/>
                  </a:lnTo>
                  <a:lnTo>
                    <a:pt x="681" y="37"/>
                  </a:lnTo>
                  <a:lnTo>
                    <a:pt x="681" y="37"/>
                  </a:lnTo>
                  <a:lnTo>
                    <a:pt x="682" y="37"/>
                  </a:lnTo>
                  <a:lnTo>
                    <a:pt x="685" y="39"/>
                  </a:lnTo>
                  <a:lnTo>
                    <a:pt x="685" y="42"/>
                  </a:lnTo>
                  <a:lnTo>
                    <a:pt x="686" y="45"/>
                  </a:lnTo>
                  <a:lnTo>
                    <a:pt x="686" y="46"/>
                  </a:lnTo>
                  <a:lnTo>
                    <a:pt x="685" y="46"/>
                  </a:lnTo>
                  <a:lnTo>
                    <a:pt x="685" y="45"/>
                  </a:lnTo>
                  <a:lnTo>
                    <a:pt x="683" y="43"/>
                  </a:lnTo>
                  <a:lnTo>
                    <a:pt x="683" y="43"/>
                  </a:lnTo>
                  <a:lnTo>
                    <a:pt x="682" y="45"/>
                  </a:lnTo>
                  <a:lnTo>
                    <a:pt x="679" y="43"/>
                  </a:lnTo>
                  <a:lnTo>
                    <a:pt x="675" y="41"/>
                  </a:lnTo>
                  <a:lnTo>
                    <a:pt x="673" y="41"/>
                  </a:lnTo>
                  <a:lnTo>
                    <a:pt x="673" y="42"/>
                  </a:lnTo>
                  <a:lnTo>
                    <a:pt x="674" y="45"/>
                  </a:lnTo>
                  <a:lnTo>
                    <a:pt x="677" y="45"/>
                  </a:lnTo>
                  <a:lnTo>
                    <a:pt x="678" y="45"/>
                  </a:lnTo>
                  <a:lnTo>
                    <a:pt x="678" y="46"/>
                  </a:lnTo>
                  <a:lnTo>
                    <a:pt x="679" y="49"/>
                  </a:lnTo>
                  <a:lnTo>
                    <a:pt x="681" y="50"/>
                  </a:lnTo>
                  <a:lnTo>
                    <a:pt x="681" y="49"/>
                  </a:lnTo>
                  <a:lnTo>
                    <a:pt x="682" y="46"/>
                  </a:lnTo>
                  <a:lnTo>
                    <a:pt x="683" y="46"/>
                  </a:lnTo>
                  <a:lnTo>
                    <a:pt x="685" y="49"/>
                  </a:lnTo>
                  <a:lnTo>
                    <a:pt x="686" y="49"/>
                  </a:lnTo>
                  <a:lnTo>
                    <a:pt x="687" y="49"/>
                  </a:lnTo>
                  <a:lnTo>
                    <a:pt x="689" y="49"/>
                  </a:lnTo>
                  <a:lnTo>
                    <a:pt x="689" y="50"/>
                  </a:lnTo>
                  <a:lnTo>
                    <a:pt x="689" y="51"/>
                  </a:lnTo>
                  <a:lnTo>
                    <a:pt x="691" y="55"/>
                  </a:lnTo>
                  <a:lnTo>
                    <a:pt x="691" y="59"/>
                  </a:lnTo>
                  <a:lnTo>
                    <a:pt x="691" y="65"/>
                  </a:lnTo>
                  <a:lnTo>
                    <a:pt x="690" y="68"/>
                  </a:lnTo>
                  <a:lnTo>
                    <a:pt x="689" y="68"/>
                  </a:lnTo>
                  <a:lnTo>
                    <a:pt x="687" y="70"/>
                  </a:lnTo>
                  <a:lnTo>
                    <a:pt x="689" y="72"/>
                  </a:lnTo>
                  <a:lnTo>
                    <a:pt x="686" y="75"/>
                  </a:lnTo>
                  <a:lnTo>
                    <a:pt x="687" y="76"/>
                  </a:lnTo>
                  <a:lnTo>
                    <a:pt x="689" y="78"/>
                  </a:lnTo>
                  <a:lnTo>
                    <a:pt x="689" y="80"/>
                  </a:lnTo>
                  <a:lnTo>
                    <a:pt x="686" y="82"/>
                  </a:lnTo>
                  <a:lnTo>
                    <a:pt x="685" y="84"/>
                  </a:lnTo>
                  <a:lnTo>
                    <a:pt x="685" y="86"/>
                  </a:lnTo>
                  <a:lnTo>
                    <a:pt x="683" y="88"/>
                  </a:lnTo>
                  <a:lnTo>
                    <a:pt x="682" y="91"/>
                  </a:lnTo>
                  <a:lnTo>
                    <a:pt x="682" y="92"/>
                  </a:lnTo>
                  <a:lnTo>
                    <a:pt x="681" y="93"/>
                  </a:lnTo>
                  <a:lnTo>
                    <a:pt x="679" y="95"/>
                  </a:lnTo>
                  <a:lnTo>
                    <a:pt x="677" y="97"/>
                  </a:lnTo>
                  <a:lnTo>
                    <a:pt x="674" y="97"/>
                  </a:lnTo>
                  <a:lnTo>
                    <a:pt x="677" y="99"/>
                  </a:lnTo>
                  <a:lnTo>
                    <a:pt x="678" y="99"/>
                  </a:lnTo>
                  <a:lnTo>
                    <a:pt x="679" y="96"/>
                  </a:lnTo>
                  <a:lnTo>
                    <a:pt x="681" y="96"/>
                  </a:lnTo>
                  <a:lnTo>
                    <a:pt x="682" y="100"/>
                  </a:lnTo>
                  <a:lnTo>
                    <a:pt x="679" y="104"/>
                  </a:lnTo>
                  <a:lnTo>
                    <a:pt x="678" y="107"/>
                  </a:lnTo>
                  <a:lnTo>
                    <a:pt x="677" y="112"/>
                  </a:lnTo>
                  <a:lnTo>
                    <a:pt x="678" y="115"/>
                  </a:lnTo>
                  <a:lnTo>
                    <a:pt x="678" y="117"/>
                  </a:lnTo>
                  <a:lnTo>
                    <a:pt x="677" y="122"/>
                  </a:lnTo>
                  <a:lnTo>
                    <a:pt x="673" y="122"/>
                  </a:lnTo>
                  <a:lnTo>
                    <a:pt x="673" y="122"/>
                  </a:lnTo>
                  <a:lnTo>
                    <a:pt x="670" y="122"/>
                  </a:lnTo>
                  <a:lnTo>
                    <a:pt x="670" y="124"/>
                  </a:lnTo>
                  <a:lnTo>
                    <a:pt x="670" y="125"/>
                  </a:lnTo>
                  <a:lnTo>
                    <a:pt x="671" y="130"/>
                  </a:lnTo>
                  <a:lnTo>
                    <a:pt x="671" y="133"/>
                  </a:lnTo>
                  <a:lnTo>
                    <a:pt x="669" y="134"/>
                  </a:lnTo>
                  <a:lnTo>
                    <a:pt x="667" y="137"/>
                  </a:lnTo>
                  <a:lnTo>
                    <a:pt x="669" y="141"/>
                  </a:lnTo>
                  <a:lnTo>
                    <a:pt x="669" y="143"/>
                  </a:lnTo>
                  <a:lnTo>
                    <a:pt x="667" y="145"/>
                  </a:lnTo>
                  <a:lnTo>
                    <a:pt x="667" y="146"/>
                  </a:lnTo>
                  <a:lnTo>
                    <a:pt x="670" y="147"/>
                  </a:lnTo>
                  <a:lnTo>
                    <a:pt x="667" y="154"/>
                  </a:lnTo>
                  <a:lnTo>
                    <a:pt x="666" y="155"/>
                  </a:lnTo>
                  <a:lnTo>
                    <a:pt x="666" y="158"/>
                  </a:lnTo>
                  <a:lnTo>
                    <a:pt x="666" y="155"/>
                  </a:lnTo>
                  <a:lnTo>
                    <a:pt x="669" y="155"/>
                  </a:lnTo>
                  <a:lnTo>
                    <a:pt x="671" y="154"/>
                  </a:lnTo>
                  <a:lnTo>
                    <a:pt x="671" y="151"/>
                  </a:lnTo>
                  <a:lnTo>
                    <a:pt x="671" y="150"/>
                  </a:lnTo>
                  <a:lnTo>
                    <a:pt x="673" y="149"/>
                  </a:lnTo>
                  <a:lnTo>
                    <a:pt x="675" y="149"/>
                  </a:lnTo>
                  <a:lnTo>
                    <a:pt x="677" y="147"/>
                  </a:lnTo>
                  <a:lnTo>
                    <a:pt x="675" y="147"/>
                  </a:lnTo>
                  <a:lnTo>
                    <a:pt x="671" y="143"/>
                  </a:lnTo>
                  <a:lnTo>
                    <a:pt x="670" y="141"/>
                  </a:lnTo>
                  <a:lnTo>
                    <a:pt x="671" y="138"/>
                  </a:lnTo>
                  <a:lnTo>
                    <a:pt x="675" y="137"/>
                  </a:lnTo>
                  <a:lnTo>
                    <a:pt x="679" y="137"/>
                  </a:lnTo>
                  <a:lnTo>
                    <a:pt x="683" y="134"/>
                  </a:lnTo>
                  <a:lnTo>
                    <a:pt x="685" y="134"/>
                  </a:lnTo>
                  <a:lnTo>
                    <a:pt x="686" y="133"/>
                  </a:lnTo>
                  <a:lnTo>
                    <a:pt x="685" y="130"/>
                  </a:lnTo>
                  <a:lnTo>
                    <a:pt x="689" y="128"/>
                  </a:lnTo>
                  <a:lnTo>
                    <a:pt x="690" y="125"/>
                  </a:lnTo>
                  <a:lnTo>
                    <a:pt x="689" y="122"/>
                  </a:lnTo>
                  <a:lnTo>
                    <a:pt x="689" y="121"/>
                  </a:lnTo>
                  <a:lnTo>
                    <a:pt x="691" y="122"/>
                  </a:lnTo>
                  <a:lnTo>
                    <a:pt x="694" y="122"/>
                  </a:lnTo>
                  <a:lnTo>
                    <a:pt x="696" y="120"/>
                  </a:lnTo>
                  <a:lnTo>
                    <a:pt x="695" y="117"/>
                  </a:lnTo>
                  <a:lnTo>
                    <a:pt x="699" y="115"/>
                  </a:lnTo>
                  <a:lnTo>
                    <a:pt x="699" y="112"/>
                  </a:lnTo>
                  <a:lnTo>
                    <a:pt x="698" y="111"/>
                  </a:lnTo>
                  <a:lnTo>
                    <a:pt x="694" y="112"/>
                  </a:lnTo>
                  <a:lnTo>
                    <a:pt x="694" y="115"/>
                  </a:lnTo>
                  <a:lnTo>
                    <a:pt x="690" y="117"/>
                  </a:lnTo>
                  <a:lnTo>
                    <a:pt x="687" y="116"/>
                  </a:lnTo>
                  <a:lnTo>
                    <a:pt x="686" y="112"/>
                  </a:lnTo>
                  <a:lnTo>
                    <a:pt x="687" y="109"/>
                  </a:lnTo>
                  <a:lnTo>
                    <a:pt x="687" y="105"/>
                  </a:lnTo>
                  <a:lnTo>
                    <a:pt x="690" y="104"/>
                  </a:lnTo>
                  <a:lnTo>
                    <a:pt x="692" y="104"/>
                  </a:lnTo>
                  <a:lnTo>
                    <a:pt x="696" y="107"/>
                  </a:lnTo>
                  <a:lnTo>
                    <a:pt x="698" y="104"/>
                  </a:lnTo>
                  <a:lnTo>
                    <a:pt x="698" y="101"/>
                  </a:lnTo>
                  <a:lnTo>
                    <a:pt x="702" y="100"/>
                  </a:lnTo>
                  <a:lnTo>
                    <a:pt x="702" y="103"/>
                  </a:lnTo>
                  <a:lnTo>
                    <a:pt x="700" y="104"/>
                  </a:lnTo>
                  <a:lnTo>
                    <a:pt x="700" y="107"/>
                  </a:lnTo>
                  <a:lnTo>
                    <a:pt x="707" y="112"/>
                  </a:lnTo>
                  <a:lnTo>
                    <a:pt x="710" y="112"/>
                  </a:lnTo>
                  <a:lnTo>
                    <a:pt x="712" y="111"/>
                  </a:lnTo>
                  <a:lnTo>
                    <a:pt x="716" y="109"/>
                  </a:lnTo>
                  <a:lnTo>
                    <a:pt x="719" y="108"/>
                  </a:lnTo>
                  <a:lnTo>
                    <a:pt x="717" y="105"/>
                  </a:lnTo>
                  <a:lnTo>
                    <a:pt x="714" y="101"/>
                  </a:lnTo>
                  <a:lnTo>
                    <a:pt x="714" y="100"/>
                  </a:lnTo>
                  <a:lnTo>
                    <a:pt x="715" y="100"/>
                  </a:lnTo>
                  <a:lnTo>
                    <a:pt x="720" y="104"/>
                  </a:lnTo>
                  <a:lnTo>
                    <a:pt x="721" y="104"/>
                  </a:lnTo>
                  <a:lnTo>
                    <a:pt x="724" y="107"/>
                  </a:lnTo>
                  <a:lnTo>
                    <a:pt x="724" y="108"/>
                  </a:lnTo>
                  <a:lnTo>
                    <a:pt x="724" y="111"/>
                  </a:lnTo>
                  <a:lnTo>
                    <a:pt x="727" y="113"/>
                  </a:lnTo>
                  <a:lnTo>
                    <a:pt x="728" y="117"/>
                  </a:lnTo>
                  <a:lnTo>
                    <a:pt x="728" y="118"/>
                  </a:lnTo>
                  <a:lnTo>
                    <a:pt x="728" y="117"/>
                  </a:lnTo>
                  <a:lnTo>
                    <a:pt x="731" y="115"/>
                  </a:lnTo>
                  <a:lnTo>
                    <a:pt x="732" y="115"/>
                  </a:lnTo>
                  <a:lnTo>
                    <a:pt x="733" y="112"/>
                  </a:lnTo>
                  <a:lnTo>
                    <a:pt x="732" y="112"/>
                  </a:lnTo>
                  <a:lnTo>
                    <a:pt x="731" y="113"/>
                  </a:lnTo>
                  <a:lnTo>
                    <a:pt x="728" y="112"/>
                  </a:lnTo>
                  <a:lnTo>
                    <a:pt x="727" y="109"/>
                  </a:lnTo>
                  <a:lnTo>
                    <a:pt x="729" y="107"/>
                  </a:lnTo>
                  <a:lnTo>
                    <a:pt x="732" y="105"/>
                  </a:lnTo>
                  <a:lnTo>
                    <a:pt x="733" y="103"/>
                  </a:lnTo>
                  <a:lnTo>
                    <a:pt x="735" y="103"/>
                  </a:lnTo>
                  <a:lnTo>
                    <a:pt x="736" y="101"/>
                  </a:lnTo>
                  <a:lnTo>
                    <a:pt x="741" y="100"/>
                  </a:lnTo>
                  <a:lnTo>
                    <a:pt x="749" y="99"/>
                  </a:lnTo>
                  <a:lnTo>
                    <a:pt x="758" y="99"/>
                  </a:lnTo>
                  <a:lnTo>
                    <a:pt x="765" y="95"/>
                  </a:lnTo>
                  <a:lnTo>
                    <a:pt x="769" y="95"/>
                  </a:lnTo>
                  <a:lnTo>
                    <a:pt x="773" y="96"/>
                  </a:lnTo>
                  <a:lnTo>
                    <a:pt x="771" y="97"/>
                  </a:lnTo>
                  <a:lnTo>
                    <a:pt x="771" y="99"/>
                  </a:lnTo>
                  <a:lnTo>
                    <a:pt x="770" y="101"/>
                  </a:lnTo>
                  <a:lnTo>
                    <a:pt x="771" y="105"/>
                  </a:lnTo>
                  <a:lnTo>
                    <a:pt x="774" y="108"/>
                  </a:lnTo>
                  <a:lnTo>
                    <a:pt x="785" y="109"/>
                  </a:lnTo>
                  <a:lnTo>
                    <a:pt x="787" y="109"/>
                  </a:lnTo>
                  <a:lnTo>
                    <a:pt x="787" y="109"/>
                  </a:lnTo>
                  <a:lnTo>
                    <a:pt x="791" y="109"/>
                  </a:lnTo>
                  <a:lnTo>
                    <a:pt x="794" y="109"/>
                  </a:lnTo>
                  <a:lnTo>
                    <a:pt x="802" y="109"/>
                  </a:lnTo>
                  <a:lnTo>
                    <a:pt x="807" y="105"/>
                  </a:lnTo>
                  <a:lnTo>
                    <a:pt x="808" y="107"/>
                  </a:lnTo>
                  <a:lnTo>
                    <a:pt x="811" y="107"/>
                  </a:lnTo>
                  <a:lnTo>
                    <a:pt x="812" y="104"/>
                  </a:lnTo>
                  <a:lnTo>
                    <a:pt x="811" y="103"/>
                  </a:lnTo>
                  <a:lnTo>
                    <a:pt x="814" y="101"/>
                  </a:lnTo>
                  <a:lnTo>
                    <a:pt x="816" y="103"/>
                  </a:lnTo>
                  <a:lnTo>
                    <a:pt x="819" y="101"/>
                  </a:lnTo>
                  <a:lnTo>
                    <a:pt x="820" y="103"/>
                  </a:lnTo>
                  <a:lnTo>
                    <a:pt x="821" y="104"/>
                  </a:lnTo>
                  <a:lnTo>
                    <a:pt x="823" y="101"/>
                  </a:lnTo>
                  <a:lnTo>
                    <a:pt x="821" y="100"/>
                  </a:lnTo>
                  <a:lnTo>
                    <a:pt x="820" y="97"/>
                  </a:lnTo>
                  <a:lnTo>
                    <a:pt x="820" y="95"/>
                  </a:lnTo>
                  <a:lnTo>
                    <a:pt x="819" y="93"/>
                  </a:lnTo>
                  <a:lnTo>
                    <a:pt x="816" y="93"/>
                  </a:lnTo>
                  <a:lnTo>
                    <a:pt x="816" y="90"/>
                  </a:lnTo>
                  <a:lnTo>
                    <a:pt x="815" y="90"/>
                  </a:lnTo>
                  <a:lnTo>
                    <a:pt x="814" y="87"/>
                  </a:lnTo>
                  <a:lnTo>
                    <a:pt x="812" y="86"/>
                  </a:lnTo>
                  <a:lnTo>
                    <a:pt x="812" y="82"/>
                  </a:lnTo>
                  <a:lnTo>
                    <a:pt x="814" y="80"/>
                  </a:lnTo>
                  <a:lnTo>
                    <a:pt x="814" y="82"/>
                  </a:lnTo>
                  <a:lnTo>
                    <a:pt x="815" y="82"/>
                  </a:lnTo>
                  <a:lnTo>
                    <a:pt x="818" y="80"/>
                  </a:lnTo>
                  <a:lnTo>
                    <a:pt x="816" y="79"/>
                  </a:lnTo>
                  <a:lnTo>
                    <a:pt x="816" y="76"/>
                  </a:lnTo>
                  <a:lnTo>
                    <a:pt x="818" y="76"/>
                  </a:lnTo>
                  <a:lnTo>
                    <a:pt x="821" y="79"/>
                  </a:lnTo>
                  <a:lnTo>
                    <a:pt x="823" y="78"/>
                  </a:lnTo>
                  <a:lnTo>
                    <a:pt x="823" y="76"/>
                  </a:lnTo>
                  <a:lnTo>
                    <a:pt x="824" y="78"/>
                  </a:lnTo>
                  <a:lnTo>
                    <a:pt x="827" y="78"/>
                  </a:lnTo>
                  <a:lnTo>
                    <a:pt x="828" y="76"/>
                  </a:lnTo>
                  <a:lnTo>
                    <a:pt x="829" y="75"/>
                  </a:lnTo>
                  <a:lnTo>
                    <a:pt x="832" y="78"/>
                  </a:lnTo>
                  <a:lnTo>
                    <a:pt x="833" y="78"/>
                  </a:lnTo>
                  <a:lnTo>
                    <a:pt x="835" y="80"/>
                  </a:lnTo>
                  <a:lnTo>
                    <a:pt x="836" y="79"/>
                  </a:lnTo>
                  <a:lnTo>
                    <a:pt x="836" y="76"/>
                  </a:lnTo>
                  <a:lnTo>
                    <a:pt x="839" y="78"/>
                  </a:lnTo>
                  <a:lnTo>
                    <a:pt x="840" y="79"/>
                  </a:lnTo>
                  <a:lnTo>
                    <a:pt x="839" y="80"/>
                  </a:lnTo>
                  <a:lnTo>
                    <a:pt x="837" y="83"/>
                  </a:lnTo>
                  <a:lnTo>
                    <a:pt x="839" y="83"/>
                  </a:lnTo>
                  <a:lnTo>
                    <a:pt x="841" y="83"/>
                  </a:lnTo>
                  <a:lnTo>
                    <a:pt x="841" y="83"/>
                  </a:lnTo>
                  <a:lnTo>
                    <a:pt x="841" y="82"/>
                  </a:lnTo>
                  <a:lnTo>
                    <a:pt x="843" y="82"/>
                  </a:lnTo>
                  <a:lnTo>
                    <a:pt x="844" y="82"/>
                  </a:lnTo>
                  <a:lnTo>
                    <a:pt x="844" y="79"/>
                  </a:lnTo>
                  <a:lnTo>
                    <a:pt x="843" y="78"/>
                  </a:lnTo>
                  <a:lnTo>
                    <a:pt x="843" y="76"/>
                  </a:lnTo>
                  <a:lnTo>
                    <a:pt x="845" y="76"/>
                  </a:lnTo>
                  <a:lnTo>
                    <a:pt x="848" y="76"/>
                  </a:lnTo>
                  <a:lnTo>
                    <a:pt x="849" y="76"/>
                  </a:lnTo>
                  <a:lnTo>
                    <a:pt x="850" y="76"/>
                  </a:lnTo>
                  <a:lnTo>
                    <a:pt x="854" y="76"/>
                  </a:lnTo>
                  <a:lnTo>
                    <a:pt x="854" y="78"/>
                  </a:lnTo>
                  <a:lnTo>
                    <a:pt x="854" y="82"/>
                  </a:lnTo>
                  <a:lnTo>
                    <a:pt x="856" y="79"/>
                  </a:lnTo>
                  <a:lnTo>
                    <a:pt x="856" y="79"/>
                  </a:lnTo>
                  <a:lnTo>
                    <a:pt x="858" y="78"/>
                  </a:lnTo>
                  <a:lnTo>
                    <a:pt x="860" y="80"/>
                  </a:lnTo>
                  <a:lnTo>
                    <a:pt x="861" y="80"/>
                  </a:lnTo>
                  <a:lnTo>
                    <a:pt x="862" y="79"/>
                  </a:lnTo>
                  <a:lnTo>
                    <a:pt x="865" y="82"/>
                  </a:lnTo>
                  <a:lnTo>
                    <a:pt x="866" y="86"/>
                  </a:lnTo>
                  <a:lnTo>
                    <a:pt x="868" y="83"/>
                  </a:lnTo>
                  <a:lnTo>
                    <a:pt x="869" y="82"/>
                  </a:lnTo>
                  <a:lnTo>
                    <a:pt x="870" y="83"/>
                  </a:lnTo>
                  <a:lnTo>
                    <a:pt x="869" y="86"/>
                  </a:lnTo>
                  <a:lnTo>
                    <a:pt x="870" y="87"/>
                  </a:lnTo>
                  <a:lnTo>
                    <a:pt x="872" y="88"/>
                  </a:lnTo>
                  <a:lnTo>
                    <a:pt x="873" y="88"/>
                  </a:lnTo>
                  <a:lnTo>
                    <a:pt x="874" y="91"/>
                  </a:lnTo>
                  <a:lnTo>
                    <a:pt x="875" y="90"/>
                  </a:lnTo>
                  <a:lnTo>
                    <a:pt x="875" y="90"/>
                  </a:lnTo>
                  <a:lnTo>
                    <a:pt x="877" y="92"/>
                  </a:lnTo>
                  <a:lnTo>
                    <a:pt x="875" y="93"/>
                  </a:lnTo>
                  <a:lnTo>
                    <a:pt x="875" y="96"/>
                  </a:lnTo>
                  <a:lnTo>
                    <a:pt x="878" y="93"/>
                  </a:lnTo>
                  <a:lnTo>
                    <a:pt x="881" y="93"/>
                  </a:lnTo>
                  <a:lnTo>
                    <a:pt x="881" y="95"/>
                  </a:lnTo>
                  <a:lnTo>
                    <a:pt x="877" y="99"/>
                  </a:lnTo>
                  <a:lnTo>
                    <a:pt x="877" y="103"/>
                  </a:lnTo>
                  <a:lnTo>
                    <a:pt x="881" y="103"/>
                  </a:lnTo>
                  <a:lnTo>
                    <a:pt x="882" y="101"/>
                  </a:lnTo>
                  <a:lnTo>
                    <a:pt x="883" y="100"/>
                  </a:lnTo>
                  <a:lnTo>
                    <a:pt x="885" y="101"/>
                  </a:lnTo>
                  <a:lnTo>
                    <a:pt x="885" y="104"/>
                  </a:lnTo>
                  <a:lnTo>
                    <a:pt x="886" y="103"/>
                  </a:lnTo>
                  <a:lnTo>
                    <a:pt x="889" y="105"/>
                  </a:lnTo>
                  <a:lnTo>
                    <a:pt x="889" y="109"/>
                  </a:lnTo>
                  <a:lnTo>
                    <a:pt x="891" y="108"/>
                  </a:lnTo>
                  <a:lnTo>
                    <a:pt x="891" y="111"/>
                  </a:lnTo>
                  <a:lnTo>
                    <a:pt x="893" y="109"/>
                  </a:lnTo>
                  <a:lnTo>
                    <a:pt x="894" y="111"/>
                  </a:lnTo>
                  <a:lnTo>
                    <a:pt x="891" y="115"/>
                  </a:lnTo>
                  <a:lnTo>
                    <a:pt x="889" y="116"/>
                  </a:lnTo>
                  <a:lnTo>
                    <a:pt x="886" y="115"/>
                  </a:lnTo>
                  <a:lnTo>
                    <a:pt x="882" y="113"/>
                  </a:lnTo>
                  <a:lnTo>
                    <a:pt x="877" y="113"/>
                  </a:lnTo>
                  <a:lnTo>
                    <a:pt x="879" y="115"/>
                  </a:lnTo>
                  <a:lnTo>
                    <a:pt x="879" y="117"/>
                  </a:lnTo>
                  <a:lnTo>
                    <a:pt x="885" y="117"/>
                  </a:lnTo>
                  <a:lnTo>
                    <a:pt x="885" y="120"/>
                  </a:lnTo>
                  <a:lnTo>
                    <a:pt x="890" y="122"/>
                  </a:lnTo>
                  <a:lnTo>
                    <a:pt x="894" y="124"/>
                  </a:lnTo>
                  <a:lnTo>
                    <a:pt x="897" y="122"/>
                  </a:lnTo>
                  <a:lnTo>
                    <a:pt x="897" y="120"/>
                  </a:lnTo>
                  <a:lnTo>
                    <a:pt x="895" y="117"/>
                  </a:lnTo>
                  <a:lnTo>
                    <a:pt x="894" y="116"/>
                  </a:lnTo>
                  <a:lnTo>
                    <a:pt x="895" y="116"/>
                  </a:lnTo>
                  <a:lnTo>
                    <a:pt x="898" y="118"/>
                  </a:lnTo>
                  <a:lnTo>
                    <a:pt x="901" y="120"/>
                  </a:lnTo>
                  <a:lnTo>
                    <a:pt x="902" y="121"/>
                  </a:lnTo>
                  <a:lnTo>
                    <a:pt x="899" y="121"/>
                  </a:lnTo>
                  <a:lnTo>
                    <a:pt x="895" y="125"/>
                  </a:lnTo>
                  <a:lnTo>
                    <a:pt x="897" y="126"/>
                  </a:lnTo>
                  <a:lnTo>
                    <a:pt x="898" y="126"/>
                  </a:lnTo>
                  <a:lnTo>
                    <a:pt x="899" y="125"/>
                  </a:lnTo>
                  <a:lnTo>
                    <a:pt x="902" y="125"/>
                  </a:lnTo>
                  <a:lnTo>
                    <a:pt x="908" y="133"/>
                  </a:lnTo>
                  <a:lnTo>
                    <a:pt x="911" y="133"/>
                  </a:lnTo>
                  <a:lnTo>
                    <a:pt x="914" y="137"/>
                  </a:lnTo>
                  <a:lnTo>
                    <a:pt x="919" y="137"/>
                  </a:lnTo>
                  <a:lnTo>
                    <a:pt x="923" y="141"/>
                  </a:lnTo>
                  <a:lnTo>
                    <a:pt x="926" y="142"/>
                  </a:lnTo>
                  <a:lnTo>
                    <a:pt x="927" y="141"/>
                  </a:lnTo>
                  <a:lnTo>
                    <a:pt x="926" y="138"/>
                  </a:lnTo>
                  <a:lnTo>
                    <a:pt x="927" y="138"/>
                  </a:lnTo>
                  <a:lnTo>
                    <a:pt x="929" y="140"/>
                  </a:lnTo>
                  <a:lnTo>
                    <a:pt x="929" y="142"/>
                  </a:lnTo>
                  <a:lnTo>
                    <a:pt x="931" y="143"/>
                  </a:lnTo>
                  <a:lnTo>
                    <a:pt x="932" y="143"/>
                  </a:lnTo>
                  <a:lnTo>
                    <a:pt x="933" y="141"/>
                  </a:lnTo>
                  <a:lnTo>
                    <a:pt x="931" y="129"/>
                  </a:lnTo>
                  <a:lnTo>
                    <a:pt x="928" y="124"/>
                  </a:lnTo>
                  <a:lnTo>
                    <a:pt x="926" y="116"/>
                  </a:lnTo>
                  <a:lnTo>
                    <a:pt x="924" y="109"/>
                  </a:lnTo>
                  <a:lnTo>
                    <a:pt x="923" y="107"/>
                  </a:lnTo>
                  <a:lnTo>
                    <a:pt x="922" y="104"/>
                  </a:lnTo>
                  <a:lnTo>
                    <a:pt x="924" y="105"/>
                  </a:lnTo>
                  <a:lnTo>
                    <a:pt x="926" y="108"/>
                  </a:lnTo>
                  <a:lnTo>
                    <a:pt x="928" y="111"/>
                  </a:lnTo>
                  <a:lnTo>
                    <a:pt x="931" y="112"/>
                  </a:lnTo>
                  <a:lnTo>
                    <a:pt x="933" y="115"/>
                  </a:lnTo>
                  <a:lnTo>
                    <a:pt x="939" y="115"/>
                  </a:lnTo>
                  <a:lnTo>
                    <a:pt x="948" y="113"/>
                  </a:lnTo>
                  <a:lnTo>
                    <a:pt x="949" y="115"/>
                  </a:lnTo>
                  <a:lnTo>
                    <a:pt x="952" y="113"/>
                  </a:lnTo>
                  <a:lnTo>
                    <a:pt x="953" y="116"/>
                  </a:lnTo>
                  <a:lnTo>
                    <a:pt x="954" y="115"/>
                  </a:lnTo>
                  <a:lnTo>
                    <a:pt x="952" y="112"/>
                  </a:lnTo>
                  <a:lnTo>
                    <a:pt x="953" y="111"/>
                  </a:lnTo>
                  <a:lnTo>
                    <a:pt x="951" y="109"/>
                  </a:lnTo>
                  <a:lnTo>
                    <a:pt x="952" y="108"/>
                  </a:lnTo>
                  <a:lnTo>
                    <a:pt x="952" y="105"/>
                  </a:lnTo>
                  <a:lnTo>
                    <a:pt x="960" y="103"/>
                  </a:lnTo>
                  <a:lnTo>
                    <a:pt x="961" y="103"/>
                  </a:lnTo>
                  <a:lnTo>
                    <a:pt x="964" y="103"/>
                  </a:lnTo>
                  <a:lnTo>
                    <a:pt x="966" y="104"/>
                  </a:lnTo>
                  <a:lnTo>
                    <a:pt x="970" y="104"/>
                  </a:lnTo>
                  <a:lnTo>
                    <a:pt x="973" y="107"/>
                  </a:lnTo>
                  <a:lnTo>
                    <a:pt x="976" y="108"/>
                  </a:lnTo>
                  <a:lnTo>
                    <a:pt x="977" y="111"/>
                  </a:lnTo>
                  <a:lnTo>
                    <a:pt x="981" y="111"/>
                  </a:lnTo>
                  <a:lnTo>
                    <a:pt x="982" y="113"/>
                  </a:lnTo>
                  <a:lnTo>
                    <a:pt x="987" y="113"/>
                  </a:lnTo>
                  <a:lnTo>
                    <a:pt x="983" y="111"/>
                  </a:lnTo>
                  <a:lnTo>
                    <a:pt x="983" y="109"/>
                  </a:lnTo>
                  <a:lnTo>
                    <a:pt x="987" y="111"/>
                  </a:lnTo>
                  <a:lnTo>
                    <a:pt x="989" y="109"/>
                  </a:lnTo>
                  <a:lnTo>
                    <a:pt x="986" y="108"/>
                  </a:lnTo>
                  <a:lnTo>
                    <a:pt x="989" y="105"/>
                  </a:lnTo>
                  <a:lnTo>
                    <a:pt x="986" y="104"/>
                  </a:lnTo>
                  <a:lnTo>
                    <a:pt x="983" y="105"/>
                  </a:lnTo>
                  <a:lnTo>
                    <a:pt x="981" y="104"/>
                  </a:lnTo>
                  <a:lnTo>
                    <a:pt x="981" y="101"/>
                  </a:lnTo>
                  <a:lnTo>
                    <a:pt x="980" y="99"/>
                  </a:lnTo>
                  <a:lnTo>
                    <a:pt x="981" y="97"/>
                  </a:lnTo>
                  <a:lnTo>
                    <a:pt x="982" y="99"/>
                  </a:lnTo>
                  <a:lnTo>
                    <a:pt x="985" y="97"/>
                  </a:lnTo>
                  <a:lnTo>
                    <a:pt x="983" y="95"/>
                  </a:lnTo>
                  <a:lnTo>
                    <a:pt x="985" y="95"/>
                  </a:lnTo>
                  <a:lnTo>
                    <a:pt x="989" y="97"/>
                  </a:lnTo>
                  <a:lnTo>
                    <a:pt x="989" y="100"/>
                  </a:lnTo>
                  <a:lnTo>
                    <a:pt x="991" y="99"/>
                  </a:lnTo>
                  <a:lnTo>
                    <a:pt x="993" y="100"/>
                  </a:lnTo>
                  <a:lnTo>
                    <a:pt x="994" y="100"/>
                  </a:lnTo>
                  <a:lnTo>
                    <a:pt x="993" y="97"/>
                  </a:lnTo>
                  <a:lnTo>
                    <a:pt x="995" y="96"/>
                  </a:lnTo>
                  <a:lnTo>
                    <a:pt x="997" y="97"/>
                  </a:lnTo>
                  <a:lnTo>
                    <a:pt x="998" y="95"/>
                  </a:lnTo>
                  <a:lnTo>
                    <a:pt x="994" y="91"/>
                  </a:lnTo>
                  <a:lnTo>
                    <a:pt x="991" y="91"/>
                  </a:lnTo>
                  <a:lnTo>
                    <a:pt x="989" y="87"/>
                  </a:lnTo>
                  <a:lnTo>
                    <a:pt x="989" y="84"/>
                  </a:lnTo>
                  <a:lnTo>
                    <a:pt x="987" y="83"/>
                  </a:lnTo>
                  <a:lnTo>
                    <a:pt x="985" y="84"/>
                  </a:lnTo>
                  <a:lnTo>
                    <a:pt x="982" y="83"/>
                  </a:lnTo>
                  <a:lnTo>
                    <a:pt x="986" y="82"/>
                  </a:lnTo>
                  <a:lnTo>
                    <a:pt x="985" y="79"/>
                  </a:lnTo>
                  <a:lnTo>
                    <a:pt x="985" y="79"/>
                  </a:lnTo>
                  <a:lnTo>
                    <a:pt x="983" y="76"/>
                  </a:lnTo>
                  <a:lnTo>
                    <a:pt x="987" y="76"/>
                  </a:lnTo>
                  <a:lnTo>
                    <a:pt x="989" y="71"/>
                  </a:lnTo>
                  <a:lnTo>
                    <a:pt x="983" y="72"/>
                  </a:lnTo>
                  <a:lnTo>
                    <a:pt x="981" y="75"/>
                  </a:lnTo>
                  <a:lnTo>
                    <a:pt x="981" y="78"/>
                  </a:lnTo>
                  <a:lnTo>
                    <a:pt x="977" y="76"/>
                  </a:lnTo>
                  <a:lnTo>
                    <a:pt x="974" y="72"/>
                  </a:lnTo>
                  <a:lnTo>
                    <a:pt x="976" y="70"/>
                  </a:lnTo>
                  <a:lnTo>
                    <a:pt x="976" y="67"/>
                  </a:lnTo>
                  <a:lnTo>
                    <a:pt x="980" y="66"/>
                  </a:lnTo>
                  <a:lnTo>
                    <a:pt x="982" y="66"/>
                  </a:lnTo>
                  <a:lnTo>
                    <a:pt x="986" y="62"/>
                  </a:lnTo>
                  <a:lnTo>
                    <a:pt x="986" y="61"/>
                  </a:lnTo>
                  <a:lnTo>
                    <a:pt x="985" y="58"/>
                  </a:lnTo>
                  <a:lnTo>
                    <a:pt x="982" y="58"/>
                  </a:lnTo>
                  <a:lnTo>
                    <a:pt x="980" y="57"/>
                  </a:lnTo>
                  <a:lnTo>
                    <a:pt x="976" y="57"/>
                  </a:lnTo>
                  <a:lnTo>
                    <a:pt x="973" y="54"/>
                  </a:lnTo>
                  <a:lnTo>
                    <a:pt x="977" y="53"/>
                  </a:lnTo>
                  <a:lnTo>
                    <a:pt x="981" y="51"/>
                  </a:lnTo>
                  <a:lnTo>
                    <a:pt x="986" y="54"/>
                  </a:lnTo>
                  <a:lnTo>
                    <a:pt x="991" y="53"/>
                  </a:lnTo>
                  <a:lnTo>
                    <a:pt x="999" y="53"/>
                  </a:lnTo>
                  <a:lnTo>
                    <a:pt x="1014" y="51"/>
                  </a:lnTo>
                  <a:lnTo>
                    <a:pt x="1015" y="50"/>
                  </a:lnTo>
                  <a:lnTo>
                    <a:pt x="1026" y="50"/>
                  </a:lnTo>
                  <a:lnTo>
                    <a:pt x="1030" y="51"/>
                  </a:lnTo>
                  <a:lnTo>
                    <a:pt x="1033" y="50"/>
                  </a:lnTo>
                  <a:lnTo>
                    <a:pt x="1039" y="50"/>
                  </a:lnTo>
                  <a:lnTo>
                    <a:pt x="1036" y="51"/>
                  </a:lnTo>
                  <a:lnTo>
                    <a:pt x="1028" y="55"/>
                  </a:lnTo>
                  <a:lnTo>
                    <a:pt x="1026" y="54"/>
                  </a:lnTo>
                  <a:lnTo>
                    <a:pt x="1024" y="54"/>
                  </a:lnTo>
                  <a:lnTo>
                    <a:pt x="1022" y="53"/>
                  </a:lnTo>
                  <a:lnTo>
                    <a:pt x="1020" y="58"/>
                  </a:lnTo>
                  <a:lnTo>
                    <a:pt x="1023" y="61"/>
                  </a:lnTo>
                  <a:lnTo>
                    <a:pt x="1020" y="62"/>
                  </a:lnTo>
                  <a:lnTo>
                    <a:pt x="1020" y="63"/>
                  </a:lnTo>
                  <a:lnTo>
                    <a:pt x="1023" y="65"/>
                  </a:lnTo>
                  <a:lnTo>
                    <a:pt x="1026" y="62"/>
                  </a:lnTo>
                  <a:lnTo>
                    <a:pt x="1027" y="59"/>
                  </a:lnTo>
                  <a:lnTo>
                    <a:pt x="1032" y="55"/>
                  </a:lnTo>
                  <a:lnTo>
                    <a:pt x="1040" y="53"/>
                  </a:lnTo>
                  <a:lnTo>
                    <a:pt x="1041" y="57"/>
                  </a:lnTo>
                  <a:lnTo>
                    <a:pt x="1041" y="63"/>
                  </a:lnTo>
                  <a:lnTo>
                    <a:pt x="1041" y="65"/>
                  </a:lnTo>
                  <a:lnTo>
                    <a:pt x="1040" y="61"/>
                  </a:lnTo>
                  <a:lnTo>
                    <a:pt x="1037" y="58"/>
                  </a:lnTo>
                  <a:lnTo>
                    <a:pt x="1037" y="55"/>
                  </a:lnTo>
                  <a:lnTo>
                    <a:pt x="1035" y="58"/>
                  </a:lnTo>
                  <a:lnTo>
                    <a:pt x="1033" y="57"/>
                  </a:lnTo>
                  <a:lnTo>
                    <a:pt x="1035" y="61"/>
                  </a:lnTo>
                  <a:lnTo>
                    <a:pt x="1037" y="62"/>
                  </a:lnTo>
                  <a:lnTo>
                    <a:pt x="1039" y="67"/>
                  </a:lnTo>
                  <a:lnTo>
                    <a:pt x="1036" y="71"/>
                  </a:lnTo>
                  <a:lnTo>
                    <a:pt x="1035" y="70"/>
                  </a:lnTo>
                  <a:lnTo>
                    <a:pt x="1033" y="71"/>
                  </a:lnTo>
                  <a:lnTo>
                    <a:pt x="1036" y="74"/>
                  </a:lnTo>
                  <a:lnTo>
                    <a:pt x="1036" y="75"/>
                  </a:lnTo>
                  <a:lnTo>
                    <a:pt x="1037" y="76"/>
                  </a:lnTo>
                  <a:lnTo>
                    <a:pt x="1039" y="76"/>
                  </a:lnTo>
                  <a:lnTo>
                    <a:pt x="1041" y="74"/>
                  </a:lnTo>
                  <a:lnTo>
                    <a:pt x="1041" y="71"/>
                  </a:lnTo>
                  <a:lnTo>
                    <a:pt x="1044" y="67"/>
                  </a:lnTo>
                  <a:lnTo>
                    <a:pt x="1043" y="65"/>
                  </a:lnTo>
                  <a:lnTo>
                    <a:pt x="1044" y="62"/>
                  </a:lnTo>
                  <a:lnTo>
                    <a:pt x="1043" y="50"/>
                  </a:lnTo>
                  <a:lnTo>
                    <a:pt x="1047" y="46"/>
                  </a:lnTo>
                  <a:lnTo>
                    <a:pt x="1053" y="45"/>
                  </a:lnTo>
                  <a:lnTo>
                    <a:pt x="1060" y="43"/>
                  </a:lnTo>
                  <a:lnTo>
                    <a:pt x="1066" y="43"/>
                  </a:lnTo>
                  <a:lnTo>
                    <a:pt x="1074" y="46"/>
                  </a:lnTo>
                  <a:lnTo>
                    <a:pt x="1078" y="51"/>
                  </a:lnTo>
                  <a:lnTo>
                    <a:pt x="1078" y="54"/>
                  </a:lnTo>
                  <a:lnTo>
                    <a:pt x="1076" y="55"/>
                  </a:lnTo>
                  <a:lnTo>
                    <a:pt x="1072" y="53"/>
                  </a:lnTo>
                  <a:lnTo>
                    <a:pt x="1072" y="54"/>
                  </a:lnTo>
                  <a:lnTo>
                    <a:pt x="1072" y="55"/>
                  </a:lnTo>
                  <a:lnTo>
                    <a:pt x="1072" y="58"/>
                  </a:lnTo>
                  <a:lnTo>
                    <a:pt x="1072" y="61"/>
                  </a:lnTo>
                  <a:lnTo>
                    <a:pt x="1070" y="62"/>
                  </a:lnTo>
                  <a:lnTo>
                    <a:pt x="1072" y="63"/>
                  </a:lnTo>
                  <a:lnTo>
                    <a:pt x="1074" y="61"/>
                  </a:lnTo>
                  <a:lnTo>
                    <a:pt x="1078" y="61"/>
                  </a:lnTo>
                  <a:lnTo>
                    <a:pt x="1081" y="58"/>
                  </a:lnTo>
                  <a:lnTo>
                    <a:pt x="1082" y="62"/>
                  </a:lnTo>
                  <a:lnTo>
                    <a:pt x="1084" y="65"/>
                  </a:lnTo>
                  <a:lnTo>
                    <a:pt x="1084" y="67"/>
                  </a:lnTo>
                  <a:lnTo>
                    <a:pt x="1085" y="68"/>
                  </a:lnTo>
                  <a:lnTo>
                    <a:pt x="1086" y="66"/>
                  </a:lnTo>
                  <a:lnTo>
                    <a:pt x="1086" y="65"/>
                  </a:lnTo>
                  <a:lnTo>
                    <a:pt x="1089" y="62"/>
                  </a:lnTo>
                  <a:lnTo>
                    <a:pt x="1091" y="63"/>
                  </a:lnTo>
                  <a:lnTo>
                    <a:pt x="1093" y="67"/>
                  </a:lnTo>
                  <a:lnTo>
                    <a:pt x="1091" y="68"/>
                  </a:lnTo>
                  <a:lnTo>
                    <a:pt x="1091" y="71"/>
                  </a:lnTo>
                  <a:lnTo>
                    <a:pt x="1091" y="72"/>
                  </a:lnTo>
                  <a:lnTo>
                    <a:pt x="1094" y="71"/>
                  </a:lnTo>
                  <a:lnTo>
                    <a:pt x="1095" y="68"/>
                  </a:lnTo>
                  <a:lnTo>
                    <a:pt x="1095" y="68"/>
                  </a:lnTo>
                  <a:lnTo>
                    <a:pt x="1097" y="70"/>
                  </a:lnTo>
                  <a:lnTo>
                    <a:pt x="1097" y="67"/>
                  </a:lnTo>
                  <a:lnTo>
                    <a:pt x="1099" y="63"/>
                  </a:lnTo>
                  <a:lnTo>
                    <a:pt x="1101" y="62"/>
                  </a:lnTo>
                  <a:lnTo>
                    <a:pt x="1102" y="62"/>
                  </a:lnTo>
                  <a:lnTo>
                    <a:pt x="1107" y="66"/>
                  </a:lnTo>
                  <a:lnTo>
                    <a:pt x="1114" y="67"/>
                  </a:lnTo>
                  <a:lnTo>
                    <a:pt x="1116" y="71"/>
                  </a:lnTo>
                  <a:lnTo>
                    <a:pt x="1116" y="74"/>
                  </a:lnTo>
                  <a:lnTo>
                    <a:pt x="1113" y="76"/>
                  </a:lnTo>
                  <a:lnTo>
                    <a:pt x="1110" y="79"/>
                  </a:lnTo>
                  <a:lnTo>
                    <a:pt x="1114" y="76"/>
                  </a:lnTo>
                  <a:lnTo>
                    <a:pt x="1118" y="76"/>
                  </a:lnTo>
                  <a:lnTo>
                    <a:pt x="1122" y="78"/>
                  </a:lnTo>
                  <a:lnTo>
                    <a:pt x="1126" y="76"/>
                  </a:lnTo>
                  <a:lnTo>
                    <a:pt x="1128" y="74"/>
                  </a:lnTo>
                  <a:lnTo>
                    <a:pt x="1131" y="72"/>
                  </a:lnTo>
                  <a:lnTo>
                    <a:pt x="1136" y="68"/>
                  </a:lnTo>
                  <a:lnTo>
                    <a:pt x="1139" y="67"/>
                  </a:lnTo>
                  <a:lnTo>
                    <a:pt x="1141" y="63"/>
                  </a:lnTo>
                  <a:lnTo>
                    <a:pt x="1145" y="63"/>
                  </a:lnTo>
                  <a:lnTo>
                    <a:pt x="1155" y="58"/>
                  </a:lnTo>
                  <a:lnTo>
                    <a:pt x="1159" y="57"/>
                  </a:lnTo>
                  <a:lnTo>
                    <a:pt x="1161" y="58"/>
                  </a:lnTo>
                  <a:lnTo>
                    <a:pt x="1161" y="57"/>
                  </a:lnTo>
                  <a:lnTo>
                    <a:pt x="1166" y="53"/>
                  </a:lnTo>
                  <a:lnTo>
                    <a:pt x="1169" y="53"/>
                  </a:lnTo>
                  <a:lnTo>
                    <a:pt x="1176" y="53"/>
                  </a:lnTo>
                  <a:lnTo>
                    <a:pt x="1188" y="57"/>
                  </a:lnTo>
                  <a:lnTo>
                    <a:pt x="1192" y="62"/>
                  </a:lnTo>
                  <a:lnTo>
                    <a:pt x="1197" y="65"/>
                  </a:lnTo>
                  <a:lnTo>
                    <a:pt x="1201" y="68"/>
                  </a:lnTo>
                  <a:lnTo>
                    <a:pt x="1203" y="74"/>
                  </a:lnTo>
                  <a:lnTo>
                    <a:pt x="1203" y="75"/>
                  </a:lnTo>
                  <a:lnTo>
                    <a:pt x="1205" y="76"/>
                  </a:lnTo>
                  <a:lnTo>
                    <a:pt x="1205" y="80"/>
                  </a:lnTo>
                  <a:lnTo>
                    <a:pt x="1207" y="84"/>
                  </a:lnTo>
                  <a:lnTo>
                    <a:pt x="1207" y="87"/>
                  </a:lnTo>
                  <a:lnTo>
                    <a:pt x="1206" y="90"/>
                  </a:lnTo>
                  <a:lnTo>
                    <a:pt x="1209" y="90"/>
                  </a:lnTo>
                  <a:lnTo>
                    <a:pt x="1211" y="86"/>
                  </a:lnTo>
                  <a:lnTo>
                    <a:pt x="1214" y="86"/>
                  </a:lnTo>
                  <a:lnTo>
                    <a:pt x="1215" y="87"/>
                  </a:lnTo>
                  <a:lnTo>
                    <a:pt x="1215" y="86"/>
                  </a:lnTo>
                  <a:lnTo>
                    <a:pt x="1219" y="86"/>
                  </a:lnTo>
                  <a:lnTo>
                    <a:pt x="1222" y="87"/>
                  </a:lnTo>
                  <a:lnTo>
                    <a:pt x="1223" y="90"/>
                  </a:lnTo>
                  <a:lnTo>
                    <a:pt x="1223" y="87"/>
                  </a:lnTo>
                  <a:lnTo>
                    <a:pt x="1222" y="83"/>
                  </a:lnTo>
                  <a:lnTo>
                    <a:pt x="1224" y="83"/>
                  </a:lnTo>
                  <a:lnTo>
                    <a:pt x="1226" y="87"/>
                  </a:lnTo>
                  <a:lnTo>
                    <a:pt x="1230" y="90"/>
                  </a:lnTo>
                  <a:lnTo>
                    <a:pt x="1231" y="95"/>
                  </a:lnTo>
                  <a:lnTo>
                    <a:pt x="1232" y="95"/>
                  </a:lnTo>
                  <a:lnTo>
                    <a:pt x="1236" y="99"/>
                  </a:lnTo>
                  <a:lnTo>
                    <a:pt x="1236" y="97"/>
                  </a:lnTo>
                  <a:lnTo>
                    <a:pt x="1235" y="93"/>
                  </a:lnTo>
                  <a:lnTo>
                    <a:pt x="1232" y="92"/>
                  </a:lnTo>
                  <a:lnTo>
                    <a:pt x="1232" y="91"/>
                  </a:lnTo>
                  <a:lnTo>
                    <a:pt x="1235" y="92"/>
                  </a:lnTo>
                  <a:lnTo>
                    <a:pt x="1236" y="92"/>
                  </a:lnTo>
                  <a:lnTo>
                    <a:pt x="1239" y="93"/>
                  </a:lnTo>
                  <a:lnTo>
                    <a:pt x="1243" y="99"/>
                  </a:lnTo>
                  <a:lnTo>
                    <a:pt x="1242" y="95"/>
                  </a:lnTo>
                  <a:lnTo>
                    <a:pt x="1238" y="88"/>
                  </a:lnTo>
                  <a:lnTo>
                    <a:pt x="1238" y="83"/>
                  </a:lnTo>
                  <a:lnTo>
                    <a:pt x="1238" y="79"/>
                  </a:lnTo>
                  <a:lnTo>
                    <a:pt x="1240" y="75"/>
                  </a:lnTo>
                  <a:lnTo>
                    <a:pt x="1245" y="75"/>
                  </a:lnTo>
                  <a:lnTo>
                    <a:pt x="1247" y="74"/>
                  </a:lnTo>
                  <a:lnTo>
                    <a:pt x="1252" y="71"/>
                  </a:lnTo>
                  <a:lnTo>
                    <a:pt x="1251" y="70"/>
                  </a:lnTo>
                  <a:lnTo>
                    <a:pt x="1252" y="68"/>
                  </a:lnTo>
                  <a:lnTo>
                    <a:pt x="1253" y="68"/>
                  </a:lnTo>
                  <a:lnTo>
                    <a:pt x="1256" y="71"/>
                  </a:lnTo>
                  <a:lnTo>
                    <a:pt x="1259" y="72"/>
                  </a:lnTo>
                  <a:lnTo>
                    <a:pt x="1261" y="71"/>
                  </a:lnTo>
                  <a:lnTo>
                    <a:pt x="1265" y="68"/>
                  </a:lnTo>
                  <a:lnTo>
                    <a:pt x="1267" y="70"/>
                  </a:lnTo>
                  <a:lnTo>
                    <a:pt x="1271" y="67"/>
                  </a:lnTo>
                  <a:lnTo>
                    <a:pt x="1276" y="68"/>
                  </a:lnTo>
                  <a:lnTo>
                    <a:pt x="1278" y="67"/>
                  </a:lnTo>
                  <a:lnTo>
                    <a:pt x="1278" y="66"/>
                  </a:lnTo>
                  <a:lnTo>
                    <a:pt x="1280" y="68"/>
                  </a:lnTo>
                  <a:lnTo>
                    <a:pt x="1281" y="70"/>
                  </a:lnTo>
                  <a:lnTo>
                    <a:pt x="1282" y="67"/>
                  </a:lnTo>
                  <a:lnTo>
                    <a:pt x="1285" y="63"/>
                  </a:lnTo>
                  <a:lnTo>
                    <a:pt x="1284" y="62"/>
                  </a:lnTo>
                  <a:lnTo>
                    <a:pt x="1284" y="58"/>
                  </a:lnTo>
                  <a:lnTo>
                    <a:pt x="1284" y="55"/>
                  </a:lnTo>
                  <a:lnTo>
                    <a:pt x="1285" y="54"/>
                  </a:lnTo>
                  <a:lnTo>
                    <a:pt x="1289" y="55"/>
                  </a:lnTo>
                  <a:lnTo>
                    <a:pt x="1290" y="58"/>
                  </a:lnTo>
                  <a:lnTo>
                    <a:pt x="1292" y="59"/>
                  </a:lnTo>
                  <a:lnTo>
                    <a:pt x="1294" y="59"/>
                  </a:lnTo>
                  <a:lnTo>
                    <a:pt x="1297" y="62"/>
                  </a:lnTo>
                  <a:lnTo>
                    <a:pt x="1297" y="65"/>
                  </a:lnTo>
                  <a:lnTo>
                    <a:pt x="1299" y="68"/>
                  </a:lnTo>
                  <a:lnTo>
                    <a:pt x="1301" y="70"/>
                  </a:lnTo>
                  <a:lnTo>
                    <a:pt x="1305" y="68"/>
                  </a:lnTo>
                  <a:lnTo>
                    <a:pt x="1310" y="70"/>
                  </a:lnTo>
                  <a:lnTo>
                    <a:pt x="1311" y="70"/>
                  </a:lnTo>
                  <a:lnTo>
                    <a:pt x="1313" y="70"/>
                  </a:lnTo>
                  <a:lnTo>
                    <a:pt x="1317" y="75"/>
                  </a:lnTo>
                  <a:lnTo>
                    <a:pt x="1317" y="78"/>
                  </a:lnTo>
                  <a:lnTo>
                    <a:pt x="1318" y="79"/>
                  </a:lnTo>
                  <a:lnTo>
                    <a:pt x="1322" y="79"/>
                  </a:lnTo>
                  <a:lnTo>
                    <a:pt x="1325" y="78"/>
                  </a:lnTo>
                  <a:lnTo>
                    <a:pt x="1327" y="78"/>
                  </a:lnTo>
                  <a:lnTo>
                    <a:pt x="1327" y="76"/>
                  </a:lnTo>
                  <a:lnTo>
                    <a:pt x="1330" y="74"/>
                  </a:lnTo>
                  <a:lnTo>
                    <a:pt x="1331" y="75"/>
                  </a:lnTo>
                  <a:lnTo>
                    <a:pt x="1332" y="74"/>
                  </a:lnTo>
                  <a:lnTo>
                    <a:pt x="1331" y="71"/>
                  </a:lnTo>
                  <a:lnTo>
                    <a:pt x="1332" y="71"/>
                  </a:lnTo>
                  <a:lnTo>
                    <a:pt x="1331" y="68"/>
                  </a:lnTo>
                  <a:lnTo>
                    <a:pt x="1331" y="67"/>
                  </a:lnTo>
                  <a:lnTo>
                    <a:pt x="1328" y="65"/>
                  </a:lnTo>
                  <a:lnTo>
                    <a:pt x="1326" y="63"/>
                  </a:lnTo>
                  <a:lnTo>
                    <a:pt x="1325" y="59"/>
                  </a:lnTo>
                  <a:lnTo>
                    <a:pt x="1321" y="55"/>
                  </a:lnTo>
                  <a:lnTo>
                    <a:pt x="1319" y="55"/>
                  </a:lnTo>
                  <a:lnTo>
                    <a:pt x="1318" y="53"/>
                  </a:lnTo>
                  <a:lnTo>
                    <a:pt x="1314" y="51"/>
                  </a:lnTo>
                  <a:lnTo>
                    <a:pt x="1311" y="53"/>
                  </a:lnTo>
                  <a:lnTo>
                    <a:pt x="1310" y="53"/>
                  </a:lnTo>
                  <a:lnTo>
                    <a:pt x="1310" y="50"/>
                  </a:lnTo>
                  <a:lnTo>
                    <a:pt x="1311" y="49"/>
                  </a:lnTo>
                  <a:lnTo>
                    <a:pt x="1309" y="45"/>
                  </a:lnTo>
                  <a:lnTo>
                    <a:pt x="1309" y="42"/>
                  </a:lnTo>
                  <a:lnTo>
                    <a:pt x="1307" y="41"/>
                  </a:lnTo>
                  <a:lnTo>
                    <a:pt x="1306" y="38"/>
                  </a:lnTo>
                  <a:lnTo>
                    <a:pt x="1302" y="36"/>
                  </a:lnTo>
                  <a:lnTo>
                    <a:pt x="1302" y="34"/>
                  </a:lnTo>
                  <a:lnTo>
                    <a:pt x="1307" y="34"/>
                  </a:lnTo>
                  <a:lnTo>
                    <a:pt x="1310" y="34"/>
                  </a:lnTo>
                  <a:lnTo>
                    <a:pt x="1317" y="34"/>
                  </a:lnTo>
                  <a:lnTo>
                    <a:pt x="1322" y="34"/>
                  </a:lnTo>
                  <a:lnTo>
                    <a:pt x="1322" y="33"/>
                  </a:lnTo>
                  <a:lnTo>
                    <a:pt x="1325" y="32"/>
                  </a:lnTo>
                  <a:lnTo>
                    <a:pt x="1327" y="33"/>
                  </a:lnTo>
                  <a:lnTo>
                    <a:pt x="1330" y="33"/>
                  </a:lnTo>
                  <a:lnTo>
                    <a:pt x="1331" y="33"/>
                  </a:lnTo>
                  <a:lnTo>
                    <a:pt x="1331" y="30"/>
                  </a:lnTo>
                  <a:lnTo>
                    <a:pt x="1334" y="30"/>
                  </a:lnTo>
                  <a:lnTo>
                    <a:pt x="1335" y="32"/>
                  </a:lnTo>
                  <a:lnTo>
                    <a:pt x="1336" y="32"/>
                  </a:lnTo>
                  <a:lnTo>
                    <a:pt x="1338" y="29"/>
                  </a:lnTo>
                  <a:lnTo>
                    <a:pt x="1339" y="30"/>
                  </a:lnTo>
                  <a:lnTo>
                    <a:pt x="1340" y="28"/>
                  </a:lnTo>
                  <a:lnTo>
                    <a:pt x="1350" y="25"/>
                  </a:lnTo>
                  <a:lnTo>
                    <a:pt x="1351" y="28"/>
                  </a:lnTo>
                  <a:lnTo>
                    <a:pt x="1351" y="25"/>
                  </a:lnTo>
                  <a:lnTo>
                    <a:pt x="1352" y="24"/>
                  </a:lnTo>
                  <a:lnTo>
                    <a:pt x="1353" y="24"/>
                  </a:lnTo>
                  <a:lnTo>
                    <a:pt x="1356" y="24"/>
                  </a:lnTo>
                  <a:lnTo>
                    <a:pt x="1359" y="24"/>
                  </a:lnTo>
                  <a:lnTo>
                    <a:pt x="1360" y="25"/>
                  </a:lnTo>
                  <a:lnTo>
                    <a:pt x="1365" y="25"/>
                  </a:lnTo>
                  <a:lnTo>
                    <a:pt x="1367" y="24"/>
                  </a:lnTo>
                  <a:lnTo>
                    <a:pt x="1368" y="25"/>
                  </a:lnTo>
                  <a:lnTo>
                    <a:pt x="1369" y="26"/>
                  </a:lnTo>
                  <a:lnTo>
                    <a:pt x="1372" y="25"/>
                  </a:lnTo>
                  <a:lnTo>
                    <a:pt x="1375" y="24"/>
                  </a:lnTo>
                  <a:lnTo>
                    <a:pt x="1382" y="26"/>
                  </a:lnTo>
                  <a:lnTo>
                    <a:pt x="1385" y="28"/>
                  </a:lnTo>
                  <a:lnTo>
                    <a:pt x="1386" y="28"/>
                  </a:lnTo>
                  <a:lnTo>
                    <a:pt x="1386" y="26"/>
                  </a:lnTo>
                  <a:lnTo>
                    <a:pt x="1389" y="26"/>
                  </a:lnTo>
                  <a:lnTo>
                    <a:pt x="1390" y="28"/>
                  </a:lnTo>
                  <a:lnTo>
                    <a:pt x="1389" y="29"/>
                  </a:lnTo>
                  <a:lnTo>
                    <a:pt x="1390" y="29"/>
                  </a:lnTo>
                  <a:lnTo>
                    <a:pt x="1394" y="29"/>
                  </a:lnTo>
                  <a:lnTo>
                    <a:pt x="1402" y="29"/>
                  </a:lnTo>
                  <a:lnTo>
                    <a:pt x="1409" y="34"/>
                  </a:lnTo>
                  <a:lnTo>
                    <a:pt x="1409" y="36"/>
                  </a:lnTo>
                  <a:lnTo>
                    <a:pt x="1406" y="34"/>
                  </a:lnTo>
                  <a:lnTo>
                    <a:pt x="1402" y="33"/>
                  </a:lnTo>
                  <a:lnTo>
                    <a:pt x="1402" y="33"/>
                  </a:lnTo>
                  <a:lnTo>
                    <a:pt x="1409" y="36"/>
                  </a:lnTo>
                  <a:lnTo>
                    <a:pt x="1413" y="36"/>
                  </a:lnTo>
                  <a:lnTo>
                    <a:pt x="1413" y="34"/>
                  </a:lnTo>
                  <a:lnTo>
                    <a:pt x="1417" y="34"/>
                  </a:lnTo>
                  <a:lnTo>
                    <a:pt x="1419" y="34"/>
                  </a:lnTo>
                  <a:lnTo>
                    <a:pt x="1419" y="32"/>
                  </a:lnTo>
                  <a:lnTo>
                    <a:pt x="1421" y="32"/>
                  </a:lnTo>
                  <a:lnTo>
                    <a:pt x="1423" y="33"/>
                  </a:lnTo>
                  <a:lnTo>
                    <a:pt x="1425" y="34"/>
                  </a:lnTo>
                  <a:lnTo>
                    <a:pt x="1426" y="34"/>
                  </a:lnTo>
                  <a:lnTo>
                    <a:pt x="1426" y="33"/>
                  </a:lnTo>
                  <a:lnTo>
                    <a:pt x="1427" y="33"/>
                  </a:lnTo>
                  <a:lnTo>
                    <a:pt x="1430" y="34"/>
                  </a:lnTo>
                  <a:lnTo>
                    <a:pt x="1430" y="36"/>
                  </a:lnTo>
                  <a:lnTo>
                    <a:pt x="1434" y="37"/>
                  </a:lnTo>
                  <a:lnTo>
                    <a:pt x="1436" y="36"/>
                  </a:lnTo>
                  <a:lnTo>
                    <a:pt x="1447" y="37"/>
                  </a:lnTo>
                  <a:lnTo>
                    <a:pt x="1446" y="36"/>
                  </a:lnTo>
                  <a:lnTo>
                    <a:pt x="1450" y="36"/>
                  </a:lnTo>
                  <a:lnTo>
                    <a:pt x="1451" y="37"/>
                  </a:lnTo>
                  <a:lnTo>
                    <a:pt x="1452" y="38"/>
                  </a:lnTo>
                  <a:lnTo>
                    <a:pt x="1452" y="36"/>
                  </a:lnTo>
                  <a:lnTo>
                    <a:pt x="1452" y="36"/>
                  </a:lnTo>
                  <a:lnTo>
                    <a:pt x="1456" y="37"/>
                  </a:lnTo>
                  <a:lnTo>
                    <a:pt x="1456" y="37"/>
                  </a:lnTo>
                  <a:lnTo>
                    <a:pt x="1457" y="39"/>
                  </a:lnTo>
                  <a:lnTo>
                    <a:pt x="1461" y="38"/>
                  </a:lnTo>
                  <a:lnTo>
                    <a:pt x="1461" y="38"/>
                  </a:lnTo>
                  <a:lnTo>
                    <a:pt x="1460" y="37"/>
                  </a:lnTo>
                  <a:lnTo>
                    <a:pt x="1464" y="37"/>
                  </a:lnTo>
                  <a:lnTo>
                    <a:pt x="1465" y="38"/>
                  </a:lnTo>
                  <a:lnTo>
                    <a:pt x="1464" y="39"/>
                  </a:lnTo>
                  <a:lnTo>
                    <a:pt x="1467" y="42"/>
                  </a:lnTo>
                  <a:lnTo>
                    <a:pt x="1471" y="43"/>
                  </a:lnTo>
                  <a:lnTo>
                    <a:pt x="1473" y="42"/>
                  </a:lnTo>
                  <a:lnTo>
                    <a:pt x="1469" y="41"/>
                  </a:lnTo>
                  <a:lnTo>
                    <a:pt x="1467" y="39"/>
                  </a:lnTo>
                  <a:lnTo>
                    <a:pt x="1467" y="38"/>
                  </a:lnTo>
                  <a:lnTo>
                    <a:pt x="1469" y="37"/>
                  </a:lnTo>
                  <a:lnTo>
                    <a:pt x="1472" y="37"/>
                  </a:lnTo>
                  <a:lnTo>
                    <a:pt x="1477" y="39"/>
                  </a:lnTo>
                  <a:lnTo>
                    <a:pt x="1477" y="42"/>
                  </a:lnTo>
                  <a:lnTo>
                    <a:pt x="1479" y="43"/>
                  </a:lnTo>
                  <a:lnTo>
                    <a:pt x="1480" y="41"/>
                  </a:lnTo>
                  <a:lnTo>
                    <a:pt x="1479" y="41"/>
                  </a:lnTo>
                  <a:lnTo>
                    <a:pt x="1481" y="41"/>
                  </a:lnTo>
                  <a:lnTo>
                    <a:pt x="1483" y="42"/>
                  </a:lnTo>
                  <a:lnTo>
                    <a:pt x="1481" y="43"/>
                  </a:lnTo>
                  <a:lnTo>
                    <a:pt x="1484" y="46"/>
                  </a:lnTo>
                  <a:lnTo>
                    <a:pt x="1488" y="53"/>
                  </a:lnTo>
                  <a:lnTo>
                    <a:pt x="1492" y="54"/>
                  </a:lnTo>
                  <a:lnTo>
                    <a:pt x="1493" y="57"/>
                  </a:lnTo>
                  <a:lnTo>
                    <a:pt x="1494" y="59"/>
                  </a:lnTo>
                  <a:lnTo>
                    <a:pt x="1496" y="61"/>
                  </a:lnTo>
                  <a:lnTo>
                    <a:pt x="1496" y="62"/>
                  </a:lnTo>
                  <a:lnTo>
                    <a:pt x="1496" y="65"/>
                  </a:lnTo>
                  <a:lnTo>
                    <a:pt x="1498" y="66"/>
                  </a:lnTo>
                  <a:lnTo>
                    <a:pt x="1500" y="63"/>
                  </a:lnTo>
                  <a:lnTo>
                    <a:pt x="1504" y="65"/>
                  </a:lnTo>
                  <a:lnTo>
                    <a:pt x="1505" y="67"/>
                  </a:lnTo>
                  <a:lnTo>
                    <a:pt x="1508" y="68"/>
                  </a:lnTo>
                  <a:lnTo>
                    <a:pt x="1508" y="67"/>
                  </a:lnTo>
                  <a:lnTo>
                    <a:pt x="1506" y="66"/>
                  </a:lnTo>
                  <a:lnTo>
                    <a:pt x="1506" y="65"/>
                  </a:lnTo>
                  <a:lnTo>
                    <a:pt x="1508" y="62"/>
                  </a:lnTo>
                  <a:lnTo>
                    <a:pt x="1509" y="63"/>
                  </a:lnTo>
                  <a:lnTo>
                    <a:pt x="1510" y="66"/>
                  </a:lnTo>
                  <a:lnTo>
                    <a:pt x="1513" y="68"/>
                  </a:lnTo>
                  <a:lnTo>
                    <a:pt x="1511" y="67"/>
                  </a:lnTo>
                  <a:lnTo>
                    <a:pt x="1510" y="63"/>
                  </a:lnTo>
                  <a:lnTo>
                    <a:pt x="1510" y="61"/>
                  </a:lnTo>
                  <a:lnTo>
                    <a:pt x="1509" y="59"/>
                  </a:lnTo>
                  <a:lnTo>
                    <a:pt x="1506" y="61"/>
                  </a:lnTo>
                  <a:lnTo>
                    <a:pt x="1502" y="61"/>
                  </a:lnTo>
                  <a:lnTo>
                    <a:pt x="1502" y="59"/>
                  </a:lnTo>
                  <a:lnTo>
                    <a:pt x="1504" y="58"/>
                  </a:lnTo>
                  <a:lnTo>
                    <a:pt x="1504" y="55"/>
                  </a:lnTo>
                  <a:lnTo>
                    <a:pt x="1498" y="51"/>
                  </a:lnTo>
                  <a:lnTo>
                    <a:pt x="1497" y="50"/>
                  </a:lnTo>
                  <a:lnTo>
                    <a:pt x="1496" y="47"/>
                  </a:lnTo>
                  <a:lnTo>
                    <a:pt x="1494" y="47"/>
                  </a:lnTo>
                  <a:lnTo>
                    <a:pt x="1490" y="50"/>
                  </a:lnTo>
                  <a:lnTo>
                    <a:pt x="1490" y="49"/>
                  </a:lnTo>
                  <a:lnTo>
                    <a:pt x="1493" y="46"/>
                  </a:lnTo>
                  <a:lnTo>
                    <a:pt x="1494" y="43"/>
                  </a:lnTo>
                  <a:lnTo>
                    <a:pt x="1497" y="38"/>
                  </a:lnTo>
                  <a:lnTo>
                    <a:pt x="1500" y="38"/>
                  </a:lnTo>
                  <a:lnTo>
                    <a:pt x="1498" y="39"/>
                  </a:lnTo>
                  <a:lnTo>
                    <a:pt x="1501" y="43"/>
                  </a:lnTo>
                  <a:lnTo>
                    <a:pt x="1504" y="45"/>
                  </a:lnTo>
                  <a:lnTo>
                    <a:pt x="1504" y="43"/>
                  </a:lnTo>
                  <a:lnTo>
                    <a:pt x="1501" y="42"/>
                  </a:lnTo>
                  <a:lnTo>
                    <a:pt x="1501" y="39"/>
                  </a:lnTo>
                  <a:lnTo>
                    <a:pt x="1502" y="39"/>
                  </a:lnTo>
                  <a:lnTo>
                    <a:pt x="1505" y="38"/>
                  </a:lnTo>
                  <a:lnTo>
                    <a:pt x="1505" y="36"/>
                  </a:lnTo>
                  <a:lnTo>
                    <a:pt x="1502" y="36"/>
                  </a:lnTo>
                  <a:lnTo>
                    <a:pt x="1504" y="36"/>
                  </a:lnTo>
                  <a:lnTo>
                    <a:pt x="1505" y="34"/>
                  </a:lnTo>
                  <a:lnTo>
                    <a:pt x="1508" y="34"/>
                  </a:lnTo>
                  <a:lnTo>
                    <a:pt x="1509" y="30"/>
                  </a:lnTo>
                  <a:lnTo>
                    <a:pt x="1511" y="30"/>
                  </a:lnTo>
                  <a:lnTo>
                    <a:pt x="1513" y="33"/>
                  </a:lnTo>
                  <a:lnTo>
                    <a:pt x="1514" y="32"/>
                  </a:lnTo>
                  <a:lnTo>
                    <a:pt x="1515" y="33"/>
                  </a:lnTo>
                  <a:lnTo>
                    <a:pt x="1515" y="33"/>
                  </a:lnTo>
                  <a:lnTo>
                    <a:pt x="1518" y="36"/>
                  </a:lnTo>
                  <a:lnTo>
                    <a:pt x="1522" y="36"/>
                  </a:lnTo>
                  <a:lnTo>
                    <a:pt x="1523" y="36"/>
                  </a:lnTo>
                  <a:lnTo>
                    <a:pt x="1530" y="37"/>
                  </a:lnTo>
                  <a:lnTo>
                    <a:pt x="1530" y="39"/>
                  </a:lnTo>
                  <a:lnTo>
                    <a:pt x="1530" y="41"/>
                  </a:lnTo>
                  <a:lnTo>
                    <a:pt x="1531" y="39"/>
                  </a:lnTo>
                  <a:lnTo>
                    <a:pt x="1533" y="38"/>
                  </a:lnTo>
                  <a:lnTo>
                    <a:pt x="1534" y="38"/>
                  </a:lnTo>
                  <a:lnTo>
                    <a:pt x="1534" y="41"/>
                  </a:lnTo>
                  <a:lnTo>
                    <a:pt x="1536" y="39"/>
                  </a:lnTo>
                  <a:lnTo>
                    <a:pt x="1538" y="37"/>
                  </a:lnTo>
                  <a:lnTo>
                    <a:pt x="1540" y="38"/>
                  </a:lnTo>
                  <a:lnTo>
                    <a:pt x="1540" y="39"/>
                  </a:lnTo>
                  <a:lnTo>
                    <a:pt x="1539" y="41"/>
                  </a:lnTo>
                  <a:lnTo>
                    <a:pt x="1539" y="42"/>
                  </a:lnTo>
                  <a:lnTo>
                    <a:pt x="1540" y="49"/>
                  </a:lnTo>
                  <a:lnTo>
                    <a:pt x="1540" y="53"/>
                  </a:lnTo>
                  <a:lnTo>
                    <a:pt x="1540" y="54"/>
                  </a:lnTo>
                  <a:lnTo>
                    <a:pt x="1543" y="53"/>
                  </a:lnTo>
                  <a:lnTo>
                    <a:pt x="1544" y="55"/>
                  </a:lnTo>
                  <a:lnTo>
                    <a:pt x="1547" y="57"/>
                  </a:lnTo>
                  <a:lnTo>
                    <a:pt x="1547" y="59"/>
                  </a:lnTo>
                  <a:lnTo>
                    <a:pt x="1546" y="61"/>
                  </a:lnTo>
                  <a:lnTo>
                    <a:pt x="1543" y="61"/>
                  </a:lnTo>
                  <a:lnTo>
                    <a:pt x="1538" y="61"/>
                  </a:lnTo>
                  <a:lnTo>
                    <a:pt x="1544" y="62"/>
                  </a:lnTo>
                  <a:lnTo>
                    <a:pt x="1546" y="65"/>
                  </a:lnTo>
                  <a:lnTo>
                    <a:pt x="1544" y="67"/>
                  </a:lnTo>
                  <a:lnTo>
                    <a:pt x="1542" y="67"/>
                  </a:lnTo>
                  <a:lnTo>
                    <a:pt x="1539" y="71"/>
                  </a:lnTo>
                  <a:lnTo>
                    <a:pt x="1539" y="70"/>
                  </a:lnTo>
                  <a:lnTo>
                    <a:pt x="1536" y="72"/>
                  </a:lnTo>
                  <a:lnTo>
                    <a:pt x="1533" y="72"/>
                  </a:lnTo>
                  <a:lnTo>
                    <a:pt x="1530" y="74"/>
                  </a:lnTo>
                  <a:lnTo>
                    <a:pt x="1534" y="74"/>
                  </a:lnTo>
                  <a:lnTo>
                    <a:pt x="1535" y="75"/>
                  </a:lnTo>
                  <a:lnTo>
                    <a:pt x="1536" y="76"/>
                  </a:lnTo>
                  <a:lnTo>
                    <a:pt x="1539" y="75"/>
                  </a:lnTo>
                  <a:lnTo>
                    <a:pt x="1539" y="75"/>
                  </a:lnTo>
                  <a:lnTo>
                    <a:pt x="1540" y="76"/>
                  </a:lnTo>
                  <a:lnTo>
                    <a:pt x="1542" y="80"/>
                  </a:lnTo>
                  <a:lnTo>
                    <a:pt x="1540" y="82"/>
                  </a:lnTo>
                  <a:lnTo>
                    <a:pt x="1539" y="84"/>
                  </a:lnTo>
                  <a:lnTo>
                    <a:pt x="1543" y="82"/>
                  </a:lnTo>
                  <a:lnTo>
                    <a:pt x="1546" y="82"/>
                  </a:lnTo>
                  <a:lnTo>
                    <a:pt x="1548" y="84"/>
                  </a:lnTo>
                  <a:lnTo>
                    <a:pt x="1548" y="86"/>
                  </a:lnTo>
                  <a:lnTo>
                    <a:pt x="1550" y="90"/>
                  </a:lnTo>
                  <a:lnTo>
                    <a:pt x="1547" y="91"/>
                  </a:lnTo>
                  <a:lnTo>
                    <a:pt x="1548" y="92"/>
                  </a:lnTo>
                  <a:lnTo>
                    <a:pt x="1550" y="95"/>
                  </a:lnTo>
                  <a:lnTo>
                    <a:pt x="1547" y="96"/>
                  </a:lnTo>
                  <a:lnTo>
                    <a:pt x="1547" y="97"/>
                  </a:lnTo>
                  <a:lnTo>
                    <a:pt x="1547" y="100"/>
                  </a:lnTo>
                  <a:lnTo>
                    <a:pt x="1547" y="97"/>
                  </a:lnTo>
                  <a:lnTo>
                    <a:pt x="1550" y="97"/>
                  </a:lnTo>
                  <a:lnTo>
                    <a:pt x="1551" y="99"/>
                  </a:lnTo>
                  <a:lnTo>
                    <a:pt x="1551" y="101"/>
                  </a:lnTo>
                  <a:lnTo>
                    <a:pt x="1554" y="101"/>
                  </a:lnTo>
                  <a:lnTo>
                    <a:pt x="1554" y="103"/>
                  </a:lnTo>
                  <a:lnTo>
                    <a:pt x="1555" y="101"/>
                  </a:lnTo>
                  <a:lnTo>
                    <a:pt x="1556" y="100"/>
                  </a:lnTo>
                  <a:lnTo>
                    <a:pt x="1558" y="100"/>
                  </a:lnTo>
                  <a:lnTo>
                    <a:pt x="1560" y="101"/>
                  </a:lnTo>
                  <a:lnTo>
                    <a:pt x="1560" y="104"/>
                  </a:lnTo>
                  <a:lnTo>
                    <a:pt x="1558" y="104"/>
                  </a:lnTo>
                  <a:lnTo>
                    <a:pt x="1556" y="103"/>
                  </a:lnTo>
                  <a:lnTo>
                    <a:pt x="1555" y="105"/>
                  </a:lnTo>
                  <a:lnTo>
                    <a:pt x="1558" y="107"/>
                  </a:lnTo>
                  <a:lnTo>
                    <a:pt x="1559" y="107"/>
                  </a:lnTo>
                  <a:lnTo>
                    <a:pt x="1560" y="109"/>
                  </a:lnTo>
                  <a:lnTo>
                    <a:pt x="1560" y="112"/>
                  </a:lnTo>
                  <a:lnTo>
                    <a:pt x="1558" y="113"/>
                  </a:lnTo>
                  <a:lnTo>
                    <a:pt x="1555" y="109"/>
                  </a:lnTo>
                  <a:lnTo>
                    <a:pt x="1554" y="108"/>
                  </a:lnTo>
                  <a:lnTo>
                    <a:pt x="1555" y="113"/>
                  </a:lnTo>
                  <a:lnTo>
                    <a:pt x="1554" y="115"/>
                  </a:lnTo>
                  <a:lnTo>
                    <a:pt x="1552" y="115"/>
                  </a:lnTo>
                  <a:lnTo>
                    <a:pt x="1552" y="113"/>
                  </a:lnTo>
                  <a:lnTo>
                    <a:pt x="1550" y="113"/>
                  </a:lnTo>
                  <a:lnTo>
                    <a:pt x="1548" y="113"/>
                  </a:lnTo>
                  <a:lnTo>
                    <a:pt x="1543" y="112"/>
                  </a:lnTo>
                  <a:lnTo>
                    <a:pt x="1540" y="113"/>
                  </a:lnTo>
                  <a:lnTo>
                    <a:pt x="1538" y="113"/>
                  </a:lnTo>
                  <a:lnTo>
                    <a:pt x="1539" y="112"/>
                  </a:lnTo>
                  <a:lnTo>
                    <a:pt x="1538" y="111"/>
                  </a:lnTo>
                  <a:lnTo>
                    <a:pt x="1536" y="109"/>
                  </a:lnTo>
                  <a:lnTo>
                    <a:pt x="1536" y="113"/>
                  </a:lnTo>
                  <a:lnTo>
                    <a:pt x="1535" y="113"/>
                  </a:lnTo>
                  <a:lnTo>
                    <a:pt x="1535" y="113"/>
                  </a:lnTo>
                  <a:lnTo>
                    <a:pt x="1536" y="116"/>
                  </a:lnTo>
                  <a:lnTo>
                    <a:pt x="1534" y="117"/>
                  </a:lnTo>
                  <a:lnTo>
                    <a:pt x="1534" y="117"/>
                  </a:lnTo>
                  <a:lnTo>
                    <a:pt x="1534" y="117"/>
                  </a:lnTo>
                  <a:lnTo>
                    <a:pt x="1533" y="116"/>
                  </a:lnTo>
                  <a:lnTo>
                    <a:pt x="1527" y="117"/>
                  </a:lnTo>
                  <a:lnTo>
                    <a:pt x="1526" y="116"/>
                  </a:lnTo>
                  <a:lnTo>
                    <a:pt x="1526" y="115"/>
                  </a:lnTo>
                  <a:lnTo>
                    <a:pt x="1526" y="112"/>
                  </a:lnTo>
                  <a:lnTo>
                    <a:pt x="1525" y="112"/>
                  </a:lnTo>
                  <a:lnTo>
                    <a:pt x="1519" y="108"/>
                  </a:lnTo>
                  <a:lnTo>
                    <a:pt x="1518" y="107"/>
                  </a:lnTo>
                  <a:lnTo>
                    <a:pt x="1519" y="105"/>
                  </a:lnTo>
                  <a:lnTo>
                    <a:pt x="1515" y="104"/>
                  </a:lnTo>
                  <a:lnTo>
                    <a:pt x="1514" y="107"/>
                  </a:lnTo>
                  <a:lnTo>
                    <a:pt x="1510" y="108"/>
                  </a:lnTo>
                  <a:lnTo>
                    <a:pt x="1509" y="109"/>
                  </a:lnTo>
                  <a:lnTo>
                    <a:pt x="1508" y="111"/>
                  </a:lnTo>
                  <a:lnTo>
                    <a:pt x="1506" y="107"/>
                  </a:lnTo>
                  <a:lnTo>
                    <a:pt x="1505" y="105"/>
                  </a:lnTo>
                  <a:lnTo>
                    <a:pt x="1506" y="107"/>
                  </a:lnTo>
                  <a:lnTo>
                    <a:pt x="1506" y="112"/>
                  </a:lnTo>
                  <a:lnTo>
                    <a:pt x="1506" y="115"/>
                  </a:lnTo>
                  <a:lnTo>
                    <a:pt x="1506" y="117"/>
                  </a:lnTo>
                  <a:lnTo>
                    <a:pt x="1501" y="124"/>
                  </a:lnTo>
                  <a:lnTo>
                    <a:pt x="1500" y="124"/>
                  </a:lnTo>
                  <a:lnTo>
                    <a:pt x="1500" y="118"/>
                  </a:lnTo>
                  <a:lnTo>
                    <a:pt x="1497" y="118"/>
                  </a:lnTo>
                  <a:lnTo>
                    <a:pt x="1494" y="120"/>
                  </a:lnTo>
                  <a:lnTo>
                    <a:pt x="1489" y="115"/>
                  </a:lnTo>
                  <a:lnTo>
                    <a:pt x="1489" y="113"/>
                  </a:lnTo>
                  <a:lnTo>
                    <a:pt x="1488" y="108"/>
                  </a:lnTo>
                  <a:lnTo>
                    <a:pt x="1486" y="107"/>
                  </a:lnTo>
                  <a:lnTo>
                    <a:pt x="1485" y="105"/>
                  </a:lnTo>
                  <a:lnTo>
                    <a:pt x="1484" y="104"/>
                  </a:lnTo>
                  <a:lnTo>
                    <a:pt x="1483" y="104"/>
                  </a:lnTo>
                  <a:lnTo>
                    <a:pt x="1484" y="107"/>
                  </a:lnTo>
                  <a:lnTo>
                    <a:pt x="1484" y="108"/>
                  </a:lnTo>
                  <a:lnTo>
                    <a:pt x="1485" y="111"/>
                  </a:lnTo>
                  <a:lnTo>
                    <a:pt x="1484" y="112"/>
                  </a:lnTo>
                  <a:lnTo>
                    <a:pt x="1480" y="109"/>
                  </a:lnTo>
                  <a:lnTo>
                    <a:pt x="1477" y="107"/>
                  </a:lnTo>
                  <a:lnTo>
                    <a:pt x="1477" y="107"/>
                  </a:lnTo>
                  <a:lnTo>
                    <a:pt x="1479" y="109"/>
                  </a:lnTo>
                  <a:lnTo>
                    <a:pt x="1477" y="111"/>
                  </a:lnTo>
                  <a:lnTo>
                    <a:pt x="1479" y="112"/>
                  </a:lnTo>
                  <a:lnTo>
                    <a:pt x="1481" y="112"/>
                  </a:lnTo>
                  <a:lnTo>
                    <a:pt x="1483" y="113"/>
                  </a:lnTo>
                  <a:lnTo>
                    <a:pt x="1481" y="116"/>
                  </a:lnTo>
                  <a:lnTo>
                    <a:pt x="1479" y="117"/>
                  </a:lnTo>
                  <a:lnTo>
                    <a:pt x="1477" y="118"/>
                  </a:lnTo>
                  <a:lnTo>
                    <a:pt x="1480" y="118"/>
                  </a:lnTo>
                  <a:lnTo>
                    <a:pt x="1486" y="126"/>
                  </a:lnTo>
                  <a:lnTo>
                    <a:pt x="1490" y="128"/>
                  </a:lnTo>
                  <a:lnTo>
                    <a:pt x="1493" y="126"/>
                  </a:lnTo>
                  <a:lnTo>
                    <a:pt x="1496" y="128"/>
                  </a:lnTo>
                  <a:lnTo>
                    <a:pt x="1497" y="132"/>
                  </a:lnTo>
                  <a:lnTo>
                    <a:pt x="1497" y="132"/>
                  </a:lnTo>
                  <a:lnTo>
                    <a:pt x="1494" y="129"/>
                  </a:lnTo>
                  <a:lnTo>
                    <a:pt x="1493" y="129"/>
                  </a:lnTo>
                  <a:lnTo>
                    <a:pt x="1494" y="133"/>
                  </a:lnTo>
                  <a:lnTo>
                    <a:pt x="1498" y="134"/>
                  </a:lnTo>
                  <a:lnTo>
                    <a:pt x="1500" y="138"/>
                  </a:lnTo>
                  <a:lnTo>
                    <a:pt x="1501" y="141"/>
                  </a:lnTo>
                  <a:lnTo>
                    <a:pt x="1501" y="146"/>
                  </a:lnTo>
                  <a:lnTo>
                    <a:pt x="1500" y="153"/>
                  </a:lnTo>
                  <a:lnTo>
                    <a:pt x="1501" y="158"/>
                  </a:lnTo>
                  <a:lnTo>
                    <a:pt x="1501" y="161"/>
                  </a:lnTo>
                  <a:lnTo>
                    <a:pt x="1501" y="163"/>
                  </a:lnTo>
                  <a:lnTo>
                    <a:pt x="1498" y="167"/>
                  </a:lnTo>
                  <a:lnTo>
                    <a:pt x="1498" y="170"/>
                  </a:lnTo>
                  <a:lnTo>
                    <a:pt x="1497" y="171"/>
                  </a:lnTo>
                  <a:lnTo>
                    <a:pt x="1497" y="170"/>
                  </a:lnTo>
                  <a:lnTo>
                    <a:pt x="1497" y="168"/>
                  </a:lnTo>
                  <a:lnTo>
                    <a:pt x="1490" y="172"/>
                  </a:lnTo>
                  <a:lnTo>
                    <a:pt x="1489" y="171"/>
                  </a:lnTo>
                  <a:lnTo>
                    <a:pt x="1486" y="172"/>
                  </a:lnTo>
                  <a:lnTo>
                    <a:pt x="1485" y="172"/>
                  </a:lnTo>
                  <a:lnTo>
                    <a:pt x="1484" y="170"/>
                  </a:lnTo>
                  <a:lnTo>
                    <a:pt x="1481" y="170"/>
                  </a:lnTo>
                  <a:lnTo>
                    <a:pt x="1479" y="166"/>
                  </a:lnTo>
                  <a:lnTo>
                    <a:pt x="1476" y="165"/>
                  </a:lnTo>
                  <a:lnTo>
                    <a:pt x="1472" y="163"/>
                  </a:lnTo>
                  <a:lnTo>
                    <a:pt x="1471" y="162"/>
                  </a:lnTo>
                  <a:lnTo>
                    <a:pt x="1468" y="163"/>
                  </a:lnTo>
                  <a:lnTo>
                    <a:pt x="1467" y="166"/>
                  </a:lnTo>
                  <a:lnTo>
                    <a:pt x="1464" y="166"/>
                  </a:lnTo>
                  <a:lnTo>
                    <a:pt x="1467" y="167"/>
                  </a:lnTo>
                  <a:lnTo>
                    <a:pt x="1469" y="167"/>
                  </a:lnTo>
                  <a:lnTo>
                    <a:pt x="1471" y="165"/>
                  </a:lnTo>
                  <a:lnTo>
                    <a:pt x="1477" y="167"/>
                  </a:lnTo>
                  <a:lnTo>
                    <a:pt x="1479" y="170"/>
                  </a:lnTo>
                  <a:lnTo>
                    <a:pt x="1476" y="171"/>
                  </a:lnTo>
                  <a:lnTo>
                    <a:pt x="1473" y="170"/>
                  </a:lnTo>
                  <a:lnTo>
                    <a:pt x="1471" y="170"/>
                  </a:lnTo>
                  <a:lnTo>
                    <a:pt x="1471" y="172"/>
                  </a:lnTo>
                  <a:lnTo>
                    <a:pt x="1468" y="170"/>
                  </a:lnTo>
                  <a:lnTo>
                    <a:pt x="1467" y="171"/>
                  </a:lnTo>
                  <a:lnTo>
                    <a:pt x="1467" y="171"/>
                  </a:lnTo>
                  <a:lnTo>
                    <a:pt x="1468" y="174"/>
                  </a:lnTo>
                  <a:lnTo>
                    <a:pt x="1472" y="175"/>
                  </a:lnTo>
                  <a:lnTo>
                    <a:pt x="1471" y="179"/>
                  </a:lnTo>
                  <a:lnTo>
                    <a:pt x="1472" y="183"/>
                  </a:lnTo>
                  <a:lnTo>
                    <a:pt x="1475" y="184"/>
                  </a:lnTo>
                  <a:lnTo>
                    <a:pt x="1473" y="183"/>
                  </a:lnTo>
                  <a:lnTo>
                    <a:pt x="1473" y="178"/>
                  </a:lnTo>
                  <a:lnTo>
                    <a:pt x="1475" y="178"/>
                  </a:lnTo>
                  <a:lnTo>
                    <a:pt x="1477" y="178"/>
                  </a:lnTo>
                  <a:lnTo>
                    <a:pt x="1477" y="176"/>
                  </a:lnTo>
                  <a:lnTo>
                    <a:pt x="1481" y="172"/>
                  </a:lnTo>
                  <a:lnTo>
                    <a:pt x="1483" y="172"/>
                  </a:lnTo>
                  <a:lnTo>
                    <a:pt x="1484" y="174"/>
                  </a:lnTo>
                  <a:lnTo>
                    <a:pt x="1484" y="175"/>
                  </a:lnTo>
                  <a:lnTo>
                    <a:pt x="1488" y="180"/>
                  </a:lnTo>
                  <a:lnTo>
                    <a:pt x="1490" y="180"/>
                  </a:lnTo>
                  <a:lnTo>
                    <a:pt x="1493" y="183"/>
                  </a:lnTo>
                  <a:lnTo>
                    <a:pt x="1497" y="183"/>
                  </a:lnTo>
                  <a:lnTo>
                    <a:pt x="1497" y="180"/>
                  </a:lnTo>
                  <a:lnTo>
                    <a:pt x="1497" y="179"/>
                  </a:lnTo>
                  <a:lnTo>
                    <a:pt x="1498" y="179"/>
                  </a:lnTo>
                  <a:lnTo>
                    <a:pt x="1504" y="184"/>
                  </a:lnTo>
                  <a:lnTo>
                    <a:pt x="1505" y="187"/>
                  </a:lnTo>
                  <a:lnTo>
                    <a:pt x="1504" y="186"/>
                  </a:lnTo>
                  <a:lnTo>
                    <a:pt x="1502" y="188"/>
                  </a:lnTo>
                  <a:lnTo>
                    <a:pt x="1508" y="192"/>
                  </a:lnTo>
                  <a:lnTo>
                    <a:pt x="1509" y="192"/>
                  </a:lnTo>
                  <a:lnTo>
                    <a:pt x="1509" y="191"/>
                  </a:lnTo>
                  <a:lnTo>
                    <a:pt x="1509" y="188"/>
                  </a:lnTo>
                  <a:lnTo>
                    <a:pt x="1511" y="191"/>
                  </a:lnTo>
                  <a:lnTo>
                    <a:pt x="1517" y="197"/>
                  </a:lnTo>
                  <a:lnTo>
                    <a:pt x="1515" y="196"/>
                  </a:lnTo>
                  <a:lnTo>
                    <a:pt x="1514" y="196"/>
                  </a:lnTo>
                  <a:lnTo>
                    <a:pt x="1513" y="197"/>
                  </a:lnTo>
                  <a:lnTo>
                    <a:pt x="1514" y="200"/>
                  </a:lnTo>
                  <a:lnTo>
                    <a:pt x="1513" y="201"/>
                  </a:lnTo>
                  <a:lnTo>
                    <a:pt x="1511" y="204"/>
                  </a:lnTo>
                  <a:lnTo>
                    <a:pt x="1513" y="205"/>
                  </a:lnTo>
                  <a:lnTo>
                    <a:pt x="1515" y="204"/>
                  </a:lnTo>
                  <a:lnTo>
                    <a:pt x="1515" y="201"/>
                  </a:lnTo>
                  <a:lnTo>
                    <a:pt x="1517" y="201"/>
                  </a:lnTo>
                  <a:lnTo>
                    <a:pt x="1518" y="201"/>
                  </a:lnTo>
                  <a:lnTo>
                    <a:pt x="1519" y="200"/>
                  </a:lnTo>
                  <a:lnTo>
                    <a:pt x="1521" y="203"/>
                  </a:lnTo>
                  <a:lnTo>
                    <a:pt x="1526" y="207"/>
                  </a:lnTo>
                  <a:lnTo>
                    <a:pt x="1531" y="208"/>
                  </a:lnTo>
                  <a:lnTo>
                    <a:pt x="1535" y="211"/>
                  </a:lnTo>
                  <a:lnTo>
                    <a:pt x="1533" y="212"/>
                  </a:lnTo>
                  <a:lnTo>
                    <a:pt x="1536" y="217"/>
                  </a:lnTo>
                  <a:lnTo>
                    <a:pt x="1539" y="217"/>
                  </a:lnTo>
                  <a:lnTo>
                    <a:pt x="1542" y="222"/>
                  </a:lnTo>
                  <a:lnTo>
                    <a:pt x="1542" y="229"/>
                  </a:lnTo>
                  <a:lnTo>
                    <a:pt x="1540" y="230"/>
                  </a:lnTo>
                  <a:lnTo>
                    <a:pt x="1540" y="232"/>
                  </a:lnTo>
                  <a:lnTo>
                    <a:pt x="1543" y="233"/>
                  </a:lnTo>
                  <a:lnTo>
                    <a:pt x="1544" y="236"/>
                  </a:lnTo>
                  <a:lnTo>
                    <a:pt x="1543" y="236"/>
                  </a:lnTo>
                  <a:lnTo>
                    <a:pt x="1542" y="234"/>
                  </a:lnTo>
                  <a:lnTo>
                    <a:pt x="1533" y="234"/>
                  </a:lnTo>
                  <a:lnTo>
                    <a:pt x="1530" y="233"/>
                  </a:lnTo>
                  <a:lnTo>
                    <a:pt x="1529" y="234"/>
                  </a:lnTo>
                  <a:lnTo>
                    <a:pt x="1526" y="233"/>
                  </a:lnTo>
                  <a:lnTo>
                    <a:pt x="1526" y="232"/>
                  </a:lnTo>
                  <a:lnTo>
                    <a:pt x="1525" y="230"/>
                  </a:lnTo>
                  <a:lnTo>
                    <a:pt x="1523" y="232"/>
                  </a:lnTo>
                  <a:lnTo>
                    <a:pt x="1525" y="233"/>
                  </a:lnTo>
                  <a:lnTo>
                    <a:pt x="1521" y="236"/>
                  </a:lnTo>
                  <a:lnTo>
                    <a:pt x="1518" y="236"/>
                  </a:lnTo>
                  <a:lnTo>
                    <a:pt x="1517" y="237"/>
                  </a:lnTo>
                  <a:lnTo>
                    <a:pt x="1519" y="237"/>
                  </a:lnTo>
                  <a:lnTo>
                    <a:pt x="1515" y="241"/>
                  </a:lnTo>
                  <a:lnTo>
                    <a:pt x="1513" y="241"/>
                  </a:lnTo>
                  <a:lnTo>
                    <a:pt x="1513" y="243"/>
                  </a:lnTo>
                  <a:lnTo>
                    <a:pt x="1514" y="243"/>
                  </a:lnTo>
                  <a:lnTo>
                    <a:pt x="1510" y="249"/>
                  </a:lnTo>
                  <a:lnTo>
                    <a:pt x="1509" y="250"/>
                  </a:lnTo>
                  <a:lnTo>
                    <a:pt x="1509" y="249"/>
                  </a:lnTo>
                  <a:lnTo>
                    <a:pt x="1508" y="249"/>
                  </a:lnTo>
                  <a:lnTo>
                    <a:pt x="1508" y="253"/>
                  </a:lnTo>
                  <a:lnTo>
                    <a:pt x="1509" y="255"/>
                  </a:lnTo>
                  <a:lnTo>
                    <a:pt x="1506" y="258"/>
                  </a:lnTo>
                  <a:lnTo>
                    <a:pt x="1505" y="257"/>
                  </a:lnTo>
                  <a:lnTo>
                    <a:pt x="1505" y="259"/>
                  </a:lnTo>
                  <a:lnTo>
                    <a:pt x="1505" y="261"/>
                  </a:lnTo>
                  <a:lnTo>
                    <a:pt x="1502" y="263"/>
                  </a:lnTo>
                  <a:lnTo>
                    <a:pt x="1501" y="265"/>
                  </a:lnTo>
                  <a:lnTo>
                    <a:pt x="1502" y="266"/>
                  </a:lnTo>
                  <a:lnTo>
                    <a:pt x="1501" y="267"/>
                  </a:lnTo>
                  <a:lnTo>
                    <a:pt x="1501" y="268"/>
                  </a:lnTo>
                  <a:lnTo>
                    <a:pt x="1500" y="268"/>
                  </a:lnTo>
                  <a:lnTo>
                    <a:pt x="1497" y="268"/>
                  </a:lnTo>
                  <a:lnTo>
                    <a:pt x="1498" y="271"/>
                  </a:lnTo>
                  <a:lnTo>
                    <a:pt x="1498" y="272"/>
                  </a:lnTo>
                  <a:lnTo>
                    <a:pt x="1497" y="275"/>
                  </a:lnTo>
                  <a:lnTo>
                    <a:pt x="1497" y="276"/>
                  </a:lnTo>
                  <a:lnTo>
                    <a:pt x="1497" y="278"/>
                  </a:lnTo>
                  <a:lnTo>
                    <a:pt x="1496" y="279"/>
                  </a:lnTo>
                  <a:lnTo>
                    <a:pt x="1494" y="278"/>
                  </a:lnTo>
                  <a:lnTo>
                    <a:pt x="1493" y="278"/>
                  </a:lnTo>
                  <a:lnTo>
                    <a:pt x="1494" y="279"/>
                  </a:lnTo>
                  <a:lnTo>
                    <a:pt x="1497" y="282"/>
                  </a:lnTo>
                  <a:lnTo>
                    <a:pt x="1496" y="284"/>
                  </a:lnTo>
                  <a:lnTo>
                    <a:pt x="1493" y="284"/>
                  </a:lnTo>
                  <a:lnTo>
                    <a:pt x="1493" y="286"/>
                  </a:lnTo>
                  <a:lnTo>
                    <a:pt x="1494" y="286"/>
                  </a:lnTo>
                  <a:lnTo>
                    <a:pt x="1496" y="290"/>
                  </a:lnTo>
                  <a:lnTo>
                    <a:pt x="1494" y="291"/>
                  </a:lnTo>
                  <a:lnTo>
                    <a:pt x="1496" y="292"/>
                  </a:lnTo>
                  <a:lnTo>
                    <a:pt x="1493" y="296"/>
                  </a:lnTo>
                  <a:lnTo>
                    <a:pt x="1494" y="299"/>
                  </a:lnTo>
                  <a:lnTo>
                    <a:pt x="1492" y="303"/>
                  </a:lnTo>
                  <a:lnTo>
                    <a:pt x="1492" y="308"/>
                  </a:lnTo>
                  <a:lnTo>
                    <a:pt x="1490" y="311"/>
                  </a:lnTo>
                  <a:lnTo>
                    <a:pt x="1490" y="312"/>
                  </a:lnTo>
                  <a:lnTo>
                    <a:pt x="1492" y="313"/>
                  </a:lnTo>
                  <a:lnTo>
                    <a:pt x="1492" y="315"/>
                  </a:lnTo>
                  <a:lnTo>
                    <a:pt x="1492" y="316"/>
                  </a:lnTo>
                  <a:lnTo>
                    <a:pt x="1494" y="320"/>
                  </a:lnTo>
                  <a:lnTo>
                    <a:pt x="1494" y="322"/>
                  </a:lnTo>
                  <a:lnTo>
                    <a:pt x="1493" y="321"/>
                  </a:lnTo>
                  <a:lnTo>
                    <a:pt x="1490" y="322"/>
                  </a:lnTo>
                  <a:lnTo>
                    <a:pt x="1488" y="320"/>
                  </a:lnTo>
                  <a:lnTo>
                    <a:pt x="1486" y="321"/>
                  </a:lnTo>
                  <a:lnTo>
                    <a:pt x="1484" y="317"/>
                  </a:lnTo>
                  <a:lnTo>
                    <a:pt x="1484" y="316"/>
                  </a:lnTo>
                  <a:lnTo>
                    <a:pt x="1484" y="316"/>
                  </a:lnTo>
                  <a:lnTo>
                    <a:pt x="1481" y="316"/>
                  </a:lnTo>
                  <a:lnTo>
                    <a:pt x="1480" y="316"/>
                  </a:lnTo>
                  <a:lnTo>
                    <a:pt x="1479" y="313"/>
                  </a:lnTo>
                  <a:lnTo>
                    <a:pt x="1473" y="311"/>
                  </a:lnTo>
                  <a:lnTo>
                    <a:pt x="1469" y="309"/>
                  </a:lnTo>
                  <a:lnTo>
                    <a:pt x="1465" y="312"/>
                  </a:lnTo>
                  <a:lnTo>
                    <a:pt x="1464" y="311"/>
                  </a:lnTo>
                  <a:lnTo>
                    <a:pt x="1461" y="312"/>
                  </a:lnTo>
                  <a:lnTo>
                    <a:pt x="1459" y="315"/>
                  </a:lnTo>
                  <a:lnTo>
                    <a:pt x="1456" y="315"/>
                  </a:lnTo>
                  <a:lnTo>
                    <a:pt x="1456" y="320"/>
                  </a:lnTo>
                  <a:lnTo>
                    <a:pt x="1454" y="321"/>
                  </a:lnTo>
                  <a:lnTo>
                    <a:pt x="1452" y="320"/>
                  </a:lnTo>
                  <a:lnTo>
                    <a:pt x="1454" y="322"/>
                  </a:lnTo>
                  <a:lnTo>
                    <a:pt x="1452" y="325"/>
                  </a:lnTo>
                  <a:lnTo>
                    <a:pt x="1452" y="328"/>
                  </a:lnTo>
                  <a:lnTo>
                    <a:pt x="1452" y="329"/>
                  </a:lnTo>
                  <a:lnTo>
                    <a:pt x="1451" y="336"/>
                  </a:lnTo>
                  <a:lnTo>
                    <a:pt x="1450" y="337"/>
                  </a:lnTo>
                  <a:lnTo>
                    <a:pt x="1448" y="336"/>
                  </a:lnTo>
                  <a:lnTo>
                    <a:pt x="1446" y="328"/>
                  </a:lnTo>
                  <a:lnTo>
                    <a:pt x="1446" y="325"/>
                  </a:lnTo>
                  <a:lnTo>
                    <a:pt x="1443" y="324"/>
                  </a:lnTo>
                  <a:lnTo>
                    <a:pt x="1442" y="321"/>
                  </a:lnTo>
                  <a:lnTo>
                    <a:pt x="1442" y="324"/>
                  </a:lnTo>
                  <a:lnTo>
                    <a:pt x="1438" y="329"/>
                  </a:lnTo>
                  <a:lnTo>
                    <a:pt x="1436" y="330"/>
                  </a:lnTo>
                  <a:lnTo>
                    <a:pt x="1436" y="333"/>
                  </a:lnTo>
                  <a:lnTo>
                    <a:pt x="1439" y="333"/>
                  </a:lnTo>
                  <a:lnTo>
                    <a:pt x="1436" y="338"/>
                  </a:lnTo>
                  <a:lnTo>
                    <a:pt x="1434" y="336"/>
                  </a:lnTo>
                  <a:lnTo>
                    <a:pt x="1432" y="336"/>
                  </a:lnTo>
                  <a:lnTo>
                    <a:pt x="1431" y="334"/>
                  </a:lnTo>
                  <a:lnTo>
                    <a:pt x="1430" y="334"/>
                  </a:lnTo>
                  <a:lnTo>
                    <a:pt x="1429" y="338"/>
                  </a:lnTo>
                  <a:lnTo>
                    <a:pt x="1427" y="338"/>
                  </a:lnTo>
                  <a:lnTo>
                    <a:pt x="1426" y="337"/>
                  </a:lnTo>
                  <a:lnTo>
                    <a:pt x="1423" y="337"/>
                  </a:lnTo>
                  <a:lnTo>
                    <a:pt x="1423" y="338"/>
                  </a:lnTo>
                  <a:lnTo>
                    <a:pt x="1425" y="341"/>
                  </a:lnTo>
                  <a:lnTo>
                    <a:pt x="1423" y="342"/>
                  </a:lnTo>
                  <a:lnTo>
                    <a:pt x="1423" y="343"/>
                  </a:lnTo>
                  <a:lnTo>
                    <a:pt x="1422" y="346"/>
                  </a:lnTo>
                  <a:lnTo>
                    <a:pt x="1425" y="349"/>
                  </a:lnTo>
                  <a:lnTo>
                    <a:pt x="1426" y="351"/>
                  </a:lnTo>
                  <a:lnTo>
                    <a:pt x="1425" y="351"/>
                  </a:lnTo>
                  <a:lnTo>
                    <a:pt x="1425" y="353"/>
                  </a:lnTo>
                  <a:lnTo>
                    <a:pt x="1427" y="354"/>
                  </a:lnTo>
                  <a:lnTo>
                    <a:pt x="1429" y="355"/>
                  </a:lnTo>
                  <a:lnTo>
                    <a:pt x="1430" y="358"/>
                  </a:lnTo>
                  <a:lnTo>
                    <a:pt x="1429" y="358"/>
                  </a:lnTo>
                  <a:lnTo>
                    <a:pt x="1427" y="359"/>
                  </a:lnTo>
                  <a:lnTo>
                    <a:pt x="1430" y="361"/>
                  </a:lnTo>
                  <a:lnTo>
                    <a:pt x="1431" y="362"/>
                  </a:lnTo>
                  <a:lnTo>
                    <a:pt x="1431" y="363"/>
                  </a:lnTo>
                  <a:lnTo>
                    <a:pt x="1429" y="362"/>
                  </a:lnTo>
                  <a:lnTo>
                    <a:pt x="1427" y="362"/>
                  </a:lnTo>
                  <a:lnTo>
                    <a:pt x="1427" y="363"/>
                  </a:lnTo>
                  <a:lnTo>
                    <a:pt x="1430" y="366"/>
                  </a:lnTo>
                  <a:lnTo>
                    <a:pt x="1431" y="365"/>
                  </a:lnTo>
                  <a:lnTo>
                    <a:pt x="1431" y="367"/>
                  </a:lnTo>
                  <a:lnTo>
                    <a:pt x="1430" y="370"/>
                  </a:lnTo>
                  <a:lnTo>
                    <a:pt x="1430" y="372"/>
                  </a:lnTo>
                  <a:lnTo>
                    <a:pt x="1429" y="374"/>
                  </a:lnTo>
                  <a:lnTo>
                    <a:pt x="1430" y="378"/>
                  </a:lnTo>
                  <a:lnTo>
                    <a:pt x="1429" y="379"/>
                  </a:lnTo>
                  <a:lnTo>
                    <a:pt x="1430" y="382"/>
                  </a:lnTo>
                  <a:lnTo>
                    <a:pt x="1430" y="383"/>
                  </a:lnTo>
                  <a:lnTo>
                    <a:pt x="1430" y="386"/>
                  </a:lnTo>
                  <a:lnTo>
                    <a:pt x="1432" y="390"/>
                  </a:lnTo>
                  <a:lnTo>
                    <a:pt x="1431" y="391"/>
                  </a:lnTo>
                  <a:lnTo>
                    <a:pt x="1432" y="392"/>
                  </a:lnTo>
                  <a:lnTo>
                    <a:pt x="1435" y="395"/>
                  </a:lnTo>
                  <a:lnTo>
                    <a:pt x="1439" y="399"/>
                  </a:lnTo>
                  <a:lnTo>
                    <a:pt x="1442" y="400"/>
                  </a:lnTo>
                  <a:lnTo>
                    <a:pt x="1442" y="399"/>
                  </a:lnTo>
                  <a:lnTo>
                    <a:pt x="1443" y="397"/>
                  </a:lnTo>
                  <a:lnTo>
                    <a:pt x="1440" y="393"/>
                  </a:lnTo>
                  <a:lnTo>
                    <a:pt x="1439" y="392"/>
                  </a:lnTo>
                  <a:lnTo>
                    <a:pt x="1442" y="391"/>
                  </a:lnTo>
                  <a:lnTo>
                    <a:pt x="1444" y="391"/>
                  </a:lnTo>
                  <a:lnTo>
                    <a:pt x="1448" y="393"/>
                  </a:lnTo>
                  <a:lnTo>
                    <a:pt x="1450" y="393"/>
                  </a:lnTo>
                  <a:lnTo>
                    <a:pt x="1451" y="395"/>
                  </a:lnTo>
                  <a:lnTo>
                    <a:pt x="1451" y="396"/>
                  </a:lnTo>
                  <a:lnTo>
                    <a:pt x="1451" y="397"/>
                  </a:lnTo>
                  <a:lnTo>
                    <a:pt x="1452" y="400"/>
                  </a:lnTo>
                  <a:lnTo>
                    <a:pt x="1451" y="401"/>
                  </a:lnTo>
                  <a:lnTo>
                    <a:pt x="1452" y="404"/>
                  </a:lnTo>
                  <a:lnTo>
                    <a:pt x="1451" y="404"/>
                  </a:lnTo>
                  <a:lnTo>
                    <a:pt x="1450" y="407"/>
                  </a:lnTo>
                  <a:lnTo>
                    <a:pt x="1451" y="411"/>
                  </a:lnTo>
                  <a:lnTo>
                    <a:pt x="1454" y="413"/>
                  </a:lnTo>
                  <a:lnTo>
                    <a:pt x="1452" y="417"/>
                  </a:lnTo>
                  <a:lnTo>
                    <a:pt x="1455" y="420"/>
                  </a:lnTo>
                  <a:lnTo>
                    <a:pt x="1456" y="418"/>
                  </a:lnTo>
                  <a:lnTo>
                    <a:pt x="1456" y="417"/>
                  </a:lnTo>
                  <a:lnTo>
                    <a:pt x="1459" y="416"/>
                  </a:lnTo>
                  <a:lnTo>
                    <a:pt x="1459" y="415"/>
                  </a:lnTo>
                  <a:lnTo>
                    <a:pt x="1460" y="416"/>
                  </a:lnTo>
                  <a:lnTo>
                    <a:pt x="1463" y="417"/>
                  </a:lnTo>
                  <a:lnTo>
                    <a:pt x="1461" y="422"/>
                  </a:lnTo>
                  <a:lnTo>
                    <a:pt x="1467" y="426"/>
                  </a:lnTo>
                  <a:lnTo>
                    <a:pt x="1469" y="430"/>
                  </a:lnTo>
                  <a:lnTo>
                    <a:pt x="1468" y="433"/>
                  </a:lnTo>
                  <a:lnTo>
                    <a:pt x="1468" y="436"/>
                  </a:lnTo>
                  <a:lnTo>
                    <a:pt x="1467" y="436"/>
                  </a:lnTo>
                  <a:lnTo>
                    <a:pt x="1463" y="434"/>
                  </a:lnTo>
                  <a:lnTo>
                    <a:pt x="1460" y="433"/>
                  </a:lnTo>
                  <a:lnTo>
                    <a:pt x="1460" y="429"/>
                  </a:lnTo>
                  <a:lnTo>
                    <a:pt x="1460" y="426"/>
                  </a:lnTo>
                  <a:lnTo>
                    <a:pt x="1461" y="424"/>
                  </a:lnTo>
                  <a:lnTo>
                    <a:pt x="1460" y="421"/>
                  </a:lnTo>
                  <a:lnTo>
                    <a:pt x="1459" y="422"/>
                  </a:lnTo>
                  <a:lnTo>
                    <a:pt x="1460" y="424"/>
                  </a:lnTo>
                  <a:lnTo>
                    <a:pt x="1460" y="425"/>
                  </a:lnTo>
                  <a:lnTo>
                    <a:pt x="1457" y="426"/>
                  </a:lnTo>
                  <a:lnTo>
                    <a:pt x="1455" y="429"/>
                  </a:lnTo>
                  <a:lnTo>
                    <a:pt x="1456" y="430"/>
                  </a:lnTo>
                  <a:lnTo>
                    <a:pt x="1459" y="430"/>
                  </a:lnTo>
                  <a:lnTo>
                    <a:pt x="1459" y="433"/>
                  </a:lnTo>
                  <a:lnTo>
                    <a:pt x="1456" y="436"/>
                  </a:lnTo>
                  <a:lnTo>
                    <a:pt x="1457" y="440"/>
                  </a:lnTo>
                  <a:lnTo>
                    <a:pt x="1457" y="440"/>
                  </a:lnTo>
                  <a:lnTo>
                    <a:pt x="1457" y="449"/>
                  </a:lnTo>
                  <a:lnTo>
                    <a:pt x="1459" y="450"/>
                  </a:lnTo>
                  <a:lnTo>
                    <a:pt x="1459" y="453"/>
                  </a:lnTo>
                  <a:lnTo>
                    <a:pt x="1465" y="461"/>
                  </a:lnTo>
                  <a:lnTo>
                    <a:pt x="1467" y="461"/>
                  </a:lnTo>
                  <a:lnTo>
                    <a:pt x="1471" y="467"/>
                  </a:lnTo>
                  <a:lnTo>
                    <a:pt x="1473" y="468"/>
                  </a:lnTo>
                  <a:lnTo>
                    <a:pt x="1472" y="470"/>
                  </a:lnTo>
                  <a:lnTo>
                    <a:pt x="1472" y="474"/>
                  </a:lnTo>
                  <a:lnTo>
                    <a:pt x="1465" y="476"/>
                  </a:lnTo>
                  <a:lnTo>
                    <a:pt x="1464" y="475"/>
                  </a:lnTo>
                  <a:lnTo>
                    <a:pt x="1460" y="478"/>
                  </a:lnTo>
                  <a:lnTo>
                    <a:pt x="1459" y="476"/>
                  </a:lnTo>
                  <a:lnTo>
                    <a:pt x="1460" y="478"/>
                  </a:lnTo>
                  <a:lnTo>
                    <a:pt x="1457" y="483"/>
                  </a:lnTo>
                  <a:lnTo>
                    <a:pt x="1457" y="486"/>
                  </a:lnTo>
                  <a:lnTo>
                    <a:pt x="1456" y="487"/>
                  </a:lnTo>
                  <a:lnTo>
                    <a:pt x="1457" y="490"/>
                  </a:lnTo>
                  <a:lnTo>
                    <a:pt x="1456" y="495"/>
                  </a:lnTo>
                  <a:lnTo>
                    <a:pt x="1459" y="501"/>
                  </a:lnTo>
                  <a:lnTo>
                    <a:pt x="1461" y="504"/>
                  </a:lnTo>
                  <a:lnTo>
                    <a:pt x="1461" y="507"/>
                  </a:lnTo>
                  <a:lnTo>
                    <a:pt x="1465" y="508"/>
                  </a:lnTo>
                  <a:lnTo>
                    <a:pt x="1467" y="511"/>
                  </a:lnTo>
                  <a:lnTo>
                    <a:pt x="1464" y="511"/>
                  </a:lnTo>
                  <a:lnTo>
                    <a:pt x="1463" y="509"/>
                  </a:lnTo>
                  <a:lnTo>
                    <a:pt x="1461" y="511"/>
                  </a:lnTo>
                  <a:lnTo>
                    <a:pt x="1459" y="513"/>
                  </a:lnTo>
                  <a:lnTo>
                    <a:pt x="1457" y="512"/>
                  </a:lnTo>
                  <a:lnTo>
                    <a:pt x="1454" y="516"/>
                  </a:lnTo>
                  <a:lnTo>
                    <a:pt x="1451" y="513"/>
                  </a:lnTo>
                  <a:lnTo>
                    <a:pt x="1450" y="516"/>
                  </a:lnTo>
                  <a:lnTo>
                    <a:pt x="1452" y="517"/>
                  </a:lnTo>
                  <a:lnTo>
                    <a:pt x="1454" y="517"/>
                  </a:lnTo>
                  <a:lnTo>
                    <a:pt x="1454" y="520"/>
                  </a:lnTo>
                  <a:lnTo>
                    <a:pt x="1454" y="521"/>
                  </a:lnTo>
                  <a:lnTo>
                    <a:pt x="1455" y="524"/>
                  </a:lnTo>
                  <a:lnTo>
                    <a:pt x="1455" y="525"/>
                  </a:lnTo>
                  <a:lnTo>
                    <a:pt x="1454" y="525"/>
                  </a:lnTo>
                  <a:lnTo>
                    <a:pt x="1455" y="528"/>
                  </a:lnTo>
                  <a:lnTo>
                    <a:pt x="1454" y="529"/>
                  </a:lnTo>
                  <a:lnTo>
                    <a:pt x="1455" y="530"/>
                  </a:lnTo>
                  <a:lnTo>
                    <a:pt x="1456" y="529"/>
                  </a:lnTo>
                  <a:lnTo>
                    <a:pt x="1459" y="532"/>
                  </a:lnTo>
                  <a:lnTo>
                    <a:pt x="1457" y="533"/>
                  </a:lnTo>
                  <a:lnTo>
                    <a:pt x="1456" y="537"/>
                  </a:lnTo>
                  <a:lnTo>
                    <a:pt x="1457" y="540"/>
                  </a:lnTo>
                  <a:lnTo>
                    <a:pt x="1457" y="543"/>
                  </a:lnTo>
                  <a:lnTo>
                    <a:pt x="1456" y="546"/>
                  </a:lnTo>
                  <a:lnTo>
                    <a:pt x="1456" y="547"/>
                  </a:lnTo>
                  <a:lnTo>
                    <a:pt x="1456" y="549"/>
                  </a:lnTo>
                  <a:lnTo>
                    <a:pt x="1454" y="551"/>
                  </a:lnTo>
                  <a:lnTo>
                    <a:pt x="1454" y="554"/>
                  </a:lnTo>
                  <a:lnTo>
                    <a:pt x="1452" y="554"/>
                  </a:lnTo>
                  <a:lnTo>
                    <a:pt x="1451" y="559"/>
                  </a:lnTo>
                  <a:lnTo>
                    <a:pt x="1448" y="566"/>
                  </a:lnTo>
                  <a:lnTo>
                    <a:pt x="1450" y="563"/>
                  </a:lnTo>
                  <a:lnTo>
                    <a:pt x="1448" y="561"/>
                  </a:lnTo>
                  <a:lnTo>
                    <a:pt x="1448" y="558"/>
                  </a:lnTo>
                  <a:lnTo>
                    <a:pt x="1448" y="557"/>
                  </a:lnTo>
                  <a:lnTo>
                    <a:pt x="1443" y="557"/>
                  </a:lnTo>
                  <a:lnTo>
                    <a:pt x="1440" y="553"/>
                  </a:lnTo>
                  <a:lnTo>
                    <a:pt x="1440" y="549"/>
                  </a:lnTo>
                  <a:lnTo>
                    <a:pt x="1435" y="538"/>
                  </a:lnTo>
                  <a:lnTo>
                    <a:pt x="1432" y="533"/>
                  </a:lnTo>
                  <a:lnTo>
                    <a:pt x="1434" y="534"/>
                  </a:lnTo>
                  <a:lnTo>
                    <a:pt x="1436" y="533"/>
                  </a:lnTo>
                  <a:lnTo>
                    <a:pt x="1436" y="530"/>
                  </a:lnTo>
                  <a:lnTo>
                    <a:pt x="1435" y="532"/>
                  </a:lnTo>
                  <a:lnTo>
                    <a:pt x="1432" y="532"/>
                  </a:lnTo>
                  <a:lnTo>
                    <a:pt x="1427" y="529"/>
                  </a:lnTo>
                  <a:lnTo>
                    <a:pt x="1419" y="513"/>
                  </a:lnTo>
                  <a:lnTo>
                    <a:pt x="1410" y="503"/>
                  </a:lnTo>
                  <a:lnTo>
                    <a:pt x="1410" y="500"/>
                  </a:lnTo>
                  <a:lnTo>
                    <a:pt x="1407" y="496"/>
                  </a:lnTo>
                  <a:lnTo>
                    <a:pt x="1401" y="486"/>
                  </a:lnTo>
                  <a:lnTo>
                    <a:pt x="1394" y="474"/>
                  </a:lnTo>
                  <a:lnTo>
                    <a:pt x="1389" y="462"/>
                  </a:lnTo>
                  <a:lnTo>
                    <a:pt x="1389" y="457"/>
                  </a:lnTo>
                  <a:lnTo>
                    <a:pt x="1386" y="451"/>
                  </a:lnTo>
                  <a:lnTo>
                    <a:pt x="1385" y="443"/>
                  </a:lnTo>
                  <a:lnTo>
                    <a:pt x="1382" y="440"/>
                  </a:lnTo>
                  <a:lnTo>
                    <a:pt x="1384" y="434"/>
                  </a:lnTo>
                  <a:lnTo>
                    <a:pt x="1386" y="432"/>
                  </a:lnTo>
                  <a:lnTo>
                    <a:pt x="1386" y="428"/>
                  </a:lnTo>
                  <a:lnTo>
                    <a:pt x="1389" y="426"/>
                  </a:lnTo>
                  <a:lnTo>
                    <a:pt x="1388" y="425"/>
                  </a:lnTo>
                  <a:lnTo>
                    <a:pt x="1388" y="424"/>
                  </a:lnTo>
                  <a:lnTo>
                    <a:pt x="1388" y="418"/>
                  </a:lnTo>
                  <a:lnTo>
                    <a:pt x="1384" y="412"/>
                  </a:lnTo>
                  <a:lnTo>
                    <a:pt x="1381" y="412"/>
                  </a:lnTo>
                  <a:lnTo>
                    <a:pt x="1381" y="411"/>
                  </a:lnTo>
                  <a:lnTo>
                    <a:pt x="1382" y="408"/>
                  </a:lnTo>
                  <a:lnTo>
                    <a:pt x="1388" y="411"/>
                  </a:lnTo>
                  <a:lnTo>
                    <a:pt x="1390" y="408"/>
                  </a:lnTo>
                  <a:lnTo>
                    <a:pt x="1389" y="405"/>
                  </a:lnTo>
                  <a:lnTo>
                    <a:pt x="1389" y="401"/>
                  </a:lnTo>
                  <a:lnTo>
                    <a:pt x="1394" y="400"/>
                  </a:lnTo>
                  <a:lnTo>
                    <a:pt x="1396" y="401"/>
                  </a:lnTo>
                  <a:lnTo>
                    <a:pt x="1394" y="399"/>
                  </a:lnTo>
                  <a:lnTo>
                    <a:pt x="1397" y="391"/>
                  </a:lnTo>
                  <a:lnTo>
                    <a:pt x="1396" y="387"/>
                  </a:lnTo>
                  <a:lnTo>
                    <a:pt x="1396" y="382"/>
                  </a:lnTo>
                  <a:lnTo>
                    <a:pt x="1394" y="379"/>
                  </a:lnTo>
                  <a:lnTo>
                    <a:pt x="1397" y="378"/>
                  </a:lnTo>
                  <a:lnTo>
                    <a:pt x="1397" y="375"/>
                  </a:lnTo>
                  <a:lnTo>
                    <a:pt x="1396" y="374"/>
                  </a:lnTo>
                  <a:lnTo>
                    <a:pt x="1397" y="370"/>
                  </a:lnTo>
                  <a:lnTo>
                    <a:pt x="1398" y="370"/>
                  </a:lnTo>
                  <a:lnTo>
                    <a:pt x="1396" y="367"/>
                  </a:lnTo>
                  <a:lnTo>
                    <a:pt x="1396" y="365"/>
                  </a:lnTo>
                  <a:lnTo>
                    <a:pt x="1397" y="365"/>
                  </a:lnTo>
                  <a:lnTo>
                    <a:pt x="1397" y="359"/>
                  </a:lnTo>
                  <a:lnTo>
                    <a:pt x="1396" y="358"/>
                  </a:lnTo>
                  <a:lnTo>
                    <a:pt x="1397" y="357"/>
                  </a:lnTo>
                  <a:lnTo>
                    <a:pt x="1400" y="355"/>
                  </a:lnTo>
                  <a:lnTo>
                    <a:pt x="1401" y="354"/>
                  </a:lnTo>
                  <a:lnTo>
                    <a:pt x="1400" y="350"/>
                  </a:lnTo>
                  <a:lnTo>
                    <a:pt x="1401" y="345"/>
                  </a:lnTo>
                  <a:lnTo>
                    <a:pt x="1400" y="343"/>
                  </a:lnTo>
                  <a:lnTo>
                    <a:pt x="1398" y="342"/>
                  </a:lnTo>
                  <a:lnTo>
                    <a:pt x="1401" y="338"/>
                  </a:lnTo>
                  <a:lnTo>
                    <a:pt x="1401" y="336"/>
                  </a:lnTo>
                  <a:lnTo>
                    <a:pt x="1400" y="336"/>
                  </a:lnTo>
                  <a:lnTo>
                    <a:pt x="1398" y="333"/>
                  </a:lnTo>
                  <a:lnTo>
                    <a:pt x="1400" y="332"/>
                  </a:lnTo>
                  <a:lnTo>
                    <a:pt x="1400" y="329"/>
                  </a:lnTo>
                  <a:lnTo>
                    <a:pt x="1402" y="328"/>
                  </a:lnTo>
                  <a:lnTo>
                    <a:pt x="1402" y="328"/>
                  </a:lnTo>
                  <a:lnTo>
                    <a:pt x="1405" y="325"/>
                  </a:lnTo>
                  <a:lnTo>
                    <a:pt x="1405" y="324"/>
                  </a:lnTo>
                  <a:lnTo>
                    <a:pt x="1407" y="320"/>
                  </a:lnTo>
                  <a:lnTo>
                    <a:pt x="1409" y="321"/>
                  </a:lnTo>
                  <a:lnTo>
                    <a:pt x="1411" y="318"/>
                  </a:lnTo>
                  <a:lnTo>
                    <a:pt x="1413" y="318"/>
                  </a:lnTo>
                  <a:lnTo>
                    <a:pt x="1413" y="317"/>
                  </a:lnTo>
                  <a:lnTo>
                    <a:pt x="1413" y="316"/>
                  </a:lnTo>
                  <a:lnTo>
                    <a:pt x="1410" y="316"/>
                  </a:lnTo>
                  <a:lnTo>
                    <a:pt x="1409" y="317"/>
                  </a:lnTo>
                  <a:lnTo>
                    <a:pt x="1406" y="316"/>
                  </a:lnTo>
                  <a:lnTo>
                    <a:pt x="1407" y="311"/>
                  </a:lnTo>
                  <a:lnTo>
                    <a:pt x="1409" y="308"/>
                  </a:lnTo>
                  <a:lnTo>
                    <a:pt x="1407" y="307"/>
                  </a:lnTo>
                  <a:lnTo>
                    <a:pt x="1406" y="304"/>
                  </a:lnTo>
                  <a:lnTo>
                    <a:pt x="1405" y="304"/>
                  </a:lnTo>
                  <a:lnTo>
                    <a:pt x="1405" y="305"/>
                  </a:lnTo>
                  <a:lnTo>
                    <a:pt x="1404" y="305"/>
                  </a:lnTo>
                  <a:lnTo>
                    <a:pt x="1404" y="299"/>
                  </a:lnTo>
                  <a:lnTo>
                    <a:pt x="1404" y="297"/>
                  </a:lnTo>
                  <a:lnTo>
                    <a:pt x="1404" y="296"/>
                  </a:lnTo>
                  <a:lnTo>
                    <a:pt x="1404" y="293"/>
                  </a:lnTo>
                  <a:lnTo>
                    <a:pt x="1401" y="292"/>
                  </a:lnTo>
                  <a:lnTo>
                    <a:pt x="1401" y="292"/>
                  </a:lnTo>
                  <a:lnTo>
                    <a:pt x="1401" y="292"/>
                  </a:lnTo>
                  <a:lnTo>
                    <a:pt x="1401" y="291"/>
                  </a:lnTo>
                  <a:lnTo>
                    <a:pt x="1398" y="287"/>
                  </a:lnTo>
                  <a:lnTo>
                    <a:pt x="1398" y="286"/>
                  </a:lnTo>
                  <a:lnTo>
                    <a:pt x="1397" y="284"/>
                  </a:lnTo>
                  <a:lnTo>
                    <a:pt x="1397" y="282"/>
                  </a:lnTo>
                  <a:lnTo>
                    <a:pt x="1396" y="279"/>
                  </a:lnTo>
                  <a:lnTo>
                    <a:pt x="1396" y="276"/>
                  </a:lnTo>
                  <a:lnTo>
                    <a:pt x="1398" y="274"/>
                  </a:lnTo>
                  <a:lnTo>
                    <a:pt x="1401" y="274"/>
                  </a:lnTo>
                  <a:lnTo>
                    <a:pt x="1404" y="274"/>
                  </a:lnTo>
                  <a:lnTo>
                    <a:pt x="1402" y="272"/>
                  </a:lnTo>
                  <a:lnTo>
                    <a:pt x="1405" y="271"/>
                  </a:lnTo>
                  <a:lnTo>
                    <a:pt x="1404" y="271"/>
                  </a:lnTo>
                  <a:lnTo>
                    <a:pt x="1401" y="271"/>
                  </a:lnTo>
                  <a:lnTo>
                    <a:pt x="1400" y="270"/>
                  </a:lnTo>
                  <a:lnTo>
                    <a:pt x="1397" y="270"/>
                  </a:lnTo>
                  <a:lnTo>
                    <a:pt x="1393" y="267"/>
                  </a:lnTo>
                  <a:lnTo>
                    <a:pt x="1393" y="268"/>
                  </a:lnTo>
                  <a:lnTo>
                    <a:pt x="1389" y="268"/>
                  </a:lnTo>
                  <a:lnTo>
                    <a:pt x="1388" y="271"/>
                  </a:lnTo>
                  <a:lnTo>
                    <a:pt x="1385" y="271"/>
                  </a:lnTo>
                  <a:lnTo>
                    <a:pt x="1381" y="274"/>
                  </a:lnTo>
                  <a:lnTo>
                    <a:pt x="1382" y="275"/>
                  </a:lnTo>
                  <a:lnTo>
                    <a:pt x="1382" y="276"/>
                  </a:lnTo>
                  <a:lnTo>
                    <a:pt x="1385" y="279"/>
                  </a:lnTo>
                  <a:lnTo>
                    <a:pt x="1385" y="282"/>
                  </a:lnTo>
                  <a:lnTo>
                    <a:pt x="1385" y="283"/>
                  </a:lnTo>
                  <a:lnTo>
                    <a:pt x="1385" y="286"/>
                  </a:lnTo>
                  <a:lnTo>
                    <a:pt x="1388" y="287"/>
                  </a:lnTo>
                  <a:lnTo>
                    <a:pt x="1388" y="288"/>
                  </a:lnTo>
                  <a:lnTo>
                    <a:pt x="1389" y="290"/>
                  </a:lnTo>
                  <a:lnTo>
                    <a:pt x="1390" y="295"/>
                  </a:lnTo>
                  <a:lnTo>
                    <a:pt x="1394" y="296"/>
                  </a:lnTo>
                  <a:lnTo>
                    <a:pt x="1393" y="299"/>
                  </a:lnTo>
                  <a:lnTo>
                    <a:pt x="1396" y="300"/>
                  </a:lnTo>
                  <a:lnTo>
                    <a:pt x="1394" y="301"/>
                  </a:lnTo>
                  <a:lnTo>
                    <a:pt x="1393" y="300"/>
                  </a:lnTo>
                  <a:lnTo>
                    <a:pt x="1392" y="299"/>
                  </a:lnTo>
                  <a:lnTo>
                    <a:pt x="1388" y="299"/>
                  </a:lnTo>
                  <a:lnTo>
                    <a:pt x="1386" y="300"/>
                  </a:lnTo>
                  <a:lnTo>
                    <a:pt x="1385" y="304"/>
                  </a:lnTo>
                  <a:lnTo>
                    <a:pt x="1386" y="305"/>
                  </a:lnTo>
                  <a:lnTo>
                    <a:pt x="1386" y="309"/>
                  </a:lnTo>
                  <a:lnTo>
                    <a:pt x="1385" y="309"/>
                  </a:lnTo>
                  <a:lnTo>
                    <a:pt x="1385" y="311"/>
                  </a:lnTo>
                  <a:lnTo>
                    <a:pt x="1386" y="311"/>
                  </a:lnTo>
                  <a:lnTo>
                    <a:pt x="1386" y="313"/>
                  </a:lnTo>
                  <a:lnTo>
                    <a:pt x="1384" y="315"/>
                  </a:lnTo>
                  <a:lnTo>
                    <a:pt x="1385" y="316"/>
                  </a:lnTo>
                  <a:lnTo>
                    <a:pt x="1384" y="318"/>
                  </a:lnTo>
                  <a:lnTo>
                    <a:pt x="1384" y="324"/>
                  </a:lnTo>
                  <a:lnTo>
                    <a:pt x="1382" y="325"/>
                  </a:lnTo>
                  <a:lnTo>
                    <a:pt x="1382" y="326"/>
                  </a:lnTo>
                  <a:lnTo>
                    <a:pt x="1381" y="328"/>
                  </a:lnTo>
                  <a:lnTo>
                    <a:pt x="1380" y="332"/>
                  </a:lnTo>
                  <a:lnTo>
                    <a:pt x="1378" y="329"/>
                  </a:lnTo>
                  <a:lnTo>
                    <a:pt x="1377" y="326"/>
                  </a:lnTo>
                  <a:lnTo>
                    <a:pt x="1378" y="324"/>
                  </a:lnTo>
                  <a:lnTo>
                    <a:pt x="1377" y="322"/>
                  </a:lnTo>
                  <a:lnTo>
                    <a:pt x="1376" y="322"/>
                  </a:lnTo>
                  <a:lnTo>
                    <a:pt x="1375" y="324"/>
                  </a:lnTo>
                  <a:lnTo>
                    <a:pt x="1375" y="326"/>
                  </a:lnTo>
                  <a:lnTo>
                    <a:pt x="1373" y="326"/>
                  </a:lnTo>
                  <a:lnTo>
                    <a:pt x="1372" y="322"/>
                  </a:lnTo>
                  <a:lnTo>
                    <a:pt x="1371" y="322"/>
                  </a:lnTo>
                  <a:lnTo>
                    <a:pt x="1369" y="320"/>
                  </a:lnTo>
                  <a:lnTo>
                    <a:pt x="1367" y="322"/>
                  </a:lnTo>
                  <a:lnTo>
                    <a:pt x="1367" y="321"/>
                  </a:lnTo>
                  <a:lnTo>
                    <a:pt x="1367" y="320"/>
                  </a:lnTo>
                  <a:lnTo>
                    <a:pt x="1368" y="318"/>
                  </a:lnTo>
                  <a:lnTo>
                    <a:pt x="1368" y="317"/>
                  </a:lnTo>
                  <a:lnTo>
                    <a:pt x="1368" y="316"/>
                  </a:lnTo>
                  <a:lnTo>
                    <a:pt x="1368" y="316"/>
                  </a:lnTo>
                  <a:lnTo>
                    <a:pt x="1368" y="313"/>
                  </a:lnTo>
                  <a:lnTo>
                    <a:pt x="1367" y="312"/>
                  </a:lnTo>
                  <a:lnTo>
                    <a:pt x="1368" y="311"/>
                  </a:lnTo>
                  <a:lnTo>
                    <a:pt x="1367" y="308"/>
                  </a:lnTo>
                  <a:lnTo>
                    <a:pt x="1367" y="308"/>
                  </a:lnTo>
                  <a:lnTo>
                    <a:pt x="1367" y="307"/>
                  </a:lnTo>
                  <a:lnTo>
                    <a:pt x="1367" y="304"/>
                  </a:lnTo>
                  <a:lnTo>
                    <a:pt x="1364" y="301"/>
                  </a:lnTo>
                  <a:lnTo>
                    <a:pt x="1364" y="300"/>
                  </a:lnTo>
                  <a:lnTo>
                    <a:pt x="1363" y="300"/>
                  </a:lnTo>
                  <a:lnTo>
                    <a:pt x="1361" y="303"/>
                  </a:lnTo>
                  <a:lnTo>
                    <a:pt x="1360" y="303"/>
                  </a:lnTo>
                  <a:lnTo>
                    <a:pt x="1360" y="307"/>
                  </a:lnTo>
                  <a:lnTo>
                    <a:pt x="1359" y="309"/>
                  </a:lnTo>
                  <a:lnTo>
                    <a:pt x="1357" y="309"/>
                  </a:lnTo>
                  <a:lnTo>
                    <a:pt x="1356" y="305"/>
                  </a:lnTo>
                  <a:lnTo>
                    <a:pt x="1356" y="305"/>
                  </a:lnTo>
                  <a:lnTo>
                    <a:pt x="1355" y="307"/>
                  </a:lnTo>
                  <a:lnTo>
                    <a:pt x="1353" y="304"/>
                  </a:lnTo>
                  <a:lnTo>
                    <a:pt x="1351" y="304"/>
                  </a:lnTo>
                  <a:lnTo>
                    <a:pt x="1351" y="305"/>
                  </a:lnTo>
                  <a:lnTo>
                    <a:pt x="1350" y="305"/>
                  </a:lnTo>
                  <a:lnTo>
                    <a:pt x="1348" y="307"/>
                  </a:lnTo>
                  <a:lnTo>
                    <a:pt x="1347" y="308"/>
                  </a:lnTo>
                  <a:lnTo>
                    <a:pt x="1347" y="309"/>
                  </a:lnTo>
                  <a:lnTo>
                    <a:pt x="1343" y="309"/>
                  </a:lnTo>
                  <a:lnTo>
                    <a:pt x="1342" y="311"/>
                  </a:lnTo>
                  <a:lnTo>
                    <a:pt x="1339" y="311"/>
                  </a:lnTo>
                  <a:lnTo>
                    <a:pt x="1338" y="312"/>
                  </a:lnTo>
                  <a:lnTo>
                    <a:pt x="1335" y="311"/>
                  </a:lnTo>
                  <a:lnTo>
                    <a:pt x="1332" y="315"/>
                  </a:lnTo>
                  <a:lnTo>
                    <a:pt x="1331" y="316"/>
                  </a:lnTo>
                  <a:lnTo>
                    <a:pt x="1331" y="318"/>
                  </a:lnTo>
                  <a:lnTo>
                    <a:pt x="1330" y="321"/>
                  </a:lnTo>
                  <a:lnTo>
                    <a:pt x="1330" y="322"/>
                  </a:lnTo>
                  <a:lnTo>
                    <a:pt x="1331" y="322"/>
                  </a:lnTo>
                  <a:lnTo>
                    <a:pt x="1331" y="326"/>
                  </a:lnTo>
                  <a:lnTo>
                    <a:pt x="1334" y="329"/>
                  </a:lnTo>
                  <a:lnTo>
                    <a:pt x="1332" y="332"/>
                  </a:lnTo>
                  <a:lnTo>
                    <a:pt x="1331" y="340"/>
                  </a:lnTo>
                  <a:lnTo>
                    <a:pt x="1334" y="342"/>
                  </a:lnTo>
                  <a:lnTo>
                    <a:pt x="1331" y="343"/>
                  </a:lnTo>
                  <a:lnTo>
                    <a:pt x="1332" y="343"/>
                  </a:lnTo>
                  <a:lnTo>
                    <a:pt x="1332" y="346"/>
                  </a:lnTo>
                  <a:lnTo>
                    <a:pt x="1330" y="349"/>
                  </a:lnTo>
                  <a:lnTo>
                    <a:pt x="1330" y="353"/>
                  </a:lnTo>
                  <a:lnTo>
                    <a:pt x="1327" y="355"/>
                  </a:lnTo>
                  <a:lnTo>
                    <a:pt x="1327" y="358"/>
                  </a:lnTo>
                  <a:lnTo>
                    <a:pt x="1326" y="362"/>
                  </a:lnTo>
                  <a:lnTo>
                    <a:pt x="1328" y="365"/>
                  </a:lnTo>
                  <a:lnTo>
                    <a:pt x="1327" y="366"/>
                  </a:lnTo>
                  <a:lnTo>
                    <a:pt x="1330" y="370"/>
                  </a:lnTo>
                  <a:lnTo>
                    <a:pt x="1328" y="371"/>
                  </a:lnTo>
                  <a:lnTo>
                    <a:pt x="1328" y="374"/>
                  </a:lnTo>
                  <a:lnTo>
                    <a:pt x="1330" y="374"/>
                  </a:lnTo>
                  <a:lnTo>
                    <a:pt x="1331" y="374"/>
                  </a:lnTo>
                  <a:lnTo>
                    <a:pt x="1334" y="374"/>
                  </a:lnTo>
                  <a:lnTo>
                    <a:pt x="1332" y="372"/>
                  </a:lnTo>
                  <a:lnTo>
                    <a:pt x="1334" y="371"/>
                  </a:lnTo>
                  <a:lnTo>
                    <a:pt x="1336" y="372"/>
                  </a:lnTo>
                  <a:lnTo>
                    <a:pt x="1338" y="372"/>
                  </a:lnTo>
                  <a:lnTo>
                    <a:pt x="1336" y="372"/>
                  </a:lnTo>
                  <a:lnTo>
                    <a:pt x="1338" y="371"/>
                  </a:lnTo>
                  <a:lnTo>
                    <a:pt x="1339" y="372"/>
                  </a:lnTo>
                  <a:lnTo>
                    <a:pt x="1340" y="374"/>
                  </a:lnTo>
                  <a:lnTo>
                    <a:pt x="1342" y="375"/>
                  </a:lnTo>
                  <a:lnTo>
                    <a:pt x="1340" y="375"/>
                  </a:lnTo>
                  <a:lnTo>
                    <a:pt x="1343" y="378"/>
                  </a:lnTo>
                  <a:lnTo>
                    <a:pt x="1342" y="379"/>
                  </a:lnTo>
                  <a:lnTo>
                    <a:pt x="1340" y="379"/>
                  </a:lnTo>
                  <a:lnTo>
                    <a:pt x="1339" y="379"/>
                  </a:lnTo>
                  <a:lnTo>
                    <a:pt x="1338" y="379"/>
                  </a:lnTo>
                  <a:lnTo>
                    <a:pt x="1336" y="380"/>
                  </a:lnTo>
                  <a:lnTo>
                    <a:pt x="1335" y="380"/>
                  </a:lnTo>
                  <a:lnTo>
                    <a:pt x="1336" y="382"/>
                  </a:lnTo>
                  <a:lnTo>
                    <a:pt x="1334" y="386"/>
                  </a:lnTo>
                  <a:lnTo>
                    <a:pt x="1332" y="384"/>
                  </a:lnTo>
                  <a:lnTo>
                    <a:pt x="1332" y="383"/>
                  </a:lnTo>
                  <a:lnTo>
                    <a:pt x="1331" y="382"/>
                  </a:lnTo>
                  <a:lnTo>
                    <a:pt x="1328" y="382"/>
                  </a:lnTo>
                  <a:lnTo>
                    <a:pt x="1327" y="382"/>
                  </a:lnTo>
                  <a:lnTo>
                    <a:pt x="1326" y="382"/>
                  </a:lnTo>
                  <a:lnTo>
                    <a:pt x="1326" y="383"/>
                  </a:lnTo>
                  <a:lnTo>
                    <a:pt x="1326" y="386"/>
                  </a:lnTo>
                  <a:lnTo>
                    <a:pt x="1326" y="386"/>
                  </a:lnTo>
                  <a:lnTo>
                    <a:pt x="1325" y="387"/>
                  </a:lnTo>
                  <a:lnTo>
                    <a:pt x="1323" y="388"/>
                  </a:lnTo>
                  <a:lnTo>
                    <a:pt x="1325" y="390"/>
                  </a:lnTo>
                  <a:lnTo>
                    <a:pt x="1323" y="391"/>
                  </a:lnTo>
                  <a:lnTo>
                    <a:pt x="1321" y="391"/>
                  </a:lnTo>
                  <a:lnTo>
                    <a:pt x="1318" y="387"/>
                  </a:lnTo>
                  <a:lnTo>
                    <a:pt x="1317" y="387"/>
                  </a:lnTo>
                  <a:lnTo>
                    <a:pt x="1318" y="390"/>
                  </a:lnTo>
                  <a:lnTo>
                    <a:pt x="1317" y="391"/>
                  </a:lnTo>
                  <a:lnTo>
                    <a:pt x="1317" y="392"/>
                  </a:lnTo>
                  <a:lnTo>
                    <a:pt x="1315" y="393"/>
                  </a:lnTo>
                  <a:lnTo>
                    <a:pt x="1311" y="395"/>
                  </a:lnTo>
                  <a:lnTo>
                    <a:pt x="1310" y="396"/>
                  </a:lnTo>
                  <a:lnTo>
                    <a:pt x="1307" y="392"/>
                  </a:lnTo>
                  <a:lnTo>
                    <a:pt x="1306" y="392"/>
                  </a:lnTo>
                  <a:lnTo>
                    <a:pt x="1305" y="391"/>
                  </a:lnTo>
                  <a:lnTo>
                    <a:pt x="1305" y="390"/>
                  </a:lnTo>
                  <a:lnTo>
                    <a:pt x="1307" y="390"/>
                  </a:lnTo>
                  <a:lnTo>
                    <a:pt x="1307" y="388"/>
                  </a:lnTo>
                  <a:lnTo>
                    <a:pt x="1307" y="387"/>
                  </a:lnTo>
                  <a:lnTo>
                    <a:pt x="1311" y="387"/>
                  </a:lnTo>
                  <a:lnTo>
                    <a:pt x="1315" y="383"/>
                  </a:lnTo>
                  <a:lnTo>
                    <a:pt x="1315" y="382"/>
                  </a:lnTo>
                  <a:lnTo>
                    <a:pt x="1313" y="382"/>
                  </a:lnTo>
                  <a:lnTo>
                    <a:pt x="1311" y="384"/>
                  </a:lnTo>
                  <a:lnTo>
                    <a:pt x="1309" y="383"/>
                  </a:lnTo>
                  <a:lnTo>
                    <a:pt x="1307" y="382"/>
                  </a:lnTo>
                  <a:lnTo>
                    <a:pt x="1306" y="380"/>
                  </a:lnTo>
                  <a:lnTo>
                    <a:pt x="1303" y="380"/>
                  </a:lnTo>
                  <a:lnTo>
                    <a:pt x="1299" y="379"/>
                  </a:lnTo>
                  <a:lnTo>
                    <a:pt x="1297" y="379"/>
                  </a:lnTo>
                  <a:lnTo>
                    <a:pt x="1298" y="382"/>
                  </a:lnTo>
                  <a:lnTo>
                    <a:pt x="1296" y="382"/>
                  </a:lnTo>
                  <a:lnTo>
                    <a:pt x="1294" y="380"/>
                  </a:lnTo>
                  <a:lnTo>
                    <a:pt x="1294" y="379"/>
                  </a:lnTo>
                  <a:lnTo>
                    <a:pt x="1292" y="380"/>
                  </a:lnTo>
                  <a:lnTo>
                    <a:pt x="1288" y="379"/>
                  </a:lnTo>
                  <a:lnTo>
                    <a:pt x="1285" y="380"/>
                  </a:lnTo>
                  <a:lnTo>
                    <a:pt x="1284" y="378"/>
                  </a:lnTo>
                  <a:lnTo>
                    <a:pt x="1280" y="378"/>
                  </a:lnTo>
                  <a:lnTo>
                    <a:pt x="1277" y="382"/>
                  </a:lnTo>
                  <a:lnTo>
                    <a:pt x="1276" y="382"/>
                  </a:lnTo>
                  <a:lnTo>
                    <a:pt x="1276" y="383"/>
                  </a:lnTo>
                  <a:lnTo>
                    <a:pt x="1278" y="386"/>
                  </a:lnTo>
                  <a:lnTo>
                    <a:pt x="1276" y="387"/>
                  </a:lnTo>
                  <a:lnTo>
                    <a:pt x="1274" y="386"/>
                  </a:lnTo>
                  <a:lnTo>
                    <a:pt x="1273" y="388"/>
                  </a:lnTo>
                  <a:lnTo>
                    <a:pt x="1276" y="390"/>
                  </a:lnTo>
                  <a:lnTo>
                    <a:pt x="1277" y="388"/>
                  </a:lnTo>
                  <a:lnTo>
                    <a:pt x="1278" y="390"/>
                  </a:lnTo>
                  <a:lnTo>
                    <a:pt x="1278" y="391"/>
                  </a:lnTo>
                  <a:lnTo>
                    <a:pt x="1273" y="393"/>
                  </a:lnTo>
                  <a:lnTo>
                    <a:pt x="1272" y="391"/>
                  </a:lnTo>
                  <a:lnTo>
                    <a:pt x="1268" y="391"/>
                  </a:lnTo>
                  <a:lnTo>
                    <a:pt x="1267" y="392"/>
                  </a:lnTo>
                  <a:lnTo>
                    <a:pt x="1268" y="393"/>
                  </a:lnTo>
                  <a:lnTo>
                    <a:pt x="1265" y="393"/>
                  </a:lnTo>
                  <a:lnTo>
                    <a:pt x="1264" y="395"/>
                  </a:lnTo>
                  <a:lnTo>
                    <a:pt x="1263" y="395"/>
                  </a:lnTo>
                  <a:lnTo>
                    <a:pt x="1263" y="393"/>
                  </a:lnTo>
                  <a:lnTo>
                    <a:pt x="1257" y="393"/>
                  </a:lnTo>
                  <a:lnTo>
                    <a:pt x="1256" y="395"/>
                  </a:lnTo>
                  <a:lnTo>
                    <a:pt x="1251" y="393"/>
                  </a:lnTo>
                  <a:lnTo>
                    <a:pt x="1248" y="395"/>
                  </a:lnTo>
                  <a:lnTo>
                    <a:pt x="1248" y="396"/>
                  </a:lnTo>
                  <a:lnTo>
                    <a:pt x="1252" y="399"/>
                  </a:lnTo>
                  <a:lnTo>
                    <a:pt x="1249" y="400"/>
                  </a:lnTo>
                  <a:lnTo>
                    <a:pt x="1248" y="403"/>
                  </a:lnTo>
                  <a:lnTo>
                    <a:pt x="1247" y="400"/>
                  </a:lnTo>
                  <a:lnTo>
                    <a:pt x="1244" y="400"/>
                  </a:lnTo>
                  <a:lnTo>
                    <a:pt x="1245" y="397"/>
                  </a:lnTo>
                  <a:lnTo>
                    <a:pt x="1244" y="396"/>
                  </a:lnTo>
                  <a:lnTo>
                    <a:pt x="1243" y="397"/>
                  </a:lnTo>
                  <a:lnTo>
                    <a:pt x="1240" y="399"/>
                  </a:lnTo>
                  <a:lnTo>
                    <a:pt x="1239" y="399"/>
                  </a:lnTo>
                  <a:lnTo>
                    <a:pt x="1236" y="400"/>
                  </a:lnTo>
                  <a:lnTo>
                    <a:pt x="1234" y="400"/>
                  </a:lnTo>
                  <a:lnTo>
                    <a:pt x="1230" y="401"/>
                  </a:lnTo>
                  <a:lnTo>
                    <a:pt x="1227" y="401"/>
                  </a:lnTo>
                  <a:lnTo>
                    <a:pt x="1223" y="405"/>
                  </a:lnTo>
                  <a:lnTo>
                    <a:pt x="1220" y="405"/>
                  </a:lnTo>
                  <a:lnTo>
                    <a:pt x="1218" y="404"/>
                  </a:lnTo>
                  <a:lnTo>
                    <a:pt x="1217" y="404"/>
                  </a:lnTo>
                  <a:lnTo>
                    <a:pt x="1217" y="407"/>
                  </a:lnTo>
                  <a:lnTo>
                    <a:pt x="1213" y="409"/>
                  </a:lnTo>
                  <a:lnTo>
                    <a:pt x="1211" y="412"/>
                  </a:lnTo>
                  <a:lnTo>
                    <a:pt x="1209" y="415"/>
                  </a:lnTo>
                  <a:lnTo>
                    <a:pt x="1209" y="417"/>
                  </a:lnTo>
                  <a:lnTo>
                    <a:pt x="1211" y="421"/>
                  </a:lnTo>
                  <a:lnTo>
                    <a:pt x="1211" y="426"/>
                  </a:lnTo>
                  <a:lnTo>
                    <a:pt x="1207" y="430"/>
                  </a:lnTo>
                  <a:lnTo>
                    <a:pt x="1206" y="434"/>
                  </a:lnTo>
                  <a:lnTo>
                    <a:pt x="1206" y="437"/>
                  </a:lnTo>
                  <a:lnTo>
                    <a:pt x="1206" y="442"/>
                  </a:lnTo>
                  <a:lnTo>
                    <a:pt x="1207" y="443"/>
                  </a:lnTo>
                  <a:lnTo>
                    <a:pt x="1207" y="446"/>
                  </a:lnTo>
                  <a:lnTo>
                    <a:pt x="1206" y="446"/>
                  </a:lnTo>
                  <a:lnTo>
                    <a:pt x="1205" y="447"/>
                  </a:lnTo>
                  <a:lnTo>
                    <a:pt x="1205" y="450"/>
                  </a:lnTo>
                  <a:lnTo>
                    <a:pt x="1203" y="450"/>
                  </a:lnTo>
                  <a:lnTo>
                    <a:pt x="1205" y="454"/>
                  </a:lnTo>
                  <a:lnTo>
                    <a:pt x="1202" y="457"/>
                  </a:lnTo>
                  <a:lnTo>
                    <a:pt x="1202" y="459"/>
                  </a:lnTo>
                  <a:lnTo>
                    <a:pt x="1199" y="463"/>
                  </a:lnTo>
                  <a:lnTo>
                    <a:pt x="1199" y="466"/>
                  </a:lnTo>
                  <a:lnTo>
                    <a:pt x="1198" y="467"/>
                  </a:lnTo>
                  <a:lnTo>
                    <a:pt x="1197" y="471"/>
                  </a:lnTo>
                  <a:lnTo>
                    <a:pt x="1197" y="471"/>
                  </a:lnTo>
                  <a:lnTo>
                    <a:pt x="1194" y="476"/>
                  </a:lnTo>
                  <a:lnTo>
                    <a:pt x="1195" y="482"/>
                  </a:lnTo>
                  <a:lnTo>
                    <a:pt x="1194" y="483"/>
                  </a:lnTo>
                  <a:lnTo>
                    <a:pt x="1195" y="486"/>
                  </a:lnTo>
                  <a:lnTo>
                    <a:pt x="1193" y="488"/>
                  </a:lnTo>
                  <a:lnTo>
                    <a:pt x="1193" y="491"/>
                  </a:lnTo>
                  <a:lnTo>
                    <a:pt x="1190" y="493"/>
                  </a:lnTo>
                  <a:lnTo>
                    <a:pt x="1192" y="495"/>
                  </a:lnTo>
                  <a:lnTo>
                    <a:pt x="1190" y="496"/>
                  </a:lnTo>
                  <a:lnTo>
                    <a:pt x="1190" y="499"/>
                  </a:lnTo>
                  <a:lnTo>
                    <a:pt x="1186" y="501"/>
                  </a:lnTo>
                  <a:lnTo>
                    <a:pt x="1186" y="505"/>
                  </a:lnTo>
                  <a:lnTo>
                    <a:pt x="1182" y="509"/>
                  </a:lnTo>
                  <a:lnTo>
                    <a:pt x="1182" y="511"/>
                  </a:lnTo>
                  <a:lnTo>
                    <a:pt x="1181" y="515"/>
                  </a:lnTo>
                  <a:lnTo>
                    <a:pt x="1180" y="517"/>
                  </a:lnTo>
                  <a:lnTo>
                    <a:pt x="1178" y="518"/>
                  </a:lnTo>
                  <a:lnTo>
                    <a:pt x="1180" y="521"/>
                  </a:lnTo>
                  <a:lnTo>
                    <a:pt x="1182" y="522"/>
                  </a:lnTo>
                  <a:lnTo>
                    <a:pt x="1184" y="521"/>
                  </a:lnTo>
                  <a:lnTo>
                    <a:pt x="1186" y="524"/>
                  </a:lnTo>
                  <a:lnTo>
                    <a:pt x="1189" y="524"/>
                  </a:lnTo>
                  <a:lnTo>
                    <a:pt x="1192" y="521"/>
                  </a:lnTo>
                  <a:lnTo>
                    <a:pt x="1193" y="521"/>
                  </a:lnTo>
                  <a:lnTo>
                    <a:pt x="1195" y="520"/>
                  </a:lnTo>
                  <a:lnTo>
                    <a:pt x="1197" y="520"/>
                  </a:lnTo>
                  <a:lnTo>
                    <a:pt x="1199" y="518"/>
                  </a:lnTo>
                  <a:lnTo>
                    <a:pt x="1199" y="525"/>
                  </a:lnTo>
                  <a:lnTo>
                    <a:pt x="1202" y="529"/>
                  </a:lnTo>
                  <a:lnTo>
                    <a:pt x="1202" y="532"/>
                  </a:lnTo>
                  <a:lnTo>
                    <a:pt x="1202" y="536"/>
                  </a:lnTo>
                  <a:lnTo>
                    <a:pt x="1205" y="538"/>
                  </a:lnTo>
                  <a:lnTo>
                    <a:pt x="1207" y="536"/>
                  </a:lnTo>
                  <a:lnTo>
                    <a:pt x="1207" y="536"/>
                  </a:lnTo>
                  <a:lnTo>
                    <a:pt x="1209" y="536"/>
                  </a:lnTo>
                  <a:lnTo>
                    <a:pt x="1210" y="533"/>
                  </a:lnTo>
                  <a:lnTo>
                    <a:pt x="1211" y="532"/>
                  </a:lnTo>
                  <a:lnTo>
                    <a:pt x="1213" y="533"/>
                  </a:lnTo>
                  <a:lnTo>
                    <a:pt x="1214" y="532"/>
                  </a:lnTo>
                  <a:lnTo>
                    <a:pt x="1217" y="533"/>
                  </a:lnTo>
                  <a:lnTo>
                    <a:pt x="1215" y="533"/>
                  </a:lnTo>
                  <a:lnTo>
                    <a:pt x="1214" y="536"/>
                  </a:lnTo>
                  <a:lnTo>
                    <a:pt x="1215" y="538"/>
                  </a:lnTo>
                  <a:lnTo>
                    <a:pt x="1214" y="538"/>
                  </a:lnTo>
                  <a:lnTo>
                    <a:pt x="1211" y="541"/>
                  </a:lnTo>
                  <a:lnTo>
                    <a:pt x="1213" y="542"/>
                  </a:lnTo>
                  <a:lnTo>
                    <a:pt x="1218" y="541"/>
                  </a:lnTo>
                  <a:lnTo>
                    <a:pt x="1220" y="540"/>
                  </a:lnTo>
                  <a:lnTo>
                    <a:pt x="1220" y="536"/>
                  </a:lnTo>
                  <a:lnTo>
                    <a:pt x="1220" y="533"/>
                  </a:lnTo>
                  <a:lnTo>
                    <a:pt x="1222" y="532"/>
                  </a:lnTo>
                  <a:lnTo>
                    <a:pt x="1223" y="534"/>
                  </a:lnTo>
                  <a:lnTo>
                    <a:pt x="1223" y="538"/>
                  </a:lnTo>
                  <a:lnTo>
                    <a:pt x="1223" y="541"/>
                  </a:lnTo>
                  <a:lnTo>
                    <a:pt x="1224" y="540"/>
                  </a:lnTo>
                  <a:lnTo>
                    <a:pt x="1226" y="537"/>
                  </a:lnTo>
                  <a:lnTo>
                    <a:pt x="1224" y="533"/>
                  </a:lnTo>
                  <a:lnTo>
                    <a:pt x="1224" y="530"/>
                  </a:lnTo>
                  <a:lnTo>
                    <a:pt x="1223" y="528"/>
                  </a:lnTo>
                  <a:lnTo>
                    <a:pt x="1222" y="524"/>
                  </a:lnTo>
                  <a:lnTo>
                    <a:pt x="1224" y="524"/>
                  </a:lnTo>
                  <a:lnTo>
                    <a:pt x="1226" y="525"/>
                  </a:lnTo>
                  <a:lnTo>
                    <a:pt x="1226" y="526"/>
                  </a:lnTo>
                  <a:lnTo>
                    <a:pt x="1227" y="528"/>
                  </a:lnTo>
                  <a:lnTo>
                    <a:pt x="1228" y="528"/>
                  </a:lnTo>
                  <a:lnTo>
                    <a:pt x="1230" y="526"/>
                  </a:lnTo>
                  <a:lnTo>
                    <a:pt x="1231" y="526"/>
                  </a:lnTo>
                  <a:lnTo>
                    <a:pt x="1234" y="524"/>
                  </a:lnTo>
                  <a:lnTo>
                    <a:pt x="1238" y="526"/>
                  </a:lnTo>
                  <a:lnTo>
                    <a:pt x="1240" y="526"/>
                  </a:lnTo>
                  <a:lnTo>
                    <a:pt x="1242" y="528"/>
                  </a:lnTo>
                  <a:lnTo>
                    <a:pt x="1243" y="530"/>
                  </a:lnTo>
                  <a:lnTo>
                    <a:pt x="1244" y="532"/>
                  </a:lnTo>
                  <a:lnTo>
                    <a:pt x="1247" y="532"/>
                  </a:lnTo>
                  <a:lnTo>
                    <a:pt x="1248" y="533"/>
                  </a:lnTo>
                  <a:lnTo>
                    <a:pt x="1253" y="536"/>
                  </a:lnTo>
                  <a:lnTo>
                    <a:pt x="1255" y="537"/>
                  </a:lnTo>
                  <a:lnTo>
                    <a:pt x="1256" y="537"/>
                  </a:lnTo>
                  <a:lnTo>
                    <a:pt x="1257" y="540"/>
                  </a:lnTo>
                  <a:lnTo>
                    <a:pt x="1259" y="540"/>
                  </a:lnTo>
                  <a:lnTo>
                    <a:pt x="1261" y="543"/>
                  </a:lnTo>
                  <a:lnTo>
                    <a:pt x="1260" y="545"/>
                  </a:lnTo>
                  <a:lnTo>
                    <a:pt x="1260" y="547"/>
                  </a:lnTo>
                  <a:lnTo>
                    <a:pt x="1259" y="547"/>
                  </a:lnTo>
                  <a:lnTo>
                    <a:pt x="1260" y="550"/>
                  </a:lnTo>
                  <a:lnTo>
                    <a:pt x="1263" y="550"/>
                  </a:lnTo>
                  <a:lnTo>
                    <a:pt x="1265" y="554"/>
                  </a:lnTo>
                  <a:lnTo>
                    <a:pt x="1265" y="557"/>
                  </a:lnTo>
                  <a:lnTo>
                    <a:pt x="1264" y="558"/>
                  </a:lnTo>
                  <a:lnTo>
                    <a:pt x="1264" y="561"/>
                  </a:lnTo>
                  <a:lnTo>
                    <a:pt x="1267" y="563"/>
                  </a:lnTo>
                  <a:lnTo>
                    <a:pt x="1268" y="563"/>
                  </a:lnTo>
                  <a:lnTo>
                    <a:pt x="1271" y="562"/>
                  </a:lnTo>
                  <a:lnTo>
                    <a:pt x="1271" y="565"/>
                  </a:lnTo>
                  <a:lnTo>
                    <a:pt x="1269" y="566"/>
                  </a:lnTo>
                  <a:lnTo>
                    <a:pt x="1269" y="568"/>
                  </a:lnTo>
                  <a:lnTo>
                    <a:pt x="1272" y="570"/>
                  </a:lnTo>
                  <a:lnTo>
                    <a:pt x="1271" y="571"/>
                  </a:lnTo>
                  <a:lnTo>
                    <a:pt x="1271" y="572"/>
                  </a:lnTo>
                  <a:lnTo>
                    <a:pt x="1271" y="575"/>
                  </a:lnTo>
                  <a:lnTo>
                    <a:pt x="1269" y="578"/>
                  </a:lnTo>
                  <a:lnTo>
                    <a:pt x="1271" y="578"/>
                  </a:lnTo>
                  <a:lnTo>
                    <a:pt x="1271" y="580"/>
                  </a:lnTo>
                  <a:lnTo>
                    <a:pt x="1271" y="580"/>
                  </a:lnTo>
                  <a:lnTo>
                    <a:pt x="1272" y="582"/>
                  </a:lnTo>
                  <a:lnTo>
                    <a:pt x="1269" y="583"/>
                  </a:lnTo>
                  <a:lnTo>
                    <a:pt x="1272" y="590"/>
                  </a:lnTo>
                  <a:lnTo>
                    <a:pt x="1271" y="591"/>
                  </a:lnTo>
                  <a:lnTo>
                    <a:pt x="1272" y="595"/>
                  </a:lnTo>
                  <a:lnTo>
                    <a:pt x="1272" y="596"/>
                  </a:lnTo>
                  <a:lnTo>
                    <a:pt x="1272" y="599"/>
                  </a:lnTo>
                  <a:lnTo>
                    <a:pt x="1274" y="607"/>
                  </a:lnTo>
                  <a:lnTo>
                    <a:pt x="1276" y="607"/>
                  </a:lnTo>
                  <a:lnTo>
                    <a:pt x="1278" y="605"/>
                  </a:lnTo>
                  <a:lnTo>
                    <a:pt x="1278" y="607"/>
                  </a:lnTo>
                  <a:lnTo>
                    <a:pt x="1277" y="609"/>
                  </a:lnTo>
                  <a:lnTo>
                    <a:pt x="1276" y="611"/>
                  </a:lnTo>
                  <a:lnTo>
                    <a:pt x="1277" y="613"/>
                  </a:lnTo>
                  <a:lnTo>
                    <a:pt x="1278" y="613"/>
                  </a:lnTo>
                  <a:lnTo>
                    <a:pt x="1281" y="616"/>
                  </a:lnTo>
                  <a:lnTo>
                    <a:pt x="1281" y="621"/>
                  </a:lnTo>
                  <a:lnTo>
                    <a:pt x="1281" y="622"/>
                  </a:lnTo>
                  <a:lnTo>
                    <a:pt x="1281" y="624"/>
                  </a:lnTo>
                  <a:lnTo>
                    <a:pt x="1282" y="629"/>
                  </a:lnTo>
                  <a:lnTo>
                    <a:pt x="1284" y="629"/>
                  </a:lnTo>
                  <a:lnTo>
                    <a:pt x="1284" y="632"/>
                  </a:lnTo>
                  <a:lnTo>
                    <a:pt x="1284" y="633"/>
                  </a:lnTo>
                  <a:lnTo>
                    <a:pt x="1284" y="637"/>
                  </a:lnTo>
                  <a:lnTo>
                    <a:pt x="1285" y="640"/>
                  </a:lnTo>
                  <a:lnTo>
                    <a:pt x="1285" y="642"/>
                  </a:lnTo>
                  <a:lnTo>
                    <a:pt x="1281" y="646"/>
                  </a:lnTo>
                  <a:lnTo>
                    <a:pt x="1281" y="649"/>
                  </a:lnTo>
                  <a:lnTo>
                    <a:pt x="1280" y="653"/>
                  </a:lnTo>
                  <a:lnTo>
                    <a:pt x="1280" y="657"/>
                  </a:lnTo>
                  <a:lnTo>
                    <a:pt x="1281" y="657"/>
                  </a:lnTo>
                  <a:lnTo>
                    <a:pt x="1280" y="661"/>
                  </a:lnTo>
                  <a:lnTo>
                    <a:pt x="1278" y="663"/>
                  </a:lnTo>
                  <a:lnTo>
                    <a:pt x="1278" y="666"/>
                  </a:lnTo>
                  <a:lnTo>
                    <a:pt x="1276" y="670"/>
                  </a:lnTo>
                  <a:lnTo>
                    <a:pt x="1277" y="670"/>
                  </a:lnTo>
                  <a:lnTo>
                    <a:pt x="1277" y="671"/>
                  </a:lnTo>
                  <a:lnTo>
                    <a:pt x="1276" y="674"/>
                  </a:lnTo>
                  <a:lnTo>
                    <a:pt x="1277" y="679"/>
                  </a:lnTo>
                  <a:lnTo>
                    <a:pt x="1274" y="682"/>
                  </a:lnTo>
                  <a:lnTo>
                    <a:pt x="1274" y="686"/>
                  </a:lnTo>
                  <a:lnTo>
                    <a:pt x="1276" y="686"/>
                  </a:lnTo>
                  <a:lnTo>
                    <a:pt x="1276" y="688"/>
                  </a:lnTo>
                  <a:lnTo>
                    <a:pt x="1273" y="691"/>
                  </a:lnTo>
                  <a:lnTo>
                    <a:pt x="1273" y="693"/>
                  </a:lnTo>
                  <a:lnTo>
                    <a:pt x="1271" y="696"/>
                  </a:lnTo>
                  <a:lnTo>
                    <a:pt x="1271" y="699"/>
                  </a:lnTo>
                  <a:lnTo>
                    <a:pt x="1268" y="701"/>
                  </a:lnTo>
                  <a:lnTo>
                    <a:pt x="1265" y="712"/>
                  </a:lnTo>
                  <a:lnTo>
                    <a:pt x="1264" y="712"/>
                  </a:lnTo>
                  <a:lnTo>
                    <a:pt x="1264" y="715"/>
                  </a:lnTo>
                  <a:lnTo>
                    <a:pt x="1264" y="716"/>
                  </a:lnTo>
                  <a:lnTo>
                    <a:pt x="1264" y="717"/>
                  </a:lnTo>
                  <a:lnTo>
                    <a:pt x="1261" y="720"/>
                  </a:lnTo>
                  <a:lnTo>
                    <a:pt x="1261" y="721"/>
                  </a:lnTo>
                  <a:lnTo>
                    <a:pt x="1259" y="722"/>
                  </a:lnTo>
                  <a:lnTo>
                    <a:pt x="1259" y="726"/>
                  </a:lnTo>
                  <a:lnTo>
                    <a:pt x="1257" y="726"/>
                  </a:lnTo>
                  <a:lnTo>
                    <a:pt x="1259" y="729"/>
                  </a:lnTo>
                  <a:lnTo>
                    <a:pt x="1256" y="733"/>
                  </a:lnTo>
                  <a:lnTo>
                    <a:pt x="1256" y="733"/>
                  </a:lnTo>
                  <a:lnTo>
                    <a:pt x="1255" y="732"/>
                  </a:lnTo>
                  <a:lnTo>
                    <a:pt x="1255" y="734"/>
                  </a:lnTo>
                  <a:lnTo>
                    <a:pt x="1255" y="737"/>
                  </a:lnTo>
                  <a:lnTo>
                    <a:pt x="1252" y="738"/>
                  </a:lnTo>
                  <a:lnTo>
                    <a:pt x="1253" y="740"/>
                  </a:lnTo>
                  <a:lnTo>
                    <a:pt x="1249" y="745"/>
                  </a:lnTo>
                  <a:lnTo>
                    <a:pt x="1247" y="747"/>
                  </a:lnTo>
                  <a:lnTo>
                    <a:pt x="1245" y="747"/>
                  </a:lnTo>
                  <a:lnTo>
                    <a:pt x="1245" y="749"/>
                  </a:lnTo>
                  <a:lnTo>
                    <a:pt x="1242" y="750"/>
                  </a:lnTo>
                  <a:lnTo>
                    <a:pt x="1239" y="753"/>
                  </a:lnTo>
                  <a:lnTo>
                    <a:pt x="1238" y="751"/>
                  </a:lnTo>
                  <a:lnTo>
                    <a:pt x="1236" y="753"/>
                  </a:lnTo>
                  <a:lnTo>
                    <a:pt x="1232" y="750"/>
                  </a:lnTo>
                  <a:lnTo>
                    <a:pt x="1228" y="749"/>
                  </a:lnTo>
                  <a:lnTo>
                    <a:pt x="1228" y="745"/>
                  </a:lnTo>
                  <a:lnTo>
                    <a:pt x="1227" y="743"/>
                  </a:lnTo>
                  <a:lnTo>
                    <a:pt x="1224" y="745"/>
                  </a:lnTo>
                  <a:lnTo>
                    <a:pt x="1222" y="743"/>
                  </a:lnTo>
                  <a:lnTo>
                    <a:pt x="1222" y="745"/>
                  </a:lnTo>
                  <a:lnTo>
                    <a:pt x="1222" y="747"/>
                  </a:lnTo>
                  <a:lnTo>
                    <a:pt x="1219" y="749"/>
                  </a:lnTo>
                  <a:lnTo>
                    <a:pt x="1219" y="753"/>
                  </a:lnTo>
                  <a:lnTo>
                    <a:pt x="1218" y="754"/>
                  </a:lnTo>
                  <a:lnTo>
                    <a:pt x="1217" y="758"/>
                  </a:lnTo>
                  <a:lnTo>
                    <a:pt x="1215" y="757"/>
                  </a:lnTo>
                  <a:lnTo>
                    <a:pt x="1213" y="758"/>
                  </a:lnTo>
                  <a:lnTo>
                    <a:pt x="1211" y="761"/>
                  </a:lnTo>
                  <a:lnTo>
                    <a:pt x="1211" y="761"/>
                  </a:lnTo>
                  <a:lnTo>
                    <a:pt x="1210" y="761"/>
                  </a:lnTo>
                  <a:lnTo>
                    <a:pt x="1209" y="758"/>
                  </a:lnTo>
                  <a:lnTo>
                    <a:pt x="1209" y="758"/>
                  </a:lnTo>
                  <a:lnTo>
                    <a:pt x="1209" y="757"/>
                  </a:lnTo>
                  <a:lnTo>
                    <a:pt x="1209" y="755"/>
                  </a:lnTo>
                  <a:lnTo>
                    <a:pt x="1209" y="755"/>
                  </a:lnTo>
                  <a:lnTo>
                    <a:pt x="1207" y="753"/>
                  </a:lnTo>
                  <a:lnTo>
                    <a:pt x="1207" y="753"/>
                  </a:lnTo>
                  <a:lnTo>
                    <a:pt x="1209" y="751"/>
                  </a:lnTo>
                  <a:lnTo>
                    <a:pt x="1213" y="751"/>
                  </a:lnTo>
                  <a:lnTo>
                    <a:pt x="1213" y="751"/>
                  </a:lnTo>
                  <a:lnTo>
                    <a:pt x="1213" y="750"/>
                  </a:lnTo>
                  <a:lnTo>
                    <a:pt x="1213" y="749"/>
                  </a:lnTo>
                  <a:lnTo>
                    <a:pt x="1213" y="747"/>
                  </a:lnTo>
                  <a:lnTo>
                    <a:pt x="1214" y="746"/>
                  </a:lnTo>
                  <a:lnTo>
                    <a:pt x="1213" y="743"/>
                  </a:lnTo>
                  <a:lnTo>
                    <a:pt x="1213" y="741"/>
                  </a:lnTo>
                  <a:lnTo>
                    <a:pt x="1211" y="741"/>
                  </a:lnTo>
                  <a:lnTo>
                    <a:pt x="1211" y="737"/>
                  </a:lnTo>
                  <a:lnTo>
                    <a:pt x="1211" y="734"/>
                  </a:lnTo>
                  <a:lnTo>
                    <a:pt x="1211" y="732"/>
                  </a:lnTo>
                  <a:lnTo>
                    <a:pt x="1211" y="729"/>
                  </a:lnTo>
                  <a:lnTo>
                    <a:pt x="1210" y="728"/>
                  </a:lnTo>
                  <a:lnTo>
                    <a:pt x="1209" y="726"/>
                  </a:lnTo>
                  <a:lnTo>
                    <a:pt x="1209" y="724"/>
                  </a:lnTo>
                  <a:lnTo>
                    <a:pt x="1206" y="720"/>
                  </a:lnTo>
                  <a:lnTo>
                    <a:pt x="1205" y="718"/>
                  </a:lnTo>
                  <a:lnTo>
                    <a:pt x="1205" y="717"/>
                  </a:lnTo>
                  <a:lnTo>
                    <a:pt x="1207" y="716"/>
                  </a:lnTo>
                  <a:lnTo>
                    <a:pt x="1209" y="716"/>
                  </a:lnTo>
                  <a:lnTo>
                    <a:pt x="1209" y="715"/>
                  </a:lnTo>
                  <a:lnTo>
                    <a:pt x="1210" y="713"/>
                  </a:lnTo>
                  <a:lnTo>
                    <a:pt x="1211" y="709"/>
                  </a:lnTo>
                  <a:lnTo>
                    <a:pt x="1213" y="709"/>
                  </a:lnTo>
                  <a:lnTo>
                    <a:pt x="1215" y="709"/>
                  </a:lnTo>
                  <a:lnTo>
                    <a:pt x="1217" y="711"/>
                  </a:lnTo>
                  <a:lnTo>
                    <a:pt x="1223" y="712"/>
                  </a:lnTo>
                  <a:lnTo>
                    <a:pt x="1224" y="712"/>
                  </a:lnTo>
                  <a:lnTo>
                    <a:pt x="1226" y="712"/>
                  </a:lnTo>
                  <a:lnTo>
                    <a:pt x="1227" y="711"/>
                  </a:lnTo>
                  <a:lnTo>
                    <a:pt x="1227" y="709"/>
                  </a:lnTo>
                  <a:lnTo>
                    <a:pt x="1226" y="708"/>
                  </a:lnTo>
                  <a:lnTo>
                    <a:pt x="1226" y="707"/>
                  </a:lnTo>
                  <a:lnTo>
                    <a:pt x="1226" y="705"/>
                  </a:lnTo>
                  <a:lnTo>
                    <a:pt x="1226" y="704"/>
                  </a:lnTo>
                  <a:lnTo>
                    <a:pt x="1226" y="703"/>
                  </a:lnTo>
                  <a:lnTo>
                    <a:pt x="1227" y="700"/>
                  </a:lnTo>
                  <a:lnTo>
                    <a:pt x="1227" y="700"/>
                  </a:lnTo>
                  <a:lnTo>
                    <a:pt x="1227" y="697"/>
                  </a:lnTo>
                  <a:lnTo>
                    <a:pt x="1226" y="696"/>
                  </a:lnTo>
                  <a:lnTo>
                    <a:pt x="1227" y="696"/>
                  </a:lnTo>
                  <a:lnTo>
                    <a:pt x="1228" y="695"/>
                  </a:lnTo>
                  <a:lnTo>
                    <a:pt x="1227" y="693"/>
                  </a:lnTo>
                  <a:lnTo>
                    <a:pt x="1227" y="692"/>
                  </a:lnTo>
                  <a:lnTo>
                    <a:pt x="1227" y="691"/>
                  </a:lnTo>
                  <a:lnTo>
                    <a:pt x="1227" y="690"/>
                  </a:lnTo>
                  <a:lnTo>
                    <a:pt x="1228" y="690"/>
                  </a:lnTo>
                  <a:lnTo>
                    <a:pt x="1228" y="688"/>
                  </a:lnTo>
                  <a:lnTo>
                    <a:pt x="1228" y="687"/>
                  </a:lnTo>
                  <a:lnTo>
                    <a:pt x="1227" y="684"/>
                  </a:lnTo>
                  <a:lnTo>
                    <a:pt x="1227" y="682"/>
                  </a:lnTo>
                  <a:lnTo>
                    <a:pt x="1227" y="682"/>
                  </a:lnTo>
                  <a:lnTo>
                    <a:pt x="1228" y="680"/>
                  </a:lnTo>
                  <a:lnTo>
                    <a:pt x="1228" y="680"/>
                  </a:lnTo>
                  <a:lnTo>
                    <a:pt x="1227" y="679"/>
                  </a:lnTo>
                  <a:lnTo>
                    <a:pt x="1227" y="678"/>
                  </a:lnTo>
                  <a:lnTo>
                    <a:pt x="1227" y="678"/>
                  </a:lnTo>
                  <a:lnTo>
                    <a:pt x="1226" y="676"/>
                  </a:lnTo>
                  <a:lnTo>
                    <a:pt x="1227" y="674"/>
                  </a:lnTo>
                  <a:lnTo>
                    <a:pt x="1227" y="672"/>
                  </a:lnTo>
                  <a:lnTo>
                    <a:pt x="1226" y="671"/>
                  </a:lnTo>
                  <a:lnTo>
                    <a:pt x="1226" y="670"/>
                  </a:lnTo>
                  <a:lnTo>
                    <a:pt x="1226" y="670"/>
                  </a:lnTo>
                  <a:lnTo>
                    <a:pt x="1227" y="667"/>
                  </a:lnTo>
                  <a:lnTo>
                    <a:pt x="1228" y="667"/>
                  </a:lnTo>
                  <a:lnTo>
                    <a:pt x="1230" y="666"/>
                  </a:lnTo>
                  <a:lnTo>
                    <a:pt x="1230" y="665"/>
                  </a:lnTo>
                  <a:lnTo>
                    <a:pt x="1230" y="662"/>
                  </a:lnTo>
                  <a:lnTo>
                    <a:pt x="1228" y="661"/>
                  </a:lnTo>
                  <a:lnTo>
                    <a:pt x="1227" y="659"/>
                  </a:lnTo>
                  <a:lnTo>
                    <a:pt x="1227" y="658"/>
                  </a:lnTo>
                  <a:lnTo>
                    <a:pt x="1224" y="655"/>
                  </a:lnTo>
                  <a:lnTo>
                    <a:pt x="1224" y="654"/>
                  </a:lnTo>
                  <a:lnTo>
                    <a:pt x="1226" y="653"/>
                  </a:lnTo>
                  <a:lnTo>
                    <a:pt x="1224" y="651"/>
                  </a:lnTo>
                  <a:lnTo>
                    <a:pt x="1223" y="650"/>
                  </a:lnTo>
                  <a:lnTo>
                    <a:pt x="1222" y="650"/>
                  </a:lnTo>
                  <a:lnTo>
                    <a:pt x="1220" y="649"/>
                  </a:lnTo>
                  <a:lnTo>
                    <a:pt x="1218" y="647"/>
                  </a:lnTo>
                  <a:lnTo>
                    <a:pt x="1217" y="649"/>
                  </a:lnTo>
                  <a:lnTo>
                    <a:pt x="1215" y="649"/>
                  </a:lnTo>
                  <a:lnTo>
                    <a:pt x="1214" y="650"/>
                  </a:lnTo>
                  <a:lnTo>
                    <a:pt x="1214" y="653"/>
                  </a:lnTo>
                  <a:lnTo>
                    <a:pt x="1213" y="653"/>
                  </a:lnTo>
                  <a:lnTo>
                    <a:pt x="1211" y="653"/>
                  </a:lnTo>
                  <a:lnTo>
                    <a:pt x="1210" y="655"/>
                  </a:lnTo>
                  <a:lnTo>
                    <a:pt x="1209" y="655"/>
                  </a:lnTo>
                  <a:lnTo>
                    <a:pt x="1206" y="655"/>
                  </a:lnTo>
                  <a:lnTo>
                    <a:pt x="1206" y="657"/>
                  </a:lnTo>
                  <a:lnTo>
                    <a:pt x="1206" y="659"/>
                  </a:lnTo>
                  <a:lnTo>
                    <a:pt x="1205" y="661"/>
                  </a:lnTo>
                  <a:lnTo>
                    <a:pt x="1203" y="662"/>
                  </a:lnTo>
                  <a:lnTo>
                    <a:pt x="1203" y="663"/>
                  </a:lnTo>
                  <a:lnTo>
                    <a:pt x="1202" y="665"/>
                  </a:lnTo>
                  <a:lnTo>
                    <a:pt x="1201" y="666"/>
                  </a:lnTo>
                  <a:lnTo>
                    <a:pt x="1198" y="666"/>
                  </a:lnTo>
                  <a:lnTo>
                    <a:pt x="1197" y="666"/>
                  </a:lnTo>
                  <a:lnTo>
                    <a:pt x="1195" y="666"/>
                  </a:lnTo>
                  <a:lnTo>
                    <a:pt x="1194" y="667"/>
                  </a:lnTo>
                  <a:lnTo>
                    <a:pt x="1193" y="667"/>
                  </a:lnTo>
                  <a:lnTo>
                    <a:pt x="1192" y="666"/>
                  </a:lnTo>
                  <a:lnTo>
                    <a:pt x="1192" y="665"/>
                  </a:lnTo>
                  <a:lnTo>
                    <a:pt x="1189" y="665"/>
                  </a:lnTo>
                  <a:lnTo>
                    <a:pt x="1188" y="666"/>
                  </a:lnTo>
                  <a:lnTo>
                    <a:pt x="1186" y="666"/>
                  </a:lnTo>
                  <a:lnTo>
                    <a:pt x="1185" y="665"/>
                  </a:lnTo>
                  <a:lnTo>
                    <a:pt x="1184" y="662"/>
                  </a:lnTo>
                  <a:lnTo>
                    <a:pt x="1182" y="662"/>
                  </a:lnTo>
                  <a:lnTo>
                    <a:pt x="1180" y="659"/>
                  </a:lnTo>
                  <a:lnTo>
                    <a:pt x="1180" y="657"/>
                  </a:lnTo>
                  <a:lnTo>
                    <a:pt x="1181" y="657"/>
                  </a:lnTo>
                  <a:lnTo>
                    <a:pt x="1181" y="654"/>
                  </a:lnTo>
                  <a:lnTo>
                    <a:pt x="1180" y="653"/>
                  </a:lnTo>
                  <a:lnTo>
                    <a:pt x="1180" y="650"/>
                  </a:lnTo>
                  <a:lnTo>
                    <a:pt x="1178" y="650"/>
                  </a:lnTo>
                  <a:lnTo>
                    <a:pt x="1177" y="649"/>
                  </a:lnTo>
                  <a:lnTo>
                    <a:pt x="1177" y="647"/>
                  </a:lnTo>
                  <a:lnTo>
                    <a:pt x="1178" y="646"/>
                  </a:lnTo>
                  <a:lnTo>
                    <a:pt x="1178" y="645"/>
                  </a:lnTo>
                  <a:lnTo>
                    <a:pt x="1178" y="643"/>
                  </a:lnTo>
                  <a:lnTo>
                    <a:pt x="1177" y="645"/>
                  </a:lnTo>
                  <a:lnTo>
                    <a:pt x="1176" y="645"/>
                  </a:lnTo>
                  <a:lnTo>
                    <a:pt x="1174" y="645"/>
                  </a:lnTo>
                  <a:lnTo>
                    <a:pt x="1173" y="646"/>
                  </a:lnTo>
                  <a:lnTo>
                    <a:pt x="1172" y="645"/>
                  </a:lnTo>
                  <a:lnTo>
                    <a:pt x="1170" y="645"/>
                  </a:lnTo>
                  <a:lnTo>
                    <a:pt x="1169" y="645"/>
                  </a:lnTo>
                  <a:lnTo>
                    <a:pt x="1169" y="643"/>
                  </a:lnTo>
                  <a:lnTo>
                    <a:pt x="1166" y="642"/>
                  </a:lnTo>
                  <a:lnTo>
                    <a:pt x="1165" y="641"/>
                  </a:lnTo>
                  <a:lnTo>
                    <a:pt x="1165" y="641"/>
                  </a:lnTo>
                  <a:lnTo>
                    <a:pt x="1164" y="641"/>
                  </a:lnTo>
                  <a:lnTo>
                    <a:pt x="1163" y="640"/>
                  </a:lnTo>
                  <a:lnTo>
                    <a:pt x="1163" y="638"/>
                  </a:lnTo>
                  <a:lnTo>
                    <a:pt x="1161" y="638"/>
                  </a:lnTo>
                  <a:lnTo>
                    <a:pt x="1160" y="637"/>
                  </a:lnTo>
                  <a:lnTo>
                    <a:pt x="1160" y="636"/>
                  </a:lnTo>
                  <a:lnTo>
                    <a:pt x="1159" y="634"/>
                  </a:lnTo>
                  <a:lnTo>
                    <a:pt x="1157" y="634"/>
                  </a:lnTo>
                  <a:lnTo>
                    <a:pt x="1157" y="636"/>
                  </a:lnTo>
                  <a:lnTo>
                    <a:pt x="1156" y="636"/>
                  </a:lnTo>
                  <a:lnTo>
                    <a:pt x="1155" y="636"/>
                  </a:lnTo>
                  <a:lnTo>
                    <a:pt x="1155" y="637"/>
                  </a:lnTo>
                  <a:lnTo>
                    <a:pt x="1152" y="636"/>
                  </a:lnTo>
                  <a:lnTo>
                    <a:pt x="1152" y="636"/>
                  </a:lnTo>
                  <a:lnTo>
                    <a:pt x="1151" y="634"/>
                  </a:lnTo>
                  <a:lnTo>
                    <a:pt x="1148" y="634"/>
                  </a:lnTo>
                  <a:lnTo>
                    <a:pt x="1147" y="634"/>
                  </a:lnTo>
                  <a:lnTo>
                    <a:pt x="1148" y="633"/>
                  </a:lnTo>
                  <a:lnTo>
                    <a:pt x="1148" y="632"/>
                  </a:lnTo>
                  <a:lnTo>
                    <a:pt x="1147" y="632"/>
                  </a:lnTo>
                  <a:lnTo>
                    <a:pt x="1145" y="633"/>
                  </a:lnTo>
                  <a:lnTo>
                    <a:pt x="1143" y="633"/>
                  </a:lnTo>
                  <a:lnTo>
                    <a:pt x="1141" y="633"/>
                  </a:lnTo>
                  <a:lnTo>
                    <a:pt x="1140" y="633"/>
                  </a:lnTo>
                  <a:lnTo>
                    <a:pt x="1139" y="633"/>
                  </a:lnTo>
                  <a:lnTo>
                    <a:pt x="1138" y="633"/>
                  </a:lnTo>
                  <a:lnTo>
                    <a:pt x="1138" y="632"/>
                  </a:lnTo>
                  <a:lnTo>
                    <a:pt x="1135" y="630"/>
                  </a:lnTo>
                  <a:lnTo>
                    <a:pt x="1132" y="628"/>
                  </a:lnTo>
                  <a:lnTo>
                    <a:pt x="1131" y="625"/>
                  </a:lnTo>
                  <a:lnTo>
                    <a:pt x="1131" y="624"/>
                  </a:lnTo>
                  <a:lnTo>
                    <a:pt x="1131" y="622"/>
                  </a:lnTo>
                  <a:lnTo>
                    <a:pt x="1130" y="621"/>
                  </a:lnTo>
                  <a:lnTo>
                    <a:pt x="1128" y="621"/>
                  </a:lnTo>
                  <a:lnTo>
                    <a:pt x="1128" y="618"/>
                  </a:lnTo>
                  <a:lnTo>
                    <a:pt x="1127" y="617"/>
                  </a:lnTo>
                  <a:lnTo>
                    <a:pt x="1127" y="616"/>
                  </a:lnTo>
                  <a:lnTo>
                    <a:pt x="1126" y="613"/>
                  </a:lnTo>
                  <a:lnTo>
                    <a:pt x="1122" y="611"/>
                  </a:lnTo>
                  <a:lnTo>
                    <a:pt x="1119" y="607"/>
                  </a:lnTo>
                  <a:lnTo>
                    <a:pt x="1119" y="605"/>
                  </a:lnTo>
                  <a:lnTo>
                    <a:pt x="1118" y="604"/>
                  </a:lnTo>
                  <a:lnTo>
                    <a:pt x="1116" y="604"/>
                  </a:lnTo>
                  <a:lnTo>
                    <a:pt x="1116" y="604"/>
                  </a:lnTo>
                  <a:lnTo>
                    <a:pt x="1116" y="603"/>
                  </a:lnTo>
                  <a:lnTo>
                    <a:pt x="1116" y="601"/>
                  </a:lnTo>
                  <a:lnTo>
                    <a:pt x="1115" y="600"/>
                  </a:lnTo>
                  <a:lnTo>
                    <a:pt x="1114" y="599"/>
                  </a:lnTo>
                  <a:lnTo>
                    <a:pt x="1114" y="599"/>
                  </a:lnTo>
                  <a:lnTo>
                    <a:pt x="1113" y="596"/>
                  </a:lnTo>
                  <a:lnTo>
                    <a:pt x="1111" y="595"/>
                  </a:lnTo>
                  <a:lnTo>
                    <a:pt x="1110" y="592"/>
                  </a:lnTo>
                  <a:lnTo>
                    <a:pt x="1107" y="591"/>
                  </a:lnTo>
                  <a:lnTo>
                    <a:pt x="1107" y="590"/>
                  </a:lnTo>
                  <a:lnTo>
                    <a:pt x="1109" y="588"/>
                  </a:lnTo>
                  <a:lnTo>
                    <a:pt x="1107" y="587"/>
                  </a:lnTo>
                  <a:lnTo>
                    <a:pt x="1105" y="587"/>
                  </a:lnTo>
                  <a:lnTo>
                    <a:pt x="1105" y="586"/>
                  </a:lnTo>
                  <a:lnTo>
                    <a:pt x="1105" y="584"/>
                  </a:lnTo>
                  <a:lnTo>
                    <a:pt x="1103" y="583"/>
                  </a:lnTo>
                  <a:lnTo>
                    <a:pt x="1103" y="582"/>
                  </a:lnTo>
                  <a:lnTo>
                    <a:pt x="1103" y="580"/>
                  </a:lnTo>
                  <a:lnTo>
                    <a:pt x="1102" y="579"/>
                  </a:lnTo>
                  <a:lnTo>
                    <a:pt x="1102" y="579"/>
                  </a:lnTo>
                  <a:lnTo>
                    <a:pt x="1101" y="578"/>
                  </a:lnTo>
                  <a:lnTo>
                    <a:pt x="1099" y="578"/>
                  </a:lnTo>
                  <a:lnTo>
                    <a:pt x="1098" y="578"/>
                  </a:lnTo>
                  <a:lnTo>
                    <a:pt x="1097" y="576"/>
                  </a:lnTo>
                  <a:lnTo>
                    <a:pt x="1098" y="575"/>
                  </a:lnTo>
                  <a:lnTo>
                    <a:pt x="1097" y="574"/>
                  </a:lnTo>
                  <a:lnTo>
                    <a:pt x="1095" y="574"/>
                  </a:lnTo>
                  <a:lnTo>
                    <a:pt x="1094" y="575"/>
                  </a:lnTo>
                  <a:lnTo>
                    <a:pt x="1094" y="574"/>
                  </a:lnTo>
                  <a:lnTo>
                    <a:pt x="1093" y="574"/>
                  </a:lnTo>
                  <a:lnTo>
                    <a:pt x="1093" y="572"/>
                  </a:lnTo>
                  <a:lnTo>
                    <a:pt x="1093" y="571"/>
                  </a:lnTo>
                  <a:lnTo>
                    <a:pt x="1091" y="570"/>
                  </a:lnTo>
                  <a:lnTo>
                    <a:pt x="1090" y="570"/>
                  </a:lnTo>
                  <a:lnTo>
                    <a:pt x="1089" y="570"/>
                  </a:lnTo>
                  <a:lnTo>
                    <a:pt x="1087" y="568"/>
                  </a:lnTo>
                  <a:lnTo>
                    <a:pt x="1087" y="568"/>
                  </a:lnTo>
                  <a:lnTo>
                    <a:pt x="1085" y="568"/>
                  </a:lnTo>
                  <a:lnTo>
                    <a:pt x="1085" y="568"/>
                  </a:lnTo>
                  <a:lnTo>
                    <a:pt x="1084" y="568"/>
                  </a:lnTo>
                  <a:lnTo>
                    <a:pt x="1084" y="571"/>
                  </a:lnTo>
                  <a:lnTo>
                    <a:pt x="1082" y="571"/>
                  </a:lnTo>
                  <a:lnTo>
                    <a:pt x="1080" y="570"/>
                  </a:lnTo>
                  <a:lnTo>
                    <a:pt x="1080" y="570"/>
                  </a:lnTo>
                  <a:lnTo>
                    <a:pt x="1078" y="570"/>
                  </a:lnTo>
                  <a:lnTo>
                    <a:pt x="1076" y="570"/>
                  </a:lnTo>
                  <a:lnTo>
                    <a:pt x="1074" y="568"/>
                  </a:lnTo>
                  <a:lnTo>
                    <a:pt x="1073" y="567"/>
                  </a:lnTo>
                  <a:lnTo>
                    <a:pt x="1069" y="567"/>
                  </a:lnTo>
                  <a:lnTo>
                    <a:pt x="1068" y="566"/>
                  </a:lnTo>
                  <a:lnTo>
                    <a:pt x="1066" y="566"/>
                  </a:lnTo>
                  <a:lnTo>
                    <a:pt x="1065" y="566"/>
                  </a:lnTo>
                  <a:lnTo>
                    <a:pt x="1064" y="566"/>
                  </a:lnTo>
                  <a:lnTo>
                    <a:pt x="1061" y="566"/>
                  </a:lnTo>
                  <a:lnTo>
                    <a:pt x="1060" y="568"/>
                  </a:lnTo>
                  <a:lnTo>
                    <a:pt x="1059" y="568"/>
                  </a:lnTo>
                  <a:lnTo>
                    <a:pt x="1059" y="568"/>
                  </a:lnTo>
                  <a:lnTo>
                    <a:pt x="1056" y="568"/>
                  </a:lnTo>
                  <a:lnTo>
                    <a:pt x="1055" y="568"/>
                  </a:lnTo>
                  <a:lnTo>
                    <a:pt x="1052" y="568"/>
                  </a:lnTo>
                  <a:lnTo>
                    <a:pt x="1051" y="570"/>
                  </a:lnTo>
                  <a:lnTo>
                    <a:pt x="1048" y="570"/>
                  </a:lnTo>
                  <a:lnTo>
                    <a:pt x="1047" y="572"/>
                  </a:lnTo>
                  <a:lnTo>
                    <a:pt x="1045" y="572"/>
                  </a:lnTo>
                  <a:lnTo>
                    <a:pt x="1044" y="572"/>
                  </a:lnTo>
                  <a:lnTo>
                    <a:pt x="1043" y="572"/>
                  </a:lnTo>
                  <a:lnTo>
                    <a:pt x="1041" y="572"/>
                  </a:lnTo>
                  <a:lnTo>
                    <a:pt x="1040" y="574"/>
                  </a:lnTo>
                  <a:lnTo>
                    <a:pt x="1037" y="574"/>
                  </a:lnTo>
                  <a:lnTo>
                    <a:pt x="1036" y="575"/>
                  </a:lnTo>
                  <a:lnTo>
                    <a:pt x="1036" y="576"/>
                  </a:lnTo>
                  <a:lnTo>
                    <a:pt x="1033" y="579"/>
                  </a:lnTo>
                  <a:lnTo>
                    <a:pt x="1033" y="580"/>
                  </a:lnTo>
                  <a:lnTo>
                    <a:pt x="1032" y="582"/>
                  </a:lnTo>
                  <a:lnTo>
                    <a:pt x="1032" y="583"/>
                  </a:lnTo>
                  <a:lnTo>
                    <a:pt x="1032" y="584"/>
                  </a:lnTo>
                  <a:lnTo>
                    <a:pt x="1032" y="587"/>
                  </a:lnTo>
                  <a:lnTo>
                    <a:pt x="1032" y="588"/>
                  </a:lnTo>
                  <a:lnTo>
                    <a:pt x="1033" y="588"/>
                  </a:lnTo>
                  <a:lnTo>
                    <a:pt x="1036" y="587"/>
                  </a:lnTo>
                  <a:lnTo>
                    <a:pt x="1037" y="586"/>
                  </a:lnTo>
                  <a:lnTo>
                    <a:pt x="1040" y="586"/>
                  </a:lnTo>
                  <a:lnTo>
                    <a:pt x="1041" y="590"/>
                  </a:lnTo>
                  <a:lnTo>
                    <a:pt x="1043" y="591"/>
                  </a:lnTo>
                  <a:lnTo>
                    <a:pt x="1044" y="592"/>
                  </a:lnTo>
                  <a:lnTo>
                    <a:pt x="1044" y="595"/>
                  </a:lnTo>
                  <a:lnTo>
                    <a:pt x="1044" y="596"/>
                  </a:lnTo>
                  <a:lnTo>
                    <a:pt x="1044" y="599"/>
                  </a:lnTo>
                  <a:lnTo>
                    <a:pt x="1043" y="600"/>
                  </a:lnTo>
                  <a:lnTo>
                    <a:pt x="1041" y="601"/>
                  </a:lnTo>
                  <a:lnTo>
                    <a:pt x="1040" y="604"/>
                  </a:lnTo>
                  <a:lnTo>
                    <a:pt x="1039" y="605"/>
                  </a:lnTo>
                  <a:lnTo>
                    <a:pt x="1037" y="608"/>
                  </a:lnTo>
                  <a:lnTo>
                    <a:pt x="1037" y="611"/>
                  </a:lnTo>
                  <a:lnTo>
                    <a:pt x="1039" y="612"/>
                  </a:lnTo>
                  <a:lnTo>
                    <a:pt x="1039" y="613"/>
                  </a:lnTo>
                  <a:lnTo>
                    <a:pt x="1039" y="616"/>
                  </a:lnTo>
                  <a:lnTo>
                    <a:pt x="1040" y="617"/>
                  </a:lnTo>
                  <a:lnTo>
                    <a:pt x="1040" y="620"/>
                  </a:lnTo>
                  <a:lnTo>
                    <a:pt x="1039" y="621"/>
                  </a:lnTo>
                  <a:lnTo>
                    <a:pt x="1037" y="622"/>
                  </a:lnTo>
                  <a:lnTo>
                    <a:pt x="1039" y="624"/>
                  </a:lnTo>
                  <a:lnTo>
                    <a:pt x="1039" y="628"/>
                  </a:lnTo>
                  <a:lnTo>
                    <a:pt x="1039" y="629"/>
                  </a:lnTo>
                  <a:lnTo>
                    <a:pt x="1039" y="632"/>
                  </a:lnTo>
                  <a:lnTo>
                    <a:pt x="1040" y="632"/>
                  </a:lnTo>
                  <a:lnTo>
                    <a:pt x="1040" y="633"/>
                  </a:lnTo>
                  <a:lnTo>
                    <a:pt x="1041" y="632"/>
                  </a:lnTo>
                  <a:lnTo>
                    <a:pt x="1043" y="633"/>
                  </a:lnTo>
                  <a:lnTo>
                    <a:pt x="1043" y="634"/>
                  </a:lnTo>
                  <a:lnTo>
                    <a:pt x="1043" y="637"/>
                  </a:lnTo>
                  <a:lnTo>
                    <a:pt x="1040" y="640"/>
                  </a:lnTo>
                  <a:lnTo>
                    <a:pt x="1036" y="640"/>
                  </a:lnTo>
                  <a:lnTo>
                    <a:pt x="1033" y="642"/>
                  </a:lnTo>
                  <a:lnTo>
                    <a:pt x="1028" y="647"/>
                  </a:lnTo>
                  <a:lnTo>
                    <a:pt x="1027" y="647"/>
                  </a:lnTo>
                  <a:lnTo>
                    <a:pt x="1024" y="646"/>
                  </a:lnTo>
                  <a:lnTo>
                    <a:pt x="1022" y="645"/>
                  </a:lnTo>
                  <a:lnTo>
                    <a:pt x="1019" y="646"/>
                  </a:lnTo>
                  <a:lnTo>
                    <a:pt x="1019" y="645"/>
                  </a:lnTo>
                  <a:lnTo>
                    <a:pt x="1018" y="645"/>
                  </a:lnTo>
                  <a:lnTo>
                    <a:pt x="1016" y="645"/>
                  </a:lnTo>
                  <a:lnTo>
                    <a:pt x="1015" y="643"/>
                  </a:lnTo>
                  <a:lnTo>
                    <a:pt x="1010" y="642"/>
                  </a:lnTo>
                  <a:lnTo>
                    <a:pt x="1006" y="643"/>
                  </a:lnTo>
                  <a:lnTo>
                    <a:pt x="1006" y="645"/>
                  </a:lnTo>
                  <a:lnTo>
                    <a:pt x="1003" y="646"/>
                  </a:lnTo>
                  <a:lnTo>
                    <a:pt x="1002" y="646"/>
                  </a:lnTo>
                  <a:lnTo>
                    <a:pt x="1001" y="645"/>
                  </a:lnTo>
                  <a:lnTo>
                    <a:pt x="998" y="646"/>
                  </a:lnTo>
                  <a:lnTo>
                    <a:pt x="997" y="645"/>
                  </a:lnTo>
                  <a:lnTo>
                    <a:pt x="995" y="643"/>
                  </a:lnTo>
                  <a:lnTo>
                    <a:pt x="993" y="642"/>
                  </a:lnTo>
                  <a:lnTo>
                    <a:pt x="990" y="641"/>
                  </a:lnTo>
                  <a:lnTo>
                    <a:pt x="986" y="642"/>
                  </a:lnTo>
                  <a:lnTo>
                    <a:pt x="986" y="642"/>
                  </a:lnTo>
                  <a:lnTo>
                    <a:pt x="983" y="642"/>
                  </a:lnTo>
                  <a:lnTo>
                    <a:pt x="982" y="643"/>
                  </a:lnTo>
                  <a:lnTo>
                    <a:pt x="981" y="646"/>
                  </a:lnTo>
                  <a:lnTo>
                    <a:pt x="980" y="647"/>
                  </a:lnTo>
                  <a:lnTo>
                    <a:pt x="977" y="649"/>
                  </a:lnTo>
                  <a:lnTo>
                    <a:pt x="976" y="651"/>
                  </a:lnTo>
                  <a:lnTo>
                    <a:pt x="976" y="653"/>
                  </a:lnTo>
                  <a:lnTo>
                    <a:pt x="974" y="654"/>
                  </a:lnTo>
                  <a:lnTo>
                    <a:pt x="972" y="657"/>
                  </a:lnTo>
                  <a:lnTo>
                    <a:pt x="966" y="657"/>
                  </a:lnTo>
                  <a:lnTo>
                    <a:pt x="965" y="657"/>
                  </a:lnTo>
                  <a:lnTo>
                    <a:pt x="962" y="659"/>
                  </a:lnTo>
                  <a:lnTo>
                    <a:pt x="960" y="659"/>
                  </a:lnTo>
                  <a:lnTo>
                    <a:pt x="956" y="662"/>
                  </a:lnTo>
                  <a:lnTo>
                    <a:pt x="953" y="665"/>
                  </a:lnTo>
                  <a:lnTo>
                    <a:pt x="952" y="665"/>
                  </a:lnTo>
                  <a:lnTo>
                    <a:pt x="951" y="663"/>
                  </a:lnTo>
                  <a:lnTo>
                    <a:pt x="948" y="663"/>
                  </a:lnTo>
                  <a:lnTo>
                    <a:pt x="947" y="665"/>
                  </a:lnTo>
                  <a:lnTo>
                    <a:pt x="944" y="665"/>
                  </a:lnTo>
                  <a:lnTo>
                    <a:pt x="936" y="665"/>
                  </a:lnTo>
                  <a:lnTo>
                    <a:pt x="932" y="663"/>
                  </a:lnTo>
                  <a:lnTo>
                    <a:pt x="927" y="663"/>
                  </a:lnTo>
                  <a:lnTo>
                    <a:pt x="924" y="663"/>
                  </a:lnTo>
                  <a:lnTo>
                    <a:pt x="923" y="662"/>
                  </a:lnTo>
                  <a:lnTo>
                    <a:pt x="920" y="661"/>
                  </a:lnTo>
                  <a:lnTo>
                    <a:pt x="919" y="661"/>
                  </a:lnTo>
                  <a:lnTo>
                    <a:pt x="918" y="659"/>
                  </a:lnTo>
                  <a:lnTo>
                    <a:pt x="916" y="655"/>
                  </a:lnTo>
                  <a:lnTo>
                    <a:pt x="915" y="654"/>
                  </a:lnTo>
                  <a:lnTo>
                    <a:pt x="912" y="654"/>
                  </a:lnTo>
                  <a:lnTo>
                    <a:pt x="908" y="654"/>
                  </a:lnTo>
                  <a:lnTo>
                    <a:pt x="904" y="653"/>
                  </a:lnTo>
                  <a:lnTo>
                    <a:pt x="902" y="650"/>
                  </a:lnTo>
                  <a:lnTo>
                    <a:pt x="898" y="650"/>
                  </a:lnTo>
                  <a:lnTo>
                    <a:pt x="894" y="649"/>
                  </a:lnTo>
                  <a:lnTo>
                    <a:pt x="891" y="647"/>
                  </a:lnTo>
                  <a:lnTo>
                    <a:pt x="889" y="649"/>
                  </a:lnTo>
                  <a:lnTo>
                    <a:pt x="885" y="649"/>
                  </a:lnTo>
                  <a:lnTo>
                    <a:pt x="883" y="650"/>
                  </a:lnTo>
                  <a:lnTo>
                    <a:pt x="878" y="650"/>
                  </a:lnTo>
                  <a:lnTo>
                    <a:pt x="874" y="651"/>
                  </a:lnTo>
                  <a:lnTo>
                    <a:pt x="873" y="654"/>
                  </a:lnTo>
                  <a:lnTo>
                    <a:pt x="872" y="654"/>
                  </a:lnTo>
                  <a:lnTo>
                    <a:pt x="870" y="654"/>
                  </a:lnTo>
                  <a:lnTo>
                    <a:pt x="868" y="654"/>
                  </a:lnTo>
                  <a:lnTo>
                    <a:pt x="866" y="655"/>
                  </a:lnTo>
                  <a:lnTo>
                    <a:pt x="862" y="654"/>
                  </a:lnTo>
                  <a:lnTo>
                    <a:pt x="862" y="655"/>
                  </a:lnTo>
                  <a:lnTo>
                    <a:pt x="860" y="655"/>
                  </a:lnTo>
                  <a:lnTo>
                    <a:pt x="857" y="654"/>
                  </a:lnTo>
                  <a:lnTo>
                    <a:pt x="853" y="653"/>
                  </a:lnTo>
                  <a:lnTo>
                    <a:pt x="852" y="651"/>
                  </a:lnTo>
                  <a:lnTo>
                    <a:pt x="850" y="649"/>
                  </a:lnTo>
                  <a:lnTo>
                    <a:pt x="849" y="649"/>
                  </a:lnTo>
                  <a:lnTo>
                    <a:pt x="847" y="647"/>
                  </a:lnTo>
                  <a:lnTo>
                    <a:pt x="848" y="646"/>
                  </a:lnTo>
                  <a:lnTo>
                    <a:pt x="847" y="643"/>
                  </a:lnTo>
                  <a:lnTo>
                    <a:pt x="845" y="642"/>
                  </a:lnTo>
                  <a:lnTo>
                    <a:pt x="845" y="640"/>
                  </a:lnTo>
                  <a:lnTo>
                    <a:pt x="844" y="638"/>
                  </a:lnTo>
                  <a:lnTo>
                    <a:pt x="844" y="637"/>
                  </a:lnTo>
                  <a:lnTo>
                    <a:pt x="843" y="636"/>
                  </a:lnTo>
                  <a:lnTo>
                    <a:pt x="841" y="634"/>
                  </a:lnTo>
                  <a:lnTo>
                    <a:pt x="836" y="634"/>
                  </a:lnTo>
                  <a:lnTo>
                    <a:pt x="833" y="634"/>
                  </a:lnTo>
                  <a:lnTo>
                    <a:pt x="832" y="633"/>
                  </a:lnTo>
                  <a:lnTo>
                    <a:pt x="829" y="633"/>
                  </a:lnTo>
                  <a:lnTo>
                    <a:pt x="828" y="632"/>
                  </a:lnTo>
                  <a:lnTo>
                    <a:pt x="827" y="630"/>
                  </a:lnTo>
                  <a:lnTo>
                    <a:pt x="823" y="630"/>
                  </a:lnTo>
                  <a:lnTo>
                    <a:pt x="819" y="630"/>
                  </a:lnTo>
                  <a:lnTo>
                    <a:pt x="816" y="630"/>
                  </a:lnTo>
                  <a:lnTo>
                    <a:pt x="816" y="629"/>
                  </a:lnTo>
                  <a:lnTo>
                    <a:pt x="812" y="628"/>
                  </a:lnTo>
                  <a:lnTo>
                    <a:pt x="810" y="626"/>
                  </a:lnTo>
                  <a:lnTo>
                    <a:pt x="808" y="625"/>
                  </a:lnTo>
                  <a:lnTo>
                    <a:pt x="806" y="625"/>
                  </a:lnTo>
                  <a:lnTo>
                    <a:pt x="804" y="626"/>
                  </a:lnTo>
                  <a:lnTo>
                    <a:pt x="804" y="629"/>
                  </a:lnTo>
                  <a:lnTo>
                    <a:pt x="804" y="630"/>
                  </a:lnTo>
                  <a:lnTo>
                    <a:pt x="804" y="633"/>
                  </a:lnTo>
                  <a:lnTo>
                    <a:pt x="803" y="632"/>
                  </a:lnTo>
                  <a:lnTo>
                    <a:pt x="800" y="633"/>
                  </a:lnTo>
                  <a:lnTo>
                    <a:pt x="799" y="634"/>
                  </a:lnTo>
                  <a:lnTo>
                    <a:pt x="799" y="637"/>
                  </a:lnTo>
                  <a:lnTo>
                    <a:pt x="798" y="640"/>
                  </a:lnTo>
                  <a:lnTo>
                    <a:pt x="796" y="645"/>
                  </a:lnTo>
                  <a:lnTo>
                    <a:pt x="798" y="647"/>
                  </a:lnTo>
                  <a:lnTo>
                    <a:pt x="802" y="649"/>
                  </a:lnTo>
                  <a:lnTo>
                    <a:pt x="803" y="650"/>
                  </a:lnTo>
                  <a:lnTo>
                    <a:pt x="804" y="651"/>
                  </a:lnTo>
                  <a:lnTo>
                    <a:pt x="806" y="653"/>
                  </a:lnTo>
                  <a:lnTo>
                    <a:pt x="804" y="657"/>
                  </a:lnTo>
                  <a:lnTo>
                    <a:pt x="804" y="661"/>
                  </a:lnTo>
                  <a:lnTo>
                    <a:pt x="807" y="662"/>
                  </a:lnTo>
                  <a:lnTo>
                    <a:pt x="808" y="663"/>
                  </a:lnTo>
                  <a:lnTo>
                    <a:pt x="806" y="667"/>
                  </a:lnTo>
                  <a:lnTo>
                    <a:pt x="802" y="667"/>
                  </a:lnTo>
                  <a:lnTo>
                    <a:pt x="799" y="667"/>
                  </a:lnTo>
                  <a:lnTo>
                    <a:pt x="799" y="667"/>
                  </a:lnTo>
                  <a:lnTo>
                    <a:pt x="796" y="667"/>
                  </a:lnTo>
                  <a:lnTo>
                    <a:pt x="795" y="667"/>
                  </a:lnTo>
                  <a:lnTo>
                    <a:pt x="790" y="667"/>
                  </a:lnTo>
                  <a:lnTo>
                    <a:pt x="789" y="667"/>
                  </a:lnTo>
                  <a:lnTo>
                    <a:pt x="786" y="666"/>
                  </a:lnTo>
                  <a:lnTo>
                    <a:pt x="785" y="666"/>
                  </a:lnTo>
                  <a:lnTo>
                    <a:pt x="782" y="666"/>
                  </a:lnTo>
                  <a:lnTo>
                    <a:pt x="779" y="667"/>
                  </a:lnTo>
                  <a:lnTo>
                    <a:pt x="777" y="668"/>
                  </a:lnTo>
                  <a:lnTo>
                    <a:pt x="775" y="670"/>
                  </a:lnTo>
                  <a:lnTo>
                    <a:pt x="771" y="667"/>
                  </a:lnTo>
                  <a:lnTo>
                    <a:pt x="769" y="666"/>
                  </a:lnTo>
                  <a:lnTo>
                    <a:pt x="764" y="662"/>
                  </a:lnTo>
                  <a:lnTo>
                    <a:pt x="762" y="661"/>
                  </a:lnTo>
                  <a:lnTo>
                    <a:pt x="762" y="659"/>
                  </a:lnTo>
                  <a:lnTo>
                    <a:pt x="761" y="657"/>
                  </a:lnTo>
                  <a:lnTo>
                    <a:pt x="757" y="657"/>
                  </a:lnTo>
                  <a:lnTo>
                    <a:pt x="756" y="658"/>
                  </a:lnTo>
                  <a:lnTo>
                    <a:pt x="753" y="658"/>
                  </a:lnTo>
                  <a:lnTo>
                    <a:pt x="753" y="658"/>
                  </a:lnTo>
                  <a:lnTo>
                    <a:pt x="750" y="659"/>
                  </a:lnTo>
                  <a:lnTo>
                    <a:pt x="749" y="657"/>
                  </a:lnTo>
                  <a:lnTo>
                    <a:pt x="748" y="655"/>
                  </a:lnTo>
                  <a:lnTo>
                    <a:pt x="746" y="654"/>
                  </a:lnTo>
                  <a:lnTo>
                    <a:pt x="746" y="654"/>
                  </a:lnTo>
                  <a:lnTo>
                    <a:pt x="744" y="655"/>
                  </a:lnTo>
                  <a:lnTo>
                    <a:pt x="741" y="655"/>
                  </a:lnTo>
                  <a:lnTo>
                    <a:pt x="740" y="655"/>
                  </a:lnTo>
                  <a:lnTo>
                    <a:pt x="737" y="655"/>
                  </a:lnTo>
                  <a:lnTo>
                    <a:pt x="733" y="657"/>
                  </a:lnTo>
                  <a:lnTo>
                    <a:pt x="732" y="657"/>
                  </a:lnTo>
                  <a:lnTo>
                    <a:pt x="731" y="659"/>
                  </a:lnTo>
                  <a:lnTo>
                    <a:pt x="728" y="661"/>
                  </a:lnTo>
                  <a:lnTo>
                    <a:pt x="724" y="659"/>
                  </a:lnTo>
                  <a:lnTo>
                    <a:pt x="724" y="661"/>
                  </a:lnTo>
                  <a:lnTo>
                    <a:pt x="724" y="662"/>
                  </a:lnTo>
                  <a:lnTo>
                    <a:pt x="725" y="663"/>
                  </a:lnTo>
                  <a:lnTo>
                    <a:pt x="724" y="665"/>
                  </a:lnTo>
                  <a:lnTo>
                    <a:pt x="723" y="666"/>
                  </a:lnTo>
                  <a:lnTo>
                    <a:pt x="720" y="667"/>
                  </a:lnTo>
                  <a:lnTo>
                    <a:pt x="719" y="668"/>
                  </a:lnTo>
                  <a:lnTo>
                    <a:pt x="719" y="671"/>
                  </a:lnTo>
                  <a:lnTo>
                    <a:pt x="716" y="672"/>
                  </a:lnTo>
                  <a:lnTo>
                    <a:pt x="715" y="674"/>
                  </a:lnTo>
                  <a:lnTo>
                    <a:pt x="715" y="676"/>
                  </a:lnTo>
                  <a:lnTo>
                    <a:pt x="711" y="678"/>
                  </a:lnTo>
                  <a:lnTo>
                    <a:pt x="708" y="680"/>
                  </a:lnTo>
                  <a:lnTo>
                    <a:pt x="708" y="682"/>
                  </a:lnTo>
                  <a:lnTo>
                    <a:pt x="703" y="682"/>
                  </a:lnTo>
                  <a:lnTo>
                    <a:pt x="700" y="683"/>
                  </a:lnTo>
                  <a:lnTo>
                    <a:pt x="699" y="687"/>
                  </a:lnTo>
                  <a:lnTo>
                    <a:pt x="699" y="687"/>
                  </a:lnTo>
                  <a:lnTo>
                    <a:pt x="698" y="687"/>
                  </a:lnTo>
                  <a:lnTo>
                    <a:pt x="695" y="686"/>
                  </a:lnTo>
                  <a:lnTo>
                    <a:pt x="694" y="686"/>
                  </a:lnTo>
                  <a:lnTo>
                    <a:pt x="692" y="686"/>
                  </a:lnTo>
                  <a:lnTo>
                    <a:pt x="690" y="684"/>
                  </a:lnTo>
                  <a:lnTo>
                    <a:pt x="687" y="682"/>
                  </a:lnTo>
                  <a:lnTo>
                    <a:pt x="686" y="682"/>
                  </a:lnTo>
                  <a:lnTo>
                    <a:pt x="685" y="679"/>
                  </a:lnTo>
                  <a:lnTo>
                    <a:pt x="686" y="676"/>
                  </a:lnTo>
                  <a:lnTo>
                    <a:pt x="685" y="676"/>
                  </a:lnTo>
                  <a:lnTo>
                    <a:pt x="682" y="678"/>
                  </a:lnTo>
                  <a:lnTo>
                    <a:pt x="681" y="679"/>
                  </a:lnTo>
                  <a:lnTo>
                    <a:pt x="678" y="680"/>
                  </a:lnTo>
                  <a:lnTo>
                    <a:pt x="673" y="680"/>
                  </a:lnTo>
                  <a:lnTo>
                    <a:pt x="671" y="682"/>
                  </a:lnTo>
                  <a:lnTo>
                    <a:pt x="670" y="683"/>
                  </a:lnTo>
                  <a:lnTo>
                    <a:pt x="669" y="682"/>
                  </a:lnTo>
                  <a:lnTo>
                    <a:pt x="666" y="680"/>
                  </a:lnTo>
                  <a:lnTo>
                    <a:pt x="665" y="680"/>
                  </a:lnTo>
                  <a:lnTo>
                    <a:pt x="665" y="680"/>
                  </a:lnTo>
                  <a:lnTo>
                    <a:pt x="663" y="679"/>
                  </a:lnTo>
                  <a:lnTo>
                    <a:pt x="662" y="678"/>
                  </a:lnTo>
                  <a:lnTo>
                    <a:pt x="662" y="675"/>
                  </a:lnTo>
                  <a:lnTo>
                    <a:pt x="663" y="675"/>
                  </a:lnTo>
                  <a:lnTo>
                    <a:pt x="663" y="674"/>
                  </a:lnTo>
                  <a:lnTo>
                    <a:pt x="661" y="672"/>
                  </a:lnTo>
                  <a:lnTo>
                    <a:pt x="661" y="672"/>
                  </a:lnTo>
                  <a:lnTo>
                    <a:pt x="657" y="671"/>
                  </a:lnTo>
                  <a:lnTo>
                    <a:pt x="656" y="670"/>
                  </a:lnTo>
                  <a:lnTo>
                    <a:pt x="654" y="670"/>
                  </a:lnTo>
                  <a:lnTo>
                    <a:pt x="653" y="667"/>
                  </a:lnTo>
                  <a:lnTo>
                    <a:pt x="650" y="663"/>
                  </a:lnTo>
                  <a:lnTo>
                    <a:pt x="648" y="661"/>
                  </a:lnTo>
                  <a:lnTo>
                    <a:pt x="644" y="661"/>
                  </a:lnTo>
                  <a:lnTo>
                    <a:pt x="640" y="661"/>
                  </a:lnTo>
                  <a:lnTo>
                    <a:pt x="636" y="661"/>
                  </a:lnTo>
                  <a:lnTo>
                    <a:pt x="635" y="662"/>
                  </a:lnTo>
                  <a:lnTo>
                    <a:pt x="636" y="663"/>
                  </a:lnTo>
                  <a:lnTo>
                    <a:pt x="635" y="665"/>
                  </a:lnTo>
                  <a:lnTo>
                    <a:pt x="633" y="665"/>
                  </a:lnTo>
                  <a:lnTo>
                    <a:pt x="631" y="665"/>
                  </a:lnTo>
                  <a:lnTo>
                    <a:pt x="628" y="666"/>
                  </a:lnTo>
                  <a:lnTo>
                    <a:pt x="625" y="665"/>
                  </a:lnTo>
                  <a:lnTo>
                    <a:pt x="624" y="665"/>
                  </a:lnTo>
                  <a:lnTo>
                    <a:pt x="621" y="666"/>
                  </a:lnTo>
                  <a:lnTo>
                    <a:pt x="620" y="666"/>
                  </a:lnTo>
                  <a:lnTo>
                    <a:pt x="617" y="663"/>
                  </a:lnTo>
                  <a:lnTo>
                    <a:pt x="615" y="663"/>
                  </a:lnTo>
                  <a:lnTo>
                    <a:pt x="615" y="662"/>
                  </a:lnTo>
                  <a:lnTo>
                    <a:pt x="615" y="659"/>
                  </a:lnTo>
                  <a:lnTo>
                    <a:pt x="612" y="658"/>
                  </a:lnTo>
                  <a:lnTo>
                    <a:pt x="609" y="659"/>
                  </a:lnTo>
                  <a:lnTo>
                    <a:pt x="611" y="662"/>
                  </a:lnTo>
                  <a:lnTo>
                    <a:pt x="611" y="662"/>
                  </a:lnTo>
                  <a:lnTo>
                    <a:pt x="611" y="663"/>
                  </a:lnTo>
                  <a:lnTo>
                    <a:pt x="608" y="665"/>
                  </a:lnTo>
                  <a:lnTo>
                    <a:pt x="606" y="666"/>
                  </a:lnTo>
                  <a:lnTo>
                    <a:pt x="577" y="629"/>
                  </a:lnTo>
                  <a:lnTo>
                    <a:pt x="556" y="613"/>
                  </a:lnTo>
                  <a:lnTo>
                    <a:pt x="554" y="611"/>
                  </a:lnTo>
                  <a:lnTo>
                    <a:pt x="556" y="611"/>
                  </a:lnTo>
                  <a:lnTo>
                    <a:pt x="558" y="608"/>
                  </a:lnTo>
                  <a:lnTo>
                    <a:pt x="558" y="607"/>
                  </a:lnTo>
                  <a:lnTo>
                    <a:pt x="557" y="605"/>
                  </a:lnTo>
                  <a:lnTo>
                    <a:pt x="554" y="607"/>
                  </a:lnTo>
                  <a:lnTo>
                    <a:pt x="552" y="607"/>
                  </a:lnTo>
                  <a:lnTo>
                    <a:pt x="549" y="609"/>
                  </a:lnTo>
                  <a:lnTo>
                    <a:pt x="548" y="609"/>
                  </a:lnTo>
                  <a:lnTo>
                    <a:pt x="545" y="612"/>
                  </a:lnTo>
                  <a:lnTo>
                    <a:pt x="545" y="615"/>
                  </a:lnTo>
                  <a:lnTo>
                    <a:pt x="542" y="616"/>
                  </a:lnTo>
                  <a:lnTo>
                    <a:pt x="542" y="617"/>
                  </a:lnTo>
                  <a:lnTo>
                    <a:pt x="540" y="620"/>
                  </a:lnTo>
                  <a:lnTo>
                    <a:pt x="536" y="620"/>
                  </a:lnTo>
                  <a:lnTo>
                    <a:pt x="534" y="621"/>
                  </a:lnTo>
                  <a:lnTo>
                    <a:pt x="534" y="624"/>
                  </a:lnTo>
                  <a:lnTo>
                    <a:pt x="533" y="624"/>
                  </a:lnTo>
                  <a:lnTo>
                    <a:pt x="532" y="624"/>
                  </a:lnTo>
                  <a:lnTo>
                    <a:pt x="527" y="622"/>
                  </a:lnTo>
                  <a:lnTo>
                    <a:pt x="524" y="622"/>
                  </a:lnTo>
                  <a:lnTo>
                    <a:pt x="523" y="625"/>
                  </a:lnTo>
                  <a:lnTo>
                    <a:pt x="521" y="625"/>
                  </a:lnTo>
                  <a:lnTo>
                    <a:pt x="520" y="622"/>
                  </a:lnTo>
                  <a:lnTo>
                    <a:pt x="520" y="620"/>
                  </a:lnTo>
                  <a:lnTo>
                    <a:pt x="521" y="618"/>
                  </a:lnTo>
                  <a:lnTo>
                    <a:pt x="523" y="616"/>
                  </a:lnTo>
                  <a:lnTo>
                    <a:pt x="521" y="616"/>
                  </a:lnTo>
                  <a:lnTo>
                    <a:pt x="519" y="617"/>
                  </a:lnTo>
                  <a:lnTo>
                    <a:pt x="517" y="617"/>
                  </a:lnTo>
                  <a:lnTo>
                    <a:pt x="513" y="615"/>
                  </a:lnTo>
                  <a:lnTo>
                    <a:pt x="511" y="615"/>
                  </a:lnTo>
                  <a:lnTo>
                    <a:pt x="511" y="616"/>
                  </a:lnTo>
                  <a:lnTo>
                    <a:pt x="512" y="617"/>
                  </a:lnTo>
                  <a:lnTo>
                    <a:pt x="511" y="618"/>
                  </a:lnTo>
                  <a:lnTo>
                    <a:pt x="509" y="618"/>
                  </a:lnTo>
                  <a:lnTo>
                    <a:pt x="508" y="616"/>
                  </a:lnTo>
                  <a:lnTo>
                    <a:pt x="507" y="612"/>
                  </a:lnTo>
                  <a:lnTo>
                    <a:pt x="503" y="609"/>
                  </a:lnTo>
                  <a:lnTo>
                    <a:pt x="503" y="609"/>
                  </a:lnTo>
                  <a:lnTo>
                    <a:pt x="503" y="612"/>
                  </a:lnTo>
                  <a:lnTo>
                    <a:pt x="503" y="615"/>
                  </a:lnTo>
                  <a:lnTo>
                    <a:pt x="502" y="615"/>
                  </a:lnTo>
                  <a:lnTo>
                    <a:pt x="502" y="612"/>
                  </a:lnTo>
                  <a:lnTo>
                    <a:pt x="499" y="612"/>
                  </a:lnTo>
                  <a:lnTo>
                    <a:pt x="499" y="615"/>
                  </a:lnTo>
                  <a:lnTo>
                    <a:pt x="498" y="615"/>
                  </a:lnTo>
                  <a:lnTo>
                    <a:pt x="496" y="613"/>
                  </a:lnTo>
                  <a:lnTo>
                    <a:pt x="494" y="615"/>
                  </a:lnTo>
                  <a:lnTo>
                    <a:pt x="492" y="615"/>
                  </a:lnTo>
                  <a:lnTo>
                    <a:pt x="491" y="612"/>
                  </a:lnTo>
                  <a:lnTo>
                    <a:pt x="492" y="612"/>
                  </a:lnTo>
                  <a:lnTo>
                    <a:pt x="492" y="611"/>
                  </a:lnTo>
                  <a:lnTo>
                    <a:pt x="492" y="608"/>
                  </a:lnTo>
                  <a:lnTo>
                    <a:pt x="492" y="607"/>
                  </a:lnTo>
                  <a:lnTo>
                    <a:pt x="492" y="605"/>
                  </a:lnTo>
                  <a:lnTo>
                    <a:pt x="491" y="604"/>
                  </a:lnTo>
                  <a:lnTo>
                    <a:pt x="490" y="601"/>
                  </a:lnTo>
                  <a:lnTo>
                    <a:pt x="488" y="600"/>
                  </a:lnTo>
                  <a:lnTo>
                    <a:pt x="487" y="599"/>
                  </a:lnTo>
                  <a:lnTo>
                    <a:pt x="487" y="596"/>
                  </a:lnTo>
                  <a:lnTo>
                    <a:pt x="484" y="596"/>
                  </a:lnTo>
                  <a:lnTo>
                    <a:pt x="482" y="597"/>
                  </a:lnTo>
                  <a:lnTo>
                    <a:pt x="479" y="597"/>
                  </a:lnTo>
                  <a:lnTo>
                    <a:pt x="477" y="595"/>
                  </a:lnTo>
                  <a:lnTo>
                    <a:pt x="473" y="595"/>
                  </a:lnTo>
                  <a:lnTo>
                    <a:pt x="470" y="593"/>
                  </a:lnTo>
                  <a:lnTo>
                    <a:pt x="469" y="595"/>
                  </a:lnTo>
                  <a:lnTo>
                    <a:pt x="466" y="595"/>
                  </a:lnTo>
                  <a:lnTo>
                    <a:pt x="465" y="596"/>
                  </a:lnTo>
                  <a:lnTo>
                    <a:pt x="463" y="597"/>
                  </a:lnTo>
                  <a:lnTo>
                    <a:pt x="461" y="599"/>
                  </a:lnTo>
                  <a:lnTo>
                    <a:pt x="459" y="599"/>
                  </a:lnTo>
                  <a:lnTo>
                    <a:pt x="461" y="600"/>
                  </a:lnTo>
                  <a:lnTo>
                    <a:pt x="461" y="603"/>
                  </a:lnTo>
                  <a:lnTo>
                    <a:pt x="457" y="603"/>
                  </a:lnTo>
                  <a:lnTo>
                    <a:pt x="455" y="603"/>
                  </a:lnTo>
                  <a:lnTo>
                    <a:pt x="454" y="604"/>
                  </a:lnTo>
                  <a:lnTo>
                    <a:pt x="451" y="605"/>
                  </a:lnTo>
                  <a:lnTo>
                    <a:pt x="450" y="605"/>
                  </a:lnTo>
                  <a:lnTo>
                    <a:pt x="449" y="605"/>
                  </a:lnTo>
                  <a:lnTo>
                    <a:pt x="444" y="609"/>
                  </a:lnTo>
                  <a:lnTo>
                    <a:pt x="441" y="611"/>
                  </a:lnTo>
                  <a:lnTo>
                    <a:pt x="440" y="612"/>
                  </a:lnTo>
                  <a:lnTo>
                    <a:pt x="437" y="611"/>
                  </a:lnTo>
                  <a:lnTo>
                    <a:pt x="436" y="611"/>
                  </a:lnTo>
                  <a:lnTo>
                    <a:pt x="434" y="611"/>
                  </a:lnTo>
                  <a:lnTo>
                    <a:pt x="434" y="613"/>
                  </a:lnTo>
                  <a:lnTo>
                    <a:pt x="432" y="613"/>
                  </a:lnTo>
                  <a:lnTo>
                    <a:pt x="430" y="615"/>
                  </a:lnTo>
                  <a:lnTo>
                    <a:pt x="430" y="616"/>
                  </a:lnTo>
                  <a:lnTo>
                    <a:pt x="429" y="617"/>
                  </a:lnTo>
                  <a:lnTo>
                    <a:pt x="428" y="617"/>
                  </a:lnTo>
                  <a:lnTo>
                    <a:pt x="426" y="617"/>
                  </a:lnTo>
                  <a:lnTo>
                    <a:pt x="424" y="618"/>
                  </a:lnTo>
                  <a:lnTo>
                    <a:pt x="421" y="618"/>
                  </a:lnTo>
                  <a:lnTo>
                    <a:pt x="419" y="620"/>
                  </a:lnTo>
                  <a:lnTo>
                    <a:pt x="417" y="621"/>
                  </a:lnTo>
                  <a:lnTo>
                    <a:pt x="415" y="621"/>
                  </a:lnTo>
                  <a:lnTo>
                    <a:pt x="412" y="622"/>
                  </a:lnTo>
                  <a:lnTo>
                    <a:pt x="409" y="622"/>
                  </a:lnTo>
                  <a:lnTo>
                    <a:pt x="405" y="624"/>
                  </a:lnTo>
                  <a:lnTo>
                    <a:pt x="404" y="626"/>
                  </a:lnTo>
                  <a:lnTo>
                    <a:pt x="403" y="628"/>
                  </a:lnTo>
                  <a:lnTo>
                    <a:pt x="401" y="625"/>
                  </a:lnTo>
                  <a:lnTo>
                    <a:pt x="400" y="625"/>
                  </a:lnTo>
                  <a:lnTo>
                    <a:pt x="397" y="626"/>
                  </a:lnTo>
                  <a:lnTo>
                    <a:pt x="397" y="628"/>
                  </a:lnTo>
                  <a:lnTo>
                    <a:pt x="397" y="629"/>
                  </a:lnTo>
                  <a:lnTo>
                    <a:pt x="395" y="628"/>
                  </a:lnTo>
                  <a:lnTo>
                    <a:pt x="392" y="628"/>
                  </a:lnTo>
                  <a:lnTo>
                    <a:pt x="391" y="626"/>
                  </a:lnTo>
                  <a:lnTo>
                    <a:pt x="390" y="626"/>
                  </a:lnTo>
                  <a:lnTo>
                    <a:pt x="388" y="628"/>
                  </a:lnTo>
                  <a:lnTo>
                    <a:pt x="386" y="629"/>
                  </a:lnTo>
                  <a:lnTo>
                    <a:pt x="384" y="629"/>
                  </a:lnTo>
                  <a:lnTo>
                    <a:pt x="386" y="632"/>
                  </a:lnTo>
                  <a:lnTo>
                    <a:pt x="386" y="633"/>
                  </a:lnTo>
                  <a:lnTo>
                    <a:pt x="387" y="634"/>
                  </a:lnTo>
                  <a:lnTo>
                    <a:pt x="390" y="633"/>
                  </a:lnTo>
                  <a:lnTo>
                    <a:pt x="391" y="636"/>
                  </a:lnTo>
                  <a:lnTo>
                    <a:pt x="388" y="636"/>
                  </a:lnTo>
                  <a:lnTo>
                    <a:pt x="387" y="637"/>
                  </a:lnTo>
                  <a:lnTo>
                    <a:pt x="387" y="638"/>
                  </a:lnTo>
                  <a:lnTo>
                    <a:pt x="390" y="638"/>
                  </a:lnTo>
                  <a:lnTo>
                    <a:pt x="392" y="640"/>
                  </a:lnTo>
                  <a:lnTo>
                    <a:pt x="394" y="638"/>
                  </a:lnTo>
                  <a:lnTo>
                    <a:pt x="396" y="638"/>
                  </a:lnTo>
                  <a:lnTo>
                    <a:pt x="397" y="641"/>
                  </a:lnTo>
                  <a:lnTo>
                    <a:pt x="400" y="641"/>
                  </a:lnTo>
                  <a:lnTo>
                    <a:pt x="400" y="643"/>
                  </a:lnTo>
                  <a:lnTo>
                    <a:pt x="399" y="645"/>
                  </a:lnTo>
                  <a:lnTo>
                    <a:pt x="396" y="643"/>
                  </a:lnTo>
                  <a:lnTo>
                    <a:pt x="392" y="643"/>
                  </a:lnTo>
                  <a:lnTo>
                    <a:pt x="390" y="646"/>
                  </a:lnTo>
                  <a:lnTo>
                    <a:pt x="387" y="650"/>
                  </a:lnTo>
                  <a:lnTo>
                    <a:pt x="387" y="653"/>
                  </a:lnTo>
                  <a:lnTo>
                    <a:pt x="388" y="653"/>
                  </a:lnTo>
                  <a:lnTo>
                    <a:pt x="390" y="655"/>
                  </a:lnTo>
                  <a:lnTo>
                    <a:pt x="387" y="658"/>
                  </a:lnTo>
                  <a:lnTo>
                    <a:pt x="387" y="661"/>
                  </a:lnTo>
                  <a:lnTo>
                    <a:pt x="384" y="661"/>
                  </a:lnTo>
                  <a:lnTo>
                    <a:pt x="384" y="662"/>
                  </a:lnTo>
                  <a:lnTo>
                    <a:pt x="386" y="663"/>
                  </a:lnTo>
                  <a:lnTo>
                    <a:pt x="386" y="665"/>
                  </a:lnTo>
                  <a:lnTo>
                    <a:pt x="388" y="665"/>
                  </a:lnTo>
                  <a:lnTo>
                    <a:pt x="390" y="666"/>
                  </a:lnTo>
                  <a:lnTo>
                    <a:pt x="392" y="667"/>
                  </a:lnTo>
                  <a:lnTo>
                    <a:pt x="392" y="668"/>
                  </a:lnTo>
                  <a:lnTo>
                    <a:pt x="395" y="670"/>
                  </a:lnTo>
                  <a:lnTo>
                    <a:pt x="399" y="670"/>
                  </a:lnTo>
                  <a:lnTo>
                    <a:pt x="400" y="671"/>
                  </a:lnTo>
                  <a:lnTo>
                    <a:pt x="400" y="680"/>
                  </a:lnTo>
                  <a:lnTo>
                    <a:pt x="399" y="683"/>
                  </a:lnTo>
                  <a:lnTo>
                    <a:pt x="395" y="684"/>
                  </a:lnTo>
                  <a:lnTo>
                    <a:pt x="392" y="683"/>
                  </a:lnTo>
                  <a:lnTo>
                    <a:pt x="388" y="682"/>
                  </a:lnTo>
                  <a:lnTo>
                    <a:pt x="387" y="682"/>
                  </a:lnTo>
                  <a:lnTo>
                    <a:pt x="387" y="684"/>
                  </a:lnTo>
                  <a:lnTo>
                    <a:pt x="386" y="687"/>
                  </a:lnTo>
                  <a:lnTo>
                    <a:pt x="383" y="687"/>
                  </a:lnTo>
                  <a:lnTo>
                    <a:pt x="379" y="686"/>
                  </a:lnTo>
                  <a:lnTo>
                    <a:pt x="375" y="686"/>
                  </a:lnTo>
                  <a:lnTo>
                    <a:pt x="374" y="684"/>
                  </a:lnTo>
                  <a:lnTo>
                    <a:pt x="372" y="686"/>
                  </a:lnTo>
                  <a:lnTo>
                    <a:pt x="370" y="684"/>
                  </a:lnTo>
                  <a:lnTo>
                    <a:pt x="369" y="682"/>
                  </a:lnTo>
                  <a:lnTo>
                    <a:pt x="370" y="680"/>
                  </a:lnTo>
                  <a:lnTo>
                    <a:pt x="371" y="679"/>
                  </a:lnTo>
                  <a:lnTo>
                    <a:pt x="369" y="678"/>
                  </a:lnTo>
                  <a:lnTo>
                    <a:pt x="366" y="676"/>
                  </a:lnTo>
                  <a:lnTo>
                    <a:pt x="365" y="679"/>
                  </a:lnTo>
                  <a:lnTo>
                    <a:pt x="362" y="678"/>
                  </a:lnTo>
                  <a:lnTo>
                    <a:pt x="361" y="679"/>
                  </a:lnTo>
                  <a:lnTo>
                    <a:pt x="361" y="682"/>
                  </a:lnTo>
                  <a:lnTo>
                    <a:pt x="357" y="682"/>
                  </a:lnTo>
                  <a:lnTo>
                    <a:pt x="357" y="680"/>
                  </a:lnTo>
                  <a:lnTo>
                    <a:pt x="353" y="678"/>
                  </a:lnTo>
                  <a:lnTo>
                    <a:pt x="350" y="678"/>
                  </a:lnTo>
                  <a:lnTo>
                    <a:pt x="350" y="680"/>
                  </a:lnTo>
                  <a:lnTo>
                    <a:pt x="347" y="678"/>
                  </a:lnTo>
                  <a:lnTo>
                    <a:pt x="346" y="679"/>
                  </a:lnTo>
                  <a:lnTo>
                    <a:pt x="346" y="680"/>
                  </a:lnTo>
                  <a:lnTo>
                    <a:pt x="344" y="682"/>
                  </a:lnTo>
                  <a:lnTo>
                    <a:pt x="344" y="686"/>
                  </a:lnTo>
                  <a:lnTo>
                    <a:pt x="341" y="688"/>
                  </a:lnTo>
                  <a:lnTo>
                    <a:pt x="338" y="687"/>
                  </a:lnTo>
                  <a:lnTo>
                    <a:pt x="337" y="684"/>
                  </a:lnTo>
                  <a:lnTo>
                    <a:pt x="333" y="684"/>
                  </a:lnTo>
                  <a:lnTo>
                    <a:pt x="332" y="682"/>
                  </a:lnTo>
                  <a:lnTo>
                    <a:pt x="329" y="683"/>
                  </a:lnTo>
                  <a:lnTo>
                    <a:pt x="329" y="687"/>
                  </a:lnTo>
                  <a:lnTo>
                    <a:pt x="328" y="688"/>
                  </a:lnTo>
                  <a:lnTo>
                    <a:pt x="326" y="688"/>
                  </a:lnTo>
                  <a:lnTo>
                    <a:pt x="326" y="686"/>
                  </a:lnTo>
                  <a:lnTo>
                    <a:pt x="325" y="684"/>
                  </a:lnTo>
                  <a:lnTo>
                    <a:pt x="322" y="684"/>
                  </a:lnTo>
                  <a:lnTo>
                    <a:pt x="320" y="682"/>
                  </a:lnTo>
                  <a:lnTo>
                    <a:pt x="318" y="679"/>
                  </a:lnTo>
                  <a:lnTo>
                    <a:pt x="316" y="679"/>
                  </a:lnTo>
                  <a:lnTo>
                    <a:pt x="313" y="675"/>
                  </a:lnTo>
                  <a:lnTo>
                    <a:pt x="312" y="675"/>
                  </a:lnTo>
                  <a:lnTo>
                    <a:pt x="311" y="674"/>
                  </a:lnTo>
                  <a:lnTo>
                    <a:pt x="308" y="674"/>
                  </a:lnTo>
                  <a:lnTo>
                    <a:pt x="304" y="675"/>
                  </a:lnTo>
                  <a:lnTo>
                    <a:pt x="301" y="674"/>
                  </a:lnTo>
                  <a:lnTo>
                    <a:pt x="300" y="670"/>
                  </a:lnTo>
                  <a:lnTo>
                    <a:pt x="297" y="670"/>
                  </a:lnTo>
                  <a:lnTo>
                    <a:pt x="296" y="672"/>
                  </a:lnTo>
                  <a:lnTo>
                    <a:pt x="293" y="672"/>
                  </a:lnTo>
                  <a:lnTo>
                    <a:pt x="293" y="674"/>
                  </a:lnTo>
                  <a:lnTo>
                    <a:pt x="291" y="675"/>
                  </a:lnTo>
                  <a:lnTo>
                    <a:pt x="291" y="674"/>
                  </a:lnTo>
                  <a:lnTo>
                    <a:pt x="290" y="674"/>
                  </a:lnTo>
                  <a:lnTo>
                    <a:pt x="290" y="676"/>
                  </a:lnTo>
                  <a:lnTo>
                    <a:pt x="287" y="678"/>
                  </a:lnTo>
                  <a:lnTo>
                    <a:pt x="286" y="676"/>
                  </a:lnTo>
                  <a:lnTo>
                    <a:pt x="287" y="674"/>
                  </a:lnTo>
                  <a:lnTo>
                    <a:pt x="288" y="672"/>
                  </a:lnTo>
                  <a:lnTo>
                    <a:pt x="284" y="671"/>
                  </a:lnTo>
                  <a:lnTo>
                    <a:pt x="282" y="670"/>
                  </a:lnTo>
                  <a:lnTo>
                    <a:pt x="280" y="671"/>
                  </a:lnTo>
                  <a:lnTo>
                    <a:pt x="282" y="672"/>
                  </a:lnTo>
                  <a:lnTo>
                    <a:pt x="282" y="675"/>
                  </a:lnTo>
                  <a:lnTo>
                    <a:pt x="279" y="675"/>
                  </a:lnTo>
                  <a:lnTo>
                    <a:pt x="276" y="676"/>
                  </a:lnTo>
                  <a:lnTo>
                    <a:pt x="275" y="679"/>
                  </a:lnTo>
                  <a:lnTo>
                    <a:pt x="274" y="679"/>
                  </a:lnTo>
                  <a:lnTo>
                    <a:pt x="271" y="682"/>
                  </a:lnTo>
                  <a:lnTo>
                    <a:pt x="270" y="684"/>
                  </a:lnTo>
                  <a:lnTo>
                    <a:pt x="271" y="686"/>
                  </a:lnTo>
                  <a:lnTo>
                    <a:pt x="271" y="690"/>
                  </a:lnTo>
                  <a:lnTo>
                    <a:pt x="267" y="690"/>
                  </a:lnTo>
                  <a:lnTo>
                    <a:pt x="265" y="690"/>
                  </a:lnTo>
                  <a:lnTo>
                    <a:pt x="267" y="699"/>
                  </a:lnTo>
                  <a:lnTo>
                    <a:pt x="266" y="700"/>
                  </a:lnTo>
                  <a:lnTo>
                    <a:pt x="266" y="704"/>
                  </a:lnTo>
                  <a:lnTo>
                    <a:pt x="262" y="704"/>
                  </a:lnTo>
                  <a:lnTo>
                    <a:pt x="258" y="701"/>
                  </a:lnTo>
                  <a:lnTo>
                    <a:pt x="258" y="700"/>
                  </a:lnTo>
                  <a:lnTo>
                    <a:pt x="251" y="693"/>
                  </a:lnTo>
                  <a:lnTo>
                    <a:pt x="250" y="696"/>
                  </a:lnTo>
                  <a:lnTo>
                    <a:pt x="250" y="699"/>
                  </a:lnTo>
                  <a:lnTo>
                    <a:pt x="246" y="703"/>
                  </a:lnTo>
                  <a:lnTo>
                    <a:pt x="245" y="704"/>
                  </a:lnTo>
                  <a:lnTo>
                    <a:pt x="245" y="709"/>
                  </a:lnTo>
                  <a:lnTo>
                    <a:pt x="246" y="712"/>
                  </a:lnTo>
                  <a:lnTo>
                    <a:pt x="246" y="718"/>
                  </a:lnTo>
                  <a:lnTo>
                    <a:pt x="243" y="724"/>
                  </a:lnTo>
                  <a:lnTo>
                    <a:pt x="249" y="725"/>
                  </a:lnTo>
                  <a:lnTo>
                    <a:pt x="250" y="728"/>
                  </a:lnTo>
                  <a:lnTo>
                    <a:pt x="250" y="730"/>
                  </a:lnTo>
                  <a:lnTo>
                    <a:pt x="254" y="733"/>
                  </a:lnTo>
                  <a:lnTo>
                    <a:pt x="255" y="732"/>
                  </a:lnTo>
                  <a:lnTo>
                    <a:pt x="262" y="734"/>
                  </a:lnTo>
                  <a:lnTo>
                    <a:pt x="267" y="738"/>
                  </a:lnTo>
                  <a:lnTo>
                    <a:pt x="272" y="747"/>
                  </a:lnTo>
                  <a:lnTo>
                    <a:pt x="268" y="747"/>
                  </a:lnTo>
                  <a:lnTo>
                    <a:pt x="267" y="749"/>
                  </a:lnTo>
                  <a:lnTo>
                    <a:pt x="272" y="751"/>
                  </a:lnTo>
                  <a:lnTo>
                    <a:pt x="275" y="750"/>
                  </a:lnTo>
                  <a:lnTo>
                    <a:pt x="278" y="753"/>
                  </a:lnTo>
                  <a:lnTo>
                    <a:pt x="278" y="753"/>
                  </a:lnTo>
                  <a:lnTo>
                    <a:pt x="278" y="753"/>
                  </a:lnTo>
                  <a:lnTo>
                    <a:pt x="278" y="754"/>
                  </a:lnTo>
                  <a:lnTo>
                    <a:pt x="278" y="755"/>
                  </a:lnTo>
                  <a:lnTo>
                    <a:pt x="276" y="755"/>
                  </a:lnTo>
                  <a:lnTo>
                    <a:pt x="276" y="755"/>
                  </a:lnTo>
                  <a:lnTo>
                    <a:pt x="278" y="757"/>
                  </a:lnTo>
                  <a:lnTo>
                    <a:pt x="276" y="758"/>
                  </a:lnTo>
                  <a:lnTo>
                    <a:pt x="276" y="758"/>
                  </a:lnTo>
                  <a:lnTo>
                    <a:pt x="276" y="759"/>
                  </a:lnTo>
                  <a:lnTo>
                    <a:pt x="275" y="759"/>
                  </a:lnTo>
                  <a:lnTo>
                    <a:pt x="274" y="759"/>
                  </a:lnTo>
                  <a:lnTo>
                    <a:pt x="272" y="759"/>
                  </a:lnTo>
                  <a:lnTo>
                    <a:pt x="270" y="759"/>
                  </a:lnTo>
                  <a:lnTo>
                    <a:pt x="274" y="761"/>
                  </a:lnTo>
                  <a:lnTo>
                    <a:pt x="274" y="762"/>
                  </a:lnTo>
                  <a:lnTo>
                    <a:pt x="274" y="763"/>
                  </a:lnTo>
                  <a:lnTo>
                    <a:pt x="272" y="762"/>
                  </a:lnTo>
                  <a:lnTo>
                    <a:pt x="271" y="762"/>
                  </a:lnTo>
                  <a:lnTo>
                    <a:pt x="270" y="762"/>
                  </a:lnTo>
                  <a:lnTo>
                    <a:pt x="268" y="762"/>
                  </a:lnTo>
                  <a:lnTo>
                    <a:pt x="270" y="763"/>
                  </a:lnTo>
                  <a:lnTo>
                    <a:pt x="270" y="763"/>
                  </a:lnTo>
                  <a:lnTo>
                    <a:pt x="268" y="765"/>
                  </a:lnTo>
                  <a:lnTo>
                    <a:pt x="267" y="765"/>
                  </a:lnTo>
                  <a:lnTo>
                    <a:pt x="266" y="766"/>
                  </a:lnTo>
                  <a:lnTo>
                    <a:pt x="265" y="765"/>
                  </a:lnTo>
                  <a:lnTo>
                    <a:pt x="265" y="766"/>
                  </a:lnTo>
                  <a:lnTo>
                    <a:pt x="263" y="767"/>
                  </a:lnTo>
                  <a:lnTo>
                    <a:pt x="262" y="766"/>
                  </a:lnTo>
                  <a:lnTo>
                    <a:pt x="262" y="766"/>
                  </a:lnTo>
                  <a:lnTo>
                    <a:pt x="261" y="767"/>
                  </a:lnTo>
                  <a:lnTo>
                    <a:pt x="261" y="768"/>
                  </a:lnTo>
                  <a:lnTo>
                    <a:pt x="259" y="771"/>
                  </a:lnTo>
                  <a:lnTo>
                    <a:pt x="258" y="772"/>
                  </a:lnTo>
                  <a:lnTo>
                    <a:pt x="258" y="775"/>
                  </a:lnTo>
                  <a:lnTo>
                    <a:pt x="257" y="776"/>
                  </a:lnTo>
                  <a:lnTo>
                    <a:pt x="257" y="780"/>
                  </a:lnTo>
                  <a:lnTo>
                    <a:pt x="255" y="782"/>
                  </a:lnTo>
                  <a:lnTo>
                    <a:pt x="254" y="784"/>
                  </a:lnTo>
                  <a:lnTo>
                    <a:pt x="255" y="788"/>
                  </a:lnTo>
                  <a:lnTo>
                    <a:pt x="258" y="788"/>
                  </a:lnTo>
                  <a:lnTo>
                    <a:pt x="259" y="788"/>
                  </a:lnTo>
                  <a:lnTo>
                    <a:pt x="261" y="790"/>
                  </a:lnTo>
                  <a:lnTo>
                    <a:pt x="263" y="791"/>
                  </a:lnTo>
                  <a:lnTo>
                    <a:pt x="263" y="795"/>
                  </a:lnTo>
                  <a:lnTo>
                    <a:pt x="266" y="796"/>
                  </a:lnTo>
                  <a:lnTo>
                    <a:pt x="267" y="795"/>
                  </a:lnTo>
                  <a:lnTo>
                    <a:pt x="268" y="795"/>
                  </a:lnTo>
                  <a:lnTo>
                    <a:pt x="267" y="797"/>
                  </a:lnTo>
                  <a:lnTo>
                    <a:pt x="267" y="799"/>
                  </a:lnTo>
                  <a:lnTo>
                    <a:pt x="266" y="799"/>
                  </a:lnTo>
                  <a:lnTo>
                    <a:pt x="265" y="800"/>
                  </a:lnTo>
                  <a:lnTo>
                    <a:pt x="267" y="800"/>
                  </a:lnTo>
                  <a:lnTo>
                    <a:pt x="267" y="801"/>
                  </a:lnTo>
                  <a:lnTo>
                    <a:pt x="267" y="804"/>
                  </a:lnTo>
                  <a:lnTo>
                    <a:pt x="268" y="807"/>
                  </a:lnTo>
                  <a:lnTo>
                    <a:pt x="270" y="809"/>
                  </a:lnTo>
                  <a:lnTo>
                    <a:pt x="271" y="812"/>
                  </a:lnTo>
                  <a:lnTo>
                    <a:pt x="275" y="818"/>
                  </a:lnTo>
                  <a:lnTo>
                    <a:pt x="282" y="822"/>
                  </a:lnTo>
                  <a:lnTo>
                    <a:pt x="283" y="824"/>
                  </a:lnTo>
                  <a:lnTo>
                    <a:pt x="283" y="824"/>
                  </a:lnTo>
                  <a:lnTo>
                    <a:pt x="278" y="829"/>
                  </a:lnTo>
                  <a:lnTo>
                    <a:pt x="275" y="830"/>
                  </a:lnTo>
                  <a:lnTo>
                    <a:pt x="274" y="833"/>
                  </a:lnTo>
                  <a:lnTo>
                    <a:pt x="268" y="832"/>
                  </a:lnTo>
                  <a:lnTo>
                    <a:pt x="267" y="829"/>
                  </a:lnTo>
                  <a:lnTo>
                    <a:pt x="262" y="825"/>
                  </a:lnTo>
                  <a:lnTo>
                    <a:pt x="258" y="825"/>
                  </a:lnTo>
                  <a:lnTo>
                    <a:pt x="257" y="829"/>
                  </a:lnTo>
                  <a:lnTo>
                    <a:pt x="259" y="830"/>
                  </a:lnTo>
                  <a:lnTo>
                    <a:pt x="262" y="833"/>
                  </a:lnTo>
                  <a:lnTo>
                    <a:pt x="261" y="837"/>
                  </a:lnTo>
                  <a:lnTo>
                    <a:pt x="257" y="836"/>
                  </a:lnTo>
                  <a:lnTo>
                    <a:pt x="253" y="836"/>
                  </a:lnTo>
                  <a:lnTo>
                    <a:pt x="246" y="832"/>
                  </a:lnTo>
                  <a:lnTo>
                    <a:pt x="241" y="833"/>
                  </a:lnTo>
                  <a:lnTo>
                    <a:pt x="241" y="834"/>
                  </a:lnTo>
                  <a:lnTo>
                    <a:pt x="241" y="834"/>
                  </a:lnTo>
                  <a:lnTo>
                    <a:pt x="233" y="834"/>
                  </a:lnTo>
                  <a:lnTo>
                    <a:pt x="232" y="834"/>
                  </a:lnTo>
                  <a:lnTo>
                    <a:pt x="226" y="836"/>
                  </a:lnTo>
                  <a:lnTo>
                    <a:pt x="222" y="837"/>
                  </a:lnTo>
                  <a:lnTo>
                    <a:pt x="222" y="837"/>
                  </a:lnTo>
                  <a:lnTo>
                    <a:pt x="221" y="836"/>
                  </a:lnTo>
                  <a:lnTo>
                    <a:pt x="216" y="832"/>
                  </a:lnTo>
                  <a:lnTo>
                    <a:pt x="213" y="832"/>
                  </a:lnTo>
                  <a:lnTo>
                    <a:pt x="212" y="833"/>
                  </a:lnTo>
                  <a:lnTo>
                    <a:pt x="211" y="833"/>
                  </a:lnTo>
                  <a:lnTo>
                    <a:pt x="208" y="832"/>
                  </a:lnTo>
                  <a:lnTo>
                    <a:pt x="207" y="833"/>
                  </a:lnTo>
                  <a:lnTo>
                    <a:pt x="205" y="833"/>
                  </a:lnTo>
                  <a:lnTo>
                    <a:pt x="204" y="830"/>
                  </a:lnTo>
                  <a:lnTo>
                    <a:pt x="203" y="830"/>
                  </a:lnTo>
                  <a:lnTo>
                    <a:pt x="203" y="830"/>
                  </a:lnTo>
                  <a:lnTo>
                    <a:pt x="204" y="830"/>
                  </a:lnTo>
                  <a:lnTo>
                    <a:pt x="203" y="828"/>
                  </a:lnTo>
                  <a:lnTo>
                    <a:pt x="204" y="826"/>
                  </a:lnTo>
                  <a:lnTo>
                    <a:pt x="201" y="822"/>
                  </a:lnTo>
                  <a:lnTo>
                    <a:pt x="201" y="817"/>
                  </a:lnTo>
                  <a:lnTo>
                    <a:pt x="200" y="816"/>
                  </a:lnTo>
                  <a:lnTo>
                    <a:pt x="197" y="812"/>
                  </a:lnTo>
                  <a:lnTo>
                    <a:pt x="195" y="812"/>
                  </a:lnTo>
                  <a:lnTo>
                    <a:pt x="193" y="811"/>
                  </a:lnTo>
                  <a:lnTo>
                    <a:pt x="191" y="808"/>
                  </a:lnTo>
                  <a:lnTo>
                    <a:pt x="189" y="808"/>
                  </a:lnTo>
                  <a:lnTo>
                    <a:pt x="188" y="808"/>
                  </a:lnTo>
                  <a:lnTo>
                    <a:pt x="187" y="808"/>
                  </a:lnTo>
                  <a:lnTo>
                    <a:pt x="184" y="804"/>
                  </a:lnTo>
                  <a:lnTo>
                    <a:pt x="183" y="804"/>
                  </a:lnTo>
                  <a:lnTo>
                    <a:pt x="180" y="804"/>
                  </a:lnTo>
                  <a:lnTo>
                    <a:pt x="180" y="803"/>
                  </a:lnTo>
                  <a:lnTo>
                    <a:pt x="178" y="801"/>
                  </a:lnTo>
                  <a:lnTo>
                    <a:pt x="176" y="800"/>
                  </a:lnTo>
                  <a:lnTo>
                    <a:pt x="176" y="799"/>
                  </a:lnTo>
                  <a:lnTo>
                    <a:pt x="174" y="799"/>
                  </a:lnTo>
                  <a:lnTo>
                    <a:pt x="172" y="795"/>
                  </a:lnTo>
                  <a:lnTo>
                    <a:pt x="164" y="790"/>
                  </a:lnTo>
                  <a:lnTo>
                    <a:pt x="162" y="790"/>
                  </a:lnTo>
                  <a:lnTo>
                    <a:pt x="157" y="786"/>
                  </a:lnTo>
                  <a:lnTo>
                    <a:pt x="153" y="787"/>
                  </a:lnTo>
                  <a:lnTo>
                    <a:pt x="150" y="784"/>
                  </a:lnTo>
                  <a:lnTo>
                    <a:pt x="150" y="782"/>
                  </a:lnTo>
                  <a:lnTo>
                    <a:pt x="146" y="779"/>
                  </a:lnTo>
                  <a:lnTo>
                    <a:pt x="145" y="779"/>
                  </a:lnTo>
                  <a:lnTo>
                    <a:pt x="142" y="779"/>
                  </a:lnTo>
                  <a:lnTo>
                    <a:pt x="143" y="778"/>
                  </a:lnTo>
                  <a:lnTo>
                    <a:pt x="146" y="776"/>
                  </a:lnTo>
                  <a:lnTo>
                    <a:pt x="145" y="775"/>
                  </a:lnTo>
                  <a:lnTo>
                    <a:pt x="145" y="774"/>
                  </a:lnTo>
                  <a:lnTo>
                    <a:pt x="147" y="775"/>
                  </a:lnTo>
                  <a:lnTo>
                    <a:pt x="149" y="776"/>
                  </a:lnTo>
                  <a:lnTo>
                    <a:pt x="150" y="776"/>
                  </a:lnTo>
                  <a:lnTo>
                    <a:pt x="153" y="776"/>
                  </a:lnTo>
                  <a:lnTo>
                    <a:pt x="153" y="772"/>
                  </a:lnTo>
                  <a:lnTo>
                    <a:pt x="151" y="772"/>
                  </a:lnTo>
                  <a:lnTo>
                    <a:pt x="151" y="770"/>
                  </a:lnTo>
                  <a:lnTo>
                    <a:pt x="154" y="767"/>
                  </a:lnTo>
                  <a:lnTo>
                    <a:pt x="154" y="766"/>
                  </a:lnTo>
                  <a:lnTo>
                    <a:pt x="155" y="766"/>
                  </a:lnTo>
                  <a:lnTo>
                    <a:pt x="157" y="766"/>
                  </a:lnTo>
                  <a:lnTo>
                    <a:pt x="158" y="765"/>
                  </a:lnTo>
                  <a:lnTo>
                    <a:pt x="159" y="763"/>
                  </a:lnTo>
                  <a:lnTo>
                    <a:pt x="159" y="763"/>
                  </a:lnTo>
                  <a:lnTo>
                    <a:pt x="157" y="762"/>
                  </a:lnTo>
                  <a:lnTo>
                    <a:pt x="157" y="761"/>
                  </a:lnTo>
                  <a:lnTo>
                    <a:pt x="155" y="762"/>
                  </a:lnTo>
                  <a:lnTo>
                    <a:pt x="153" y="761"/>
                  </a:lnTo>
                  <a:lnTo>
                    <a:pt x="151" y="757"/>
                  </a:lnTo>
                  <a:lnTo>
                    <a:pt x="155" y="757"/>
                  </a:lnTo>
                  <a:lnTo>
                    <a:pt x="158" y="757"/>
                  </a:lnTo>
                  <a:lnTo>
                    <a:pt x="160" y="755"/>
                  </a:lnTo>
                  <a:lnTo>
                    <a:pt x="158" y="755"/>
                  </a:lnTo>
                  <a:lnTo>
                    <a:pt x="158" y="754"/>
                  </a:lnTo>
                  <a:lnTo>
                    <a:pt x="159" y="753"/>
                  </a:lnTo>
                  <a:lnTo>
                    <a:pt x="166" y="749"/>
                  </a:lnTo>
                  <a:lnTo>
                    <a:pt x="167" y="747"/>
                  </a:lnTo>
                  <a:lnTo>
                    <a:pt x="166" y="746"/>
                  </a:lnTo>
                  <a:lnTo>
                    <a:pt x="163" y="746"/>
                  </a:lnTo>
                  <a:lnTo>
                    <a:pt x="160" y="747"/>
                  </a:lnTo>
                  <a:lnTo>
                    <a:pt x="158" y="747"/>
                  </a:lnTo>
                  <a:lnTo>
                    <a:pt x="158" y="747"/>
                  </a:lnTo>
                  <a:lnTo>
                    <a:pt x="158" y="747"/>
                  </a:lnTo>
                  <a:lnTo>
                    <a:pt x="158" y="742"/>
                  </a:lnTo>
                  <a:lnTo>
                    <a:pt x="159" y="742"/>
                  </a:lnTo>
                  <a:lnTo>
                    <a:pt x="162" y="737"/>
                  </a:lnTo>
                  <a:lnTo>
                    <a:pt x="167" y="737"/>
                  </a:lnTo>
                  <a:lnTo>
                    <a:pt x="170" y="736"/>
                  </a:lnTo>
                  <a:lnTo>
                    <a:pt x="170" y="733"/>
                  </a:lnTo>
                  <a:lnTo>
                    <a:pt x="171" y="728"/>
                  </a:lnTo>
                  <a:lnTo>
                    <a:pt x="170" y="725"/>
                  </a:lnTo>
                  <a:lnTo>
                    <a:pt x="167" y="722"/>
                  </a:lnTo>
                  <a:lnTo>
                    <a:pt x="167" y="717"/>
                  </a:lnTo>
                  <a:lnTo>
                    <a:pt x="170" y="717"/>
                  </a:lnTo>
                  <a:lnTo>
                    <a:pt x="172" y="715"/>
                  </a:lnTo>
                  <a:lnTo>
                    <a:pt x="172" y="711"/>
                  </a:lnTo>
                  <a:lnTo>
                    <a:pt x="171" y="711"/>
                  </a:lnTo>
                  <a:lnTo>
                    <a:pt x="170" y="708"/>
                  </a:lnTo>
                  <a:lnTo>
                    <a:pt x="167" y="709"/>
                  </a:lnTo>
                  <a:lnTo>
                    <a:pt x="164" y="708"/>
                  </a:lnTo>
                  <a:lnTo>
                    <a:pt x="160" y="707"/>
                  </a:lnTo>
                  <a:lnTo>
                    <a:pt x="158" y="707"/>
                  </a:lnTo>
                  <a:lnTo>
                    <a:pt x="157" y="705"/>
                  </a:lnTo>
                  <a:lnTo>
                    <a:pt x="153" y="705"/>
                  </a:lnTo>
                  <a:lnTo>
                    <a:pt x="149" y="704"/>
                  </a:lnTo>
                  <a:lnTo>
                    <a:pt x="147" y="707"/>
                  </a:lnTo>
                  <a:lnTo>
                    <a:pt x="146" y="704"/>
                  </a:lnTo>
                  <a:lnTo>
                    <a:pt x="142" y="701"/>
                  </a:lnTo>
                  <a:lnTo>
                    <a:pt x="139" y="696"/>
                  </a:lnTo>
                  <a:lnTo>
                    <a:pt x="138" y="696"/>
                  </a:lnTo>
                  <a:lnTo>
                    <a:pt x="134" y="699"/>
                  </a:lnTo>
                  <a:lnTo>
                    <a:pt x="132" y="699"/>
                  </a:lnTo>
                  <a:lnTo>
                    <a:pt x="129" y="699"/>
                  </a:lnTo>
                  <a:lnTo>
                    <a:pt x="125" y="697"/>
                  </a:lnTo>
                  <a:lnTo>
                    <a:pt x="124" y="700"/>
                  </a:lnTo>
                  <a:lnTo>
                    <a:pt x="118" y="695"/>
                  </a:lnTo>
                  <a:lnTo>
                    <a:pt x="117" y="691"/>
                  </a:lnTo>
                  <a:lnTo>
                    <a:pt x="117" y="688"/>
                  </a:lnTo>
                  <a:lnTo>
                    <a:pt x="114" y="687"/>
                  </a:lnTo>
                  <a:lnTo>
                    <a:pt x="114" y="684"/>
                  </a:lnTo>
                  <a:lnTo>
                    <a:pt x="112" y="683"/>
                  </a:lnTo>
                  <a:lnTo>
                    <a:pt x="105" y="684"/>
                  </a:lnTo>
                  <a:lnTo>
                    <a:pt x="101" y="679"/>
                  </a:lnTo>
                  <a:lnTo>
                    <a:pt x="103" y="676"/>
                  </a:lnTo>
                  <a:lnTo>
                    <a:pt x="100" y="675"/>
                  </a:lnTo>
                  <a:lnTo>
                    <a:pt x="99" y="670"/>
                  </a:lnTo>
                  <a:lnTo>
                    <a:pt x="96" y="670"/>
                  </a:lnTo>
                  <a:lnTo>
                    <a:pt x="93" y="671"/>
                  </a:lnTo>
                  <a:lnTo>
                    <a:pt x="87" y="671"/>
                  </a:lnTo>
                  <a:lnTo>
                    <a:pt x="81" y="668"/>
                  </a:lnTo>
                  <a:lnTo>
                    <a:pt x="79" y="671"/>
                  </a:lnTo>
                  <a:lnTo>
                    <a:pt x="80" y="672"/>
                  </a:lnTo>
                  <a:lnTo>
                    <a:pt x="76" y="674"/>
                  </a:lnTo>
                  <a:lnTo>
                    <a:pt x="75" y="674"/>
                  </a:lnTo>
                  <a:lnTo>
                    <a:pt x="75" y="670"/>
                  </a:lnTo>
                  <a:lnTo>
                    <a:pt x="72" y="667"/>
                  </a:lnTo>
                  <a:lnTo>
                    <a:pt x="72" y="663"/>
                  </a:lnTo>
                  <a:lnTo>
                    <a:pt x="70" y="661"/>
                  </a:lnTo>
                  <a:lnTo>
                    <a:pt x="70" y="657"/>
                  </a:lnTo>
                  <a:lnTo>
                    <a:pt x="71" y="655"/>
                  </a:lnTo>
                  <a:lnTo>
                    <a:pt x="74" y="658"/>
                  </a:lnTo>
                  <a:lnTo>
                    <a:pt x="80" y="657"/>
                  </a:lnTo>
                  <a:lnTo>
                    <a:pt x="81" y="653"/>
                  </a:lnTo>
                  <a:lnTo>
                    <a:pt x="83" y="651"/>
                  </a:lnTo>
                  <a:lnTo>
                    <a:pt x="80" y="650"/>
                  </a:lnTo>
                  <a:lnTo>
                    <a:pt x="80" y="647"/>
                  </a:lnTo>
                  <a:lnTo>
                    <a:pt x="76" y="643"/>
                  </a:lnTo>
                  <a:lnTo>
                    <a:pt x="72" y="642"/>
                  </a:lnTo>
                  <a:lnTo>
                    <a:pt x="71" y="638"/>
                  </a:lnTo>
                  <a:lnTo>
                    <a:pt x="68" y="637"/>
                  </a:lnTo>
                  <a:lnTo>
                    <a:pt x="66" y="633"/>
                  </a:lnTo>
                  <a:lnTo>
                    <a:pt x="64" y="629"/>
                  </a:lnTo>
                  <a:lnTo>
                    <a:pt x="62" y="626"/>
                  </a:lnTo>
                  <a:lnTo>
                    <a:pt x="62" y="622"/>
                  </a:lnTo>
                  <a:lnTo>
                    <a:pt x="59" y="620"/>
                  </a:lnTo>
                  <a:lnTo>
                    <a:pt x="60" y="617"/>
                  </a:lnTo>
                  <a:lnTo>
                    <a:pt x="59" y="615"/>
                  </a:lnTo>
                  <a:lnTo>
                    <a:pt x="54" y="613"/>
                  </a:lnTo>
                  <a:lnTo>
                    <a:pt x="53" y="613"/>
                  </a:lnTo>
                  <a:lnTo>
                    <a:pt x="51" y="611"/>
                  </a:lnTo>
                  <a:lnTo>
                    <a:pt x="47" y="612"/>
                  </a:lnTo>
                  <a:lnTo>
                    <a:pt x="45" y="615"/>
                  </a:lnTo>
                  <a:lnTo>
                    <a:pt x="42" y="611"/>
                  </a:lnTo>
                  <a:lnTo>
                    <a:pt x="39" y="611"/>
                  </a:lnTo>
                  <a:lnTo>
                    <a:pt x="37" y="612"/>
                  </a:lnTo>
                  <a:lnTo>
                    <a:pt x="34" y="608"/>
                  </a:lnTo>
                  <a:lnTo>
                    <a:pt x="31" y="609"/>
                  </a:lnTo>
                  <a:lnTo>
                    <a:pt x="30" y="608"/>
                  </a:lnTo>
                  <a:lnTo>
                    <a:pt x="29" y="608"/>
                  </a:lnTo>
                  <a:lnTo>
                    <a:pt x="29" y="605"/>
                  </a:lnTo>
                  <a:lnTo>
                    <a:pt x="26" y="603"/>
                  </a:lnTo>
                  <a:lnTo>
                    <a:pt x="26" y="599"/>
                  </a:lnTo>
                  <a:lnTo>
                    <a:pt x="25" y="599"/>
                  </a:lnTo>
                  <a:lnTo>
                    <a:pt x="24" y="595"/>
                  </a:lnTo>
                  <a:lnTo>
                    <a:pt x="24" y="593"/>
                  </a:lnTo>
                  <a:lnTo>
                    <a:pt x="24" y="592"/>
                  </a:lnTo>
                  <a:lnTo>
                    <a:pt x="22" y="591"/>
                  </a:lnTo>
                  <a:lnTo>
                    <a:pt x="22" y="590"/>
                  </a:lnTo>
                  <a:lnTo>
                    <a:pt x="22" y="588"/>
                  </a:lnTo>
                  <a:lnTo>
                    <a:pt x="20" y="587"/>
                  </a:lnTo>
                  <a:lnTo>
                    <a:pt x="21" y="584"/>
                  </a:lnTo>
                  <a:lnTo>
                    <a:pt x="21" y="583"/>
                  </a:lnTo>
                  <a:lnTo>
                    <a:pt x="24" y="580"/>
                  </a:lnTo>
                  <a:lnTo>
                    <a:pt x="24" y="579"/>
                  </a:lnTo>
                  <a:lnTo>
                    <a:pt x="17" y="568"/>
                  </a:lnTo>
                  <a:lnTo>
                    <a:pt x="18" y="559"/>
                  </a:lnTo>
                  <a:lnTo>
                    <a:pt x="20" y="559"/>
                  </a:lnTo>
                  <a:lnTo>
                    <a:pt x="21" y="555"/>
                  </a:lnTo>
                  <a:lnTo>
                    <a:pt x="22" y="553"/>
                  </a:lnTo>
                  <a:lnTo>
                    <a:pt x="22" y="553"/>
                  </a:lnTo>
                  <a:lnTo>
                    <a:pt x="22" y="551"/>
                  </a:lnTo>
                  <a:lnTo>
                    <a:pt x="21" y="550"/>
                  </a:lnTo>
                  <a:lnTo>
                    <a:pt x="21" y="550"/>
                  </a:lnTo>
                  <a:lnTo>
                    <a:pt x="22" y="547"/>
                  </a:lnTo>
                  <a:lnTo>
                    <a:pt x="21" y="545"/>
                  </a:lnTo>
                  <a:lnTo>
                    <a:pt x="21" y="543"/>
                  </a:lnTo>
                  <a:lnTo>
                    <a:pt x="22" y="543"/>
                  </a:lnTo>
                  <a:lnTo>
                    <a:pt x="24" y="546"/>
                  </a:lnTo>
                  <a:lnTo>
                    <a:pt x="25" y="545"/>
                  </a:lnTo>
                  <a:lnTo>
                    <a:pt x="25" y="542"/>
                  </a:lnTo>
                  <a:lnTo>
                    <a:pt x="26" y="542"/>
                  </a:lnTo>
                  <a:lnTo>
                    <a:pt x="29" y="543"/>
                  </a:lnTo>
                  <a:lnTo>
                    <a:pt x="31" y="541"/>
                  </a:lnTo>
                  <a:lnTo>
                    <a:pt x="33" y="538"/>
                  </a:lnTo>
                  <a:lnTo>
                    <a:pt x="34" y="538"/>
                  </a:lnTo>
                  <a:lnTo>
                    <a:pt x="37" y="540"/>
                  </a:lnTo>
                  <a:lnTo>
                    <a:pt x="39" y="538"/>
                  </a:lnTo>
                  <a:lnTo>
                    <a:pt x="37" y="534"/>
                  </a:lnTo>
                  <a:lnTo>
                    <a:pt x="35" y="534"/>
                  </a:lnTo>
                  <a:lnTo>
                    <a:pt x="34" y="536"/>
                  </a:lnTo>
                  <a:lnTo>
                    <a:pt x="31" y="536"/>
                  </a:lnTo>
                  <a:lnTo>
                    <a:pt x="30" y="533"/>
                  </a:lnTo>
                  <a:lnTo>
                    <a:pt x="26" y="533"/>
                  </a:lnTo>
                  <a:lnTo>
                    <a:pt x="24" y="529"/>
                  </a:lnTo>
                  <a:lnTo>
                    <a:pt x="25" y="528"/>
                  </a:lnTo>
                  <a:lnTo>
                    <a:pt x="27" y="530"/>
                  </a:lnTo>
                  <a:lnTo>
                    <a:pt x="27" y="528"/>
                  </a:lnTo>
                  <a:lnTo>
                    <a:pt x="26" y="526"/>
                  </a:lnTo>
                  <a:lnTo>
                    <a:pt x="27" y="525"/>
                  </a:lnTo>
                  <a:lnTo>
                    <a:pt x="25" y="525"/>
                  </a:lnTo>
                  <a:lnTo>
                    <a:pt x="25" y="526"/>
                  </a:lnTo>
                  <a:lnTo>
                    <a:pt x="24" y="526"/>
                  </a:lnTo>
                  <a:lnTo>
                    <a:pt x="22" y="528"/>
                  </a:lnTo>
                  <a:lnTo>
                    <a:pt x="22" y="528"/>
                  </a:lnTo>
                  <a:lnTo>
                    <a:pt x="21" y="528"/>
                  </a:lnTo>
                  <a:lnTo>
                    <a:pt x="21" y="528"/>
                  </a:lnTo>
                  <a:lnTo>
                    <a:pt x="21" y="525"/>
                  </a:lnTo>
                  <a:lnTo>
                    <a:pt x="26" y="520"/>
                  </a:lnTo>
                  <a:lnTo>
                    <a:pt x="29" y="518"/>
                  </a:lnTo>
                  <a:lnTo>
                    <a:pt x="33" y="513"/>
                  </a:lnTo>
                  <a:lnTo>
                    <a:pt x="35" y="508"/>
                  </a:lnTo>
                  <a:lnTo>
                    <a:pt x="38" y="501"/>
                  </a:lnTo>
                  <a:lnTo>
                    <a:pt x="43" y="493"/>
                  </a:lnTo>
                  <a:lnTo>
                    <a:pt x="46" y="486"/>
                  </a:lnTo>
                  <a:lnTo>
                    <a:pt x="46" y="482"/>
                  </a:lnTo>
                  <a:lnTo>
                    <a:pt x="41" y="476"/>
                  </a:lnTo>
                  <a:lnTo>
                    <a:pt x="38" y="475"/>
                  </a:lnTo>
                  <a:lnTo>
                    <a:pt x="31" y="467"/>
                  </a:lnTo>
                  <a:lnTo>
                    <a:pt x="33" y="463"/>
                  </a:lnTo>
                  <a:lnTo>
                    <a:pt x="35" y="461"/>
                  </a:lnTo>
                  <a:lnTo>
                    <a:pt x="35" y="457"/>
                  </a:lnTo>
                  <a:lnTo>
                    <a:pt x="31" y="454"/>
                  </a:lnTo>
                  <a:lnTo>
                    <a:pt x="30" y="451"/>
                  </a:lnTo>
                  <a:lnTo>
                    <a:pt x="30" y="447"/>
                  </a:lnTo>
                  <a:lnTo>
                    <a:pt x="30" y="446"/>
                  </a:lnTo>
                  <a:lnTo>
                    <a:pt x="30" y="445"/>
                  </a:lnTo>
                  <a:lnTo>
                    <a:pt x="26" y="443"/>
                  </a:lnTo>
                  <a:lnTo>
                    <a:pt x="25" y="442"/>
                  </a:lnTo>
                  <a:lnTo>
                    <a:pt x="25" y="438"/>
                  </a:lnTo>
                  <a:lnTo>
                    <a:pt x="27" y="436"/>
                  </a:lnTo>
                  <a:lnTo>
                    <a:pt x="25" y="436"/>
                  </a:lnTo>
                  <a:lnTo>
                    <a:pt x="25" y="433"/>
                  </a:lnTo>
                  <a:lnTo>
                    <a:pt x="25" y="425"/>
                  </a:lnTo>
                  <a:lnTo>
                    <a:pt x="27" y="425"/>
                  </a:lnTo>
                  <a:lnTo>
                    <a:pt x="22" y="412"/>
                  </a:lnTo>
                  <a:lnTo>
                    <a:pt x="17" y="404"/>
                  </a:lnTo>
                  <a:lnTo>
                    <a:pt x="16" y="400"/>
                  </a:lnTo>
                  <a:lnTo>
                    <a:pt x="13" y="397"/>
                  </a:lnTo>
                  <a:lnTo>
                    <a:pt x="16" y="392"/>
                  </a:lnTo>
                  <a:lnTo>
                    <a:pt x="17" y="388"/>
                  </a:lnTo>
                  <a:lnTo>
                    <a:pt x="18" y="384"/>
                  </a:lnTo>
                  <a:lnTo>
                    <a:pt x="17" y="383"/>
                  </a:lnTo>
                  <a:lnTo>
                    <a:pt x="12" y="379"/>
                  </a:lnTo>
                  <a:lnTo>
                    <a:pt x="10" y="378"/>
                  </a:lnTo>
                  <a:lnTo>
                    <a:pt x="9" y="375"/>
                  </a:lnTo>
                  <a:lnTo>
                    <a:pt x="6" y="372"/>
                  </a:lnTo>
                  <a:lnTo>
                    <a:pt x="4" y="372"/>
                  </a:lnTo>
                  <a:lnTo>
                    <a:pt x="2" y="367"/>
                  </a:lnTo>
                  <a:lnTo>
                    <a:pt x="1" y="365"/>
                  </a:lnTo>
                  <a:lnTo>
                    <a:pt x="1" y="361"/>
                  </a:lnTo>
                  <a:lnTo>
                    <a:pt x="2" y="358"/>
                  </a:lnTo>
                  <a:lnTo>
                    <a:pt x="0" y="358"/>
                  </a:lnTo>
                  <a:lnTo>
                    <a:pt x="2" y="357"/>
                  </a:lnTo>
                  <a:lnTo>
                    <a:pt x="5" y="355"/>
                  </a:lnTo>
                  <a:lnTo>
                    <a:pt x="5" y="355"/>
                  </a:lnTo>
                  <a:lnTo>
                    <a:pt x="6" y="354"/>
                  </a:lnTo>
                  <a:lnTo>
                    <a:pt x="6" y="350"/>
                  </a:lnTo>
                  <a:lnTo>
                    <a:pt x="9" y="347"/>
                  </a:lnTo>
                  <a:lnTo>
                    <a:pt x="13" y="347"/>
                  </a:lnTo>
                  <a:lnTo>
                    <a:pt x="14" y="345"/>
                  </a:lnTo>
                  <a:lnTo>
                    <a:pt x="14" y="341"/>
                  </a:lnTo>
                  <a:lnTo>
                    <a:pt x="16" y="341"/>
                  </a:lnTo>
                  <a:lnTo>
                    <a:pt x="18" y="342"/>
                  </a:lnTo>
                  <a:lnTo>
                    <a:pt x="20" y="340"/>
                  </a:lnTo>
                  <a:lnTo>
                    <a:pt x="20" y="337"/>
                  </a:lnTo>
                  <a:lnTo>
                    <a:pt x="20" y="337"/>
                  </a:lnTo>
                  <a:lnTo>
                    <a:pt x="22" y="338"/>
                  </a:lnTo>
                  <a:lnTo>
                    <a:pt x="24" y="338"/>
                  </a:lnTo>
                  <a:lnTo>
                    <a:pt x="24" y="341"/>
                  </a:lnTo>
                  <a:lnTo>
                    <a:pt x="25" y="342"/>
                  </a:lnTo>
                  <a:lnTo>
                    <a:pt x="25" y="340"/>
                  </a:lnTo>
                  <a:lnTo>
                    <a:pt x="26" y="338"/>
                  </a:lnTo>
                  <a:lnTo>
                    <a:pt x="27" y="338"/>
                  </a:lnTo>
                  <a:lnTo>
                    <a:pt x="29" y="338"/>
                  </a:lnTo>
                  <a:lnTo>
                    <a:pt x="26" y="336"/>
                  </a:lnTo>
                  <a:lnTo>
                    <a:pt x="26" y="336"/>
                  </a:lnTo>
                  <a:lnTo>
                    <a:pt x="27" y="336"/>
                  </a:lnTo>
                  <a:lnTo>
                    <a:pt x="29" y="336"/>
                  </a:lnTo>
                  <a:lnTo>
                    <a:pt x="29" y="334"/>
                  </a:lnTo>
                  <a:lnTo>
                    <a:pt x="29" y="334"/>
                  </a:lnTo>
                  <a:lnTo>
                    <a:pt x="27" y="333"/>
                  </a:lnTo>
                  <a:lnTo>
                    <a:pt x="27" y="332"/>
                  </a:lnTo>
                  <a:lnTo>
                    <a:pt x="30" y="332"/>
                  </a:lnTo>
                  <a:lnTo>
                    <a:pt x="33" y="333"/>
                  </a:lnTo>
                  <a:lnTo>
                    <a:pt x="34" y="336"/>
                  </a:lnTo>
                  <a:lnTo>
                    <a:pt x="35" y="336"/>
                  </a:lnTo>
                  <a:lnTo>
                    <a:pt x="37" y="336"/>
                  </a:lnTo>
                  <a:lnTo>
                    <a:pt x="38" y="336"/>
                  </a:lnTo>
                  <a:lnTo>
                    <a:pt x="38" y="337"/>
                  </a:lnTo>
                  <a:lnTo>
                    <a:pt x="39" y="338"/>
                  </a:lnTo>
                  <a:lnTo>
                    <a:pt x="41" y="340"/>
                  </a:lnTo>
                  <a:lnTo>
                    <a:pt x="38" y="341"/>
                  </a:lnTo>
                  <a:lnTo>
                    <a:pt x="37" y="340"/>
                  </a:lnTo>
                  <a:lnTo>
                    <a:pt x="34" y="341"/>
                  </a:lnTo>
                  <a:lnTo>
                    <a:pt x="31" y="338"/>
                  </a:lnTo>
                  <a:lnTo>
                    <a:pt x="31" y="337"/>
                  </a:lnTo>
                  <a:lnTo>
                    <a:pt x="30" y="338"/>
                  </a:lnTo>
                  <a:lnTo>
                    <a:pt x="30" y="341"/>
                  </a:lnTo>
                  <a:lnTo>
                    <a:pt x="31" y="343"/>
                  </a:lnTo>
                  <a:lnTo>
                    <a:pt x="33" y="342"/>
                  </a:lnTo>
                  <a:lnTo>
                    <a:pt x="34" y="342"/>
                  </a:lnTo>
                  <a:lnTo>
                    <a:pt x="34" y="345"/>
                  </a:lnTo>
                  <a:lnTo>
                    <a:pt x="35" y="343"/>
                  </a:lnTo>
                  <a:lnTo>
                    <a:pt x="38" y="343"/>
                  </a:lnTo>
                  <a:lnTo>
                    <a:pt x="38" y="345"/>
                  </a:lnTo>
                  <a:lnTo>
                    <a:pt x="39" y="345"/>
                  </a:lnTo>
                  <a:lnTo>
                    <a:pt x="39" y="343"/>
                  </a:lnTo>
                  <a:lnTo>
                    <a:pt x="41" y="345"/>
                  </a:lnTo>
                  <a:lnTo>
                    <a:pt x="41" y="345"/>
                  </a:lnTo>
                  <a:lnTo>
                    <a:pt x="41" y="346"/>
                  </a:lnTo>
                  <a:lnTo>
                    <a:pt x="42" y="345"/>
                  </a:lnTo>
                  <a:lnTo>
                    <a:pt x="43" y="343"/>
                  </a:lnTo>
                  <a:lnTo>
                    <a:pt x="45" y="343"/>
                  </a:lnTo>
                  <a:lnTo>
                    <a:pt x="43" y="345"/>
                  </a:lnTo>
                  <a:lnTo>
                    <a:pt x="43" y="346"/>
                  </a:lnTo>
                  <a:lnTo>
                    <a:pt x="45" y="346"/>
                  </a:lnTo>
                  <a:lnTo>
                    <a:pt x="46" y="347"/>
                  </a:lnTo>
                  <a:lnTo>
                    <a:pt x="45" y="347"/>
                  </a:lnTo>
                  <a:lnTo>
                    <a:pt x="43" y="350"/>
                  </a:lnTo>
                  <a:lnTo>
                    <a:pt x="46" y="350"/>
                  </a:lnTo>
                  <a:lnTo>
                    <a:pt x="47" y="347"/>
                  </a:lnTo>
                  <a:lnTo>
                    <a:pt x="46" y="345"/>
                  </a:lnTo>
                  <a:lnTo>
                    <a:pt x="47" y="345"/>
                  </a:lnTo>
                  <a:lnTo>
                    <a:pt x="50" y="345"/>
                  </a:lnTo>
                  <a:lnTo>
                    <a:pt x="51" y="345"/>
                  </a:lnTo>
                  <a:lnTo>
                    <a:pt x="51" y="345"/>
                  </a:lnTo>
                  <a:lnTo>
                    <a:pt x="50" y="342"/>
                  </a:lnTo>
                  <a:lnTo>
                    <a:pt x="50" y="342"/>
                  </a:lnTo>
                  <a:lnTo>
                    <a:pt x="53" y="343"/>
                  </a:lnTo>
                  <a:lnTo>
                    <a:pt x="54" y="345"/>
                  </a:lnTo>
                  <a:lnTo>
                    <a:pt x="58" y="345"/>
                  </a:lnTo>
                  <a:lnTo>
                    <a:pt x="60" y="346"/>
                  </a:lnTo>
                  <a:lnTo>
                    <a:pt x="62" y="345"/>
                  </a:lnTo>
                  <a:lnTo>
                    <a:pt x="62" y="343"/>
                  </a:lnTo>
                  <a:lnTo>
                    <a:pt x="64" y="345"/>
                  </a:lnTo>
                  <a:lnTo>
                    <a:pt x="67" y="346"/>
                  </a:lnTo>
                  <a:lnTo>
                    <a:pt x="67" y="345"/>
                  </a:lnTo>
                  <a:lnTo>
                    <a:pt x="70" y="346"/>
                  </a:lnTo>
                  <a:lnTo>
                    <a:pt x="81" y="353"/>
                  </a:lnTo>
                  <a:lnTo>
                    <a:pt x="91" y="358"/>
                  </a:lnTo>
                  <a:lnTo>
                    <a:pt x="92" y="361"/>
                  </a:lnTo>
                  <a:lnTo>
                    <a:pt x="95" y="361"/>
                  </a:lnTo>
                  <a:lnTo>
                    <a:pt x="97" y="365"/>
                  </a:lnTo>
                  <a:lnTo>
                    <a:pt x="99" y="366"/>
                  </a:lnTo>
                  <a:lnTo>
                    <a:pt x="99" y="365"/>
                  </a:lnTo>
                  <a:lnTo>
                    <a:pt x="99" y="363"/>
                  </a:lnTo>
                  <a:lnTo>
                    <a:pt x="100" y="363"/>
                  </a:lnTo>
                  <a:lnTo>
                    <a:pt x="103" y="366"/>
                  </a:lnTo>
                  <a:lnTo>
                    <a:pt x="105" y="366"/>
                  </a:lnTo>
                  <a:lnTo>
                    <a:pt x="108" y="368"/>
                  </a:lnTo>
                  <a:lnTo>
                    <a:pt x="109" y="368"/>
                  </a:lnTo>
                  <a:lnTo>
                    <a:pt x="108" y="366"/>
                  </a:lnTo>
                  <a:lnTo>
                    <a:pt x="106" y="365"/>
                  </a:lnTo>
                  <a:lnTo>
                    <a:pt x="108" y="365"/>
                  </a:lnTo>
                  <a:lnTo>
                    <a:pt x="110" y="367"/>
                  </a:lnTo>
                  <a:lnTo>
                    <a:pt x="110" y="370"/>
                  </a:lnTo>
                  <a:lnTo>
                    <a:pt x="116" y="372"/>
                  </a:lnTo>
                  <a:lnTo>
                    <a:pt x="116" y="374"/>
                  </a:lnTo>
                  <a:lnTo>
                    <a:pt x="118" y="375"/>
                  </a:lnTo>
                  <a:lnTo>
                    <a:pt x="118" y="374"/>
                  </a:lnTo>
                  <a:lnTo>
                    <a:pt x="121" y="375"/>
                  </a:lnTo>
                  <a:lnTo>
                    <a:pt x="122" y="378"/>
                  </a:lnTo>
                  <a:lnTo>
                    <a:pt x="124" y="380"/>
                  </a:lnTo>
                  <a:lnTo>
                    <a:pt x="125" y="382"/>
                  </a:lnTo>
                  <a:lnTo>
                    <a:pt x="128" y="384"/>
                  </a:lnTo>
                  <a:lnTo>
                    <a:pt x="128" y="384"/>
                  </a:lnTo>
                  <a:lnTo>
                    <a:pt x="129" y="384"/>
                  </a:lnTo>
                  <a:lnTo>
                    <a:pt x="129" y="388"/>
                  </a:lnTo>
                  <a:lnTo>
                    <a:pt x="129" y="391"/>
                  </a:lnTo>
                  <a:lnTo>
                    <a:pt x="129" y="393"/>
                  </a:lnTo>
                  <a:lnTo>
                    <a:pt x="128" y="396"/>
                  </a:lnTo>
                  <a:lnTo>
                    <a:pt x="128" y="397"/>
                  </a:lnTo>
                  <a:lnTo>
                    <a:pt x="125" y="400"/>
                  </a:lnTo>
                  <a:lnTo>
                    <a:pt x="125" y="403"/>
                  </a:lnTo>
                  <a:lnTo>
                    <a:pt x="120" y="408"/>
                  </a:lnTo>
                  <a:lnTo>
                    <a:pt x="117" y="411"/>
                  </a:lnTo>
                  <a:lnTo>
                    <a:pt x="113" y="411"/>
                  </a:lnTo>
                  <a:lnTo>
                    <a:pt x="112" y="412"/>
                  </a:lnTo>
                  <a:lnTo>
                    <a:pt x="108" y="412"/>
                  </a:lnTo>
                  <a:lnTo>
                    <a:pt x="106" y="413"/>
                  </a:lnTo>
                  <a:lnTo>
                    <a:pt x="101" y="413"/>
                  </a:lnTo>
                  <a:lnTo>
                    <a:pt x="95" y="413"/>
                  </a:lnTo>
                  <a:lnTo>
                    <a:pt x="91" y="412"/>
                  </a:lnTo>
                  <a:lnTo>
                    <a:pt x="88" y="411"/>
                  </a:lnTo>
                  <a:lnTo>
                    <a:pt x="87" y="412"/>
                  </a:lnTo>
                  <a:lnTo>
                    <a:pt x="84" y="411"/>
                  </a:lnTo>
                  <a:lnTo>
                    <a:pt x="81" y="411"/>
                  </a:lnTo>
                  <a:lnTo>
                    <a:pt x="80" y="409"/>
                  </a:lnTo>
                  <a:lnTo>
                    <a:pt x="79" y="409"/>
                  </a:lnTo>
                  <a:lnTo>
                    <a:pt x="78" y="411"/>
                  </a:lnTo>
                  <a:lnTo>
                    <a:pt x="74" y="408"/>
                  </a:lnTo>
                  <a:lnTo>
                    <a:pt x="74" y="405"/>
                  </a:lnTo>
                  <a:lnTo>
                    <a:pt x="72" y="407"/>
                  </a:lnTo>
                  <a:lnTo>
                    <a:pt x="70" y="407"/>
                  </a:lnTo>
                  <a:lnTo>
                    <a:pt x="71" y="405"/>
                  </a:lnTo>
                  <a:lnTo>
                    <a:pt x="67" y="405"/>
                  </a:lnTo>
                  <a:lnTo>
                    <a:pt x="66" y="407"/>
                  </a:lnTo>
                  <a:lnTo>
                    <a:pt x="63" y="407"/>
                  </a:lnTo>
                  <a:lnTo>
                    <a:pt x="63" y="405"/>
                  </a:lnTo>
                  <a:lnTo>
                    <a:pt x="63" y="404"/>
                  </a:lnTo>
                  <a:lnTo>
                    <a:pt x="64" y="404"/>
                  </a:lnTo>
                  <a:lnTo>
                    <a:pt x="63" y="401"/>
                  </a:lnTo>
                  <a:lnTo>
                    <a:pt x="62" y="403"/>
                  </a:lnTo>
                  <a:lnTo>
                    <a:pt x="58" y="403"/>
                  </a:lnTo>
                  <a:lnTo>
                    <a:pt x="56" y="401"/>
                  </a:lnTo>
                  <a:lnTo>
                    <a:pt x="55" y="401"/>
                  </a:lnTo>
                  <a:lnTo>
                    <a:pt x="54" y="401"/>
                  </a:lnTo>
                  <a:lnTo>
                    <a:pt x="49" y="397"/>
                  </a:lnTo>
                  <a:lnTo>
                    <a:pt x="49" y="395"/>
                  </a:lnTo>
                  <a:lnTo>
                    <a:pt x="45" y="395"/>
                  </a:lnTo>
                  <a:lnTo>
                    <a:pt x="45" y="395"/>
                  </a:lnTo>
                  <a:lnTo>
                    <a:pt x="42" y="395"/>
                  </a:lnTo>
                  <a:lnTo>
                    <a:pt x="42" y="395"/>
                  </a:lnTo>
                  <a:lnTo>
                    <a:pt x="45" y="396"/>
                  </a:lnTo>
                  <a:lnTo>
                    <a:pt x="45" y="400"/>
                  </a:lnTo>
                  <a:lnTo>
                    <a:pt x="47" y="401"/>
                  </a:lnTo>
                  <a:lnTo>
                    <a:pt x="49" y="404"/>
                  </a:lnTo>
                  <a:lnTo>
                    <a:pt x="53" y="404"/>
                  </a:lnTo>
                  <a:lnTo>
                    <a:pt x="53" y="405"/>
                  </a:lnTo>
                  <a:lnTo>
                    <a:pt x="50" y="407"/>
                  </a:lnTo>
                  <a:lnTo>
                    <a:pt x="49" y="408"/>
                  </a:lnTo>
                  <a:lnTo>
                    <a:pt x="50" y="408"/>
                  </a:lnTo>
                  <a:lnTo>
                    <a:pt x="54" y="408"/>
                  </a:lnTo>
                  <a:lnTo>
                    <a:pt x="55" y="407"/>
                  </a:lnTo>
                  <a:lnTo>
                    <a:pt x="56" y="408"/>
                  </a:lnTo>
                  <a:lnTo>
                    <a:pt x="55" y="408"/>
                  </a:lnTo>
                  <a:lnTo>
                    <a:pt x="55" y="409"/>
                  </a:lnTo>
                  <a:lnTo>
                    <a:pt x="58" y="409"/>
                  </a:lnTo>
                  <a:lnTo>
                    <a:pt x="56" y="411"/>
                  </a:lnTo>
                  <a:lnTo>
                    <a:pt x="55" y="412"/>
                  </a:lnTo>
                  <a:lnTo>
                    <a:pt x="54" y="413"/>
                  </a:lnTo>
                  <a:lnTo>
                    <a:pt x="56" y="413"/>
                  </a:lnTo>
                  <a:lnTo>
                    <a:pt x="58" y="412"/>
                  </a:lnTo>
                  <a:lnTo>
                    <a:pt x="59" y="412"/>
                  </a:lnTo>
                  <a:lnTo>
                    <a:pt x="60" y="413"/>
                  </a:lnTo>
                  <a:lnTo>
                    <a:pt x="62" y="413"/>
                  </a:lnTo>
                  <a:lnTo>
                    <a:pt x="67" y="415"/>
                  </a:lnTo>
                  <a:lnTo>
                    <a:pt x="70" y="418"/>
                  </a:lnTo>
                  <a:lnTo>
                    <a:pt x="71" y="418"/>
                  </a:lnTo>
                  <a:lnTo>
                    <a:pt x="71" y="420"/>
                  </a:lnTo>
                  <a:lnTo>
                    <a:pt x="70" y="422"/>
                  </a:lnTo>
                  <a:lnTo>
                    <a:pt x="71" y="422"/>
                  </a:lnTo>
                  <a:lnTo>
                    <a:pt x="71" y="425"/>
                  </a:lnTo>
                  <a:lnTo>
                    <a:pt x="71" y="428"/>
                  </a:lnTo>
                  <a:lnTo>
                    <a:pt x="70" y="429"/>
                  </a:lnTo>
                  <a:lnTo>
                    <a:pt x="68" y="430"/>
                  </a:lnTo>
                  <a:lnTo>
                    <a:pt x="71" y="432"/>
                  </a:lnTo>
                  <a:lnTo>
                    <a:pt x="71" y="434"/>
                  </a:lnTo>
                  <a:lnTo>
                    <a:pt x="74" y="437"/>
                  </a:lnTo>
                  <a:lnTo>
                    <a:pt x="74" y="440"/>
                  </a:lnTo>
                  <a:lnTo>
                    <a:pt x="76" y="441"/>
                  </a:lnTo>
                  <a:lnTo>
                    <a:pt x="76" y="443"/>
                  </a:lnTo>
                  <a:lnTo>
                    <a:pt x="76" y="446"/>
                  </a:lnTo>
                  <a:lnTo>
                    <a:pt x="76" y="447"/>
                  </a:lnTo>
                  <a:lnTo>
                    <a:pt x="76" y="449"/>
                  </a:lnTo>
                  <a:lnTo>
                    <a:pt x="78" y="451"/>
                  </a:lnTo>
                  <a:lnTo>
                    <a:pt x="83" y="453"/>
                  </a:lnTo>
                  <a:lnTo>
                    <a:pt x="84" y="451"/>
                  </a:lnTo>
                  <a:lnTo>
                    <a:pt x="85" y="451"/>
                  </a:lnTo>
                  <a:lnTo>
                    <a:pt x="87" y="453"/>
                  </a:lnTo>
                  <a:lnTo>
                    <a:pt x="89" y="454"/>
                  </a:lnTo>
                  <a:lnTo>
                    <a:pt x="89" y="458"/>
                  </a:lnTo>
                  <a:lnTo>
                    <a:pt x="91" y="458"/>
                  </a:lnTo>
                  <a:lnTo>
                    <a:pt x="95" y="458"/>
                  </a:lnTo>
                  <a:lnTo>
                    <a:pt x="96" y="459"/>
                  </a:lnTo>
                  <a:lnTo>
                    <a:pt x="100" y="459"/>
                  </a:lnTo>
                  <a:lnTo>
                    <a:pt x="101" y="462"/>
                  </a:lnTo>
                  <a:lnTo>
                    <a:pt x="103" y="462"/>
                  </a:lnTo>
                  <a:lnTo>
                    <a:pt x="105" y="459"/>
                  </a:lnTo>
                  <a:lnTo>
                    <a:pt x="108" y="459"/>
                  </a:lnTo>
                  <a:lnTo>
                    <a:pt x="109" y="458"/>
                  </a:lnTo>
                  <a:lnTo>
                    <a:pt x="109" y="454"/>
                  </a:lnTo>
                  <a:lnTo>
                    <a:pt x="106" y="453"/>
                  </a:lnTo>
                  <a:lnTo>
                    <a:pt x="108" y="451"/>
                  </a:lnTo>
                  <a:lnTo>
                    <a:pt x="108" y="451"/>
                  </a:lnTo>
                  <a:lnTo>
                    <a:pt x="105" y="450"/>
                  </a:lnTo>
                  <a:lnTo>
                    <a:pt x="105" y="447"/>
                  </a:lnTo>
                  <a:lnTo>
                    <a:pt x="103" y="449"/>
                  </a:lnTo>
                  <a:lnTo>
                    <a:pt x="101" y="449"/>
                  </a:lnTo>
                  <a:lnTo>
                    <a:pt x="100" y="450"/>
                  </a:lnTo>
                  <a:lnTo>
                    <a:pt x="96" y="449"/>
                  </a:lnTo>
                  <a:lnTo>
                    <a:pt x="95" y="446"/>
                  </a:lnTo>
                  <a:lnTo>
                    <a:pt x="91" y="445"/>
                  </a:lnTo>
                  <a:lnTo>
                    <a:pt x="91" y="442"/>
                  </a:lnTo>
                  <a:lnTo>
                    <a:pt x="89" y="438"/>
                  </a:lnTo>
                  <a:lnTo>
                    <a:pt x="91" y="438"/>
                  </a:lnTo>
                  <a:lnTo>
                    <a:pt x="93" y="437"/>
                  </a:lnTo>
                  <a:lnTo>
                    <a:pt x="92" y="436"/>
                  </a:lnTo>
                  <a:lnTo>
                    <a:pt x="92" y="434"/>
                  </a:lnTo>
                  <a:lnTo>
                    <a:pt x="92" y="433"/>
                  </a:lnTo>
                  <a:lnTo>
                    <a:pt x="92" y="432"/>
                  </a:lnTo>
                  <a:lnTo>
                    <a:pt x="95" y="432"/>
                  </a:lnTo>
                  <a:lnTo>
                    <a:pt x="97" y="433"/>
                  </a:lnTo>
                  <a:lnTo>
                    <a:pt x="101" y="434"/>
                  </a:lnTo>
                  <a:lnTo>
                    <a:pt x="103" y="437"/>
                  </a:lnTo>
                  <a:lnTo>
                    <a:pt x="105" y="438"/>
                  </a:lnTo>
                  <a:lnTo>
                    <a:pt x="109" y="438"/>
                  </a:lnTo>
                  <a:lnTo>
                    <a:pt x="109" y="440"/>
                  </a:lnTo>
                  <a:lnTo>
                    <a:pt x="112" y="441"/>
                  </a:lnTo>
                  <a:lnTo>
                    <a:pt x="120" y="443"/>
                  </a:lnTo>
                  <a:lnTo>
                    <a:pt x="122" y="447"/>
                  </a:lnTo>
                  <a:lnTo>
                    <a:pt x="124" y="445"/>
                  </a:lnTo>
                  <a:lnTo>
                    <a:pt x="126" y="443"/>
                  </a:lnTo>
                  <a:lnTo>
                    <a:pt x="126" y="441"/>
                  </a:lnTo>
                  <a:lnTo>
                    <a:pt x="128" y="441"/>
                  </a:lnTo>
                  <a:lnTo>
                    <a:pt x="130" y="438"/>
                  </a:lnTo>
                  <a:lnTo>
                    <a:pt x="126" y="434"/>
                  </a:lnTo>
                  <a:lnTo>
                    <a:pt x="121" y="429"/>
                  </a:lnTo>
                  <a:lnTo>
                    <a:pt x="120" y="425"/>
                  </a:lnTo>
                  <a:lnTo>
                    <a:pt x="121" y="422"/>
                  </a:lnTo>
                  <a:lnTo>
                    <a:pt x="124" y="420"/>
                  </a:lnTo>
                  <a:lnTo>
                    <a:pt x="126" y="417"/>
                  </a:lnTo>
                  <a:lnTo>
                    <a:pt x="128" y="413"/>
                  </a:lnTo>
                  <a:lnTo>
                    <a:pt x="129" y="412"/>
                  </a:lnTo>
                  <a:lnTo>
                    <a:pt x="132" y="412"/>
                  </a:lnTo>
                  <a:lnTo>
                    <a:pt x="135" y="408"/>
                  </a:lnTo>
                  <a:lnTo>
                    <a:pt x="138" y="403"/>
                  </a:lnTo>
                  <a:lnTo>
                    <a:pt x="139" y="401"/>
                  </a:lnTo>
                  <a:lnTo>
                    <a:pt x="143" y="401"/>
                  </a:lnTo>
                  <a:lnTo>
                    <a:pt x="145" y="404"/>
                  </a:lnTo>
                  <a:lnTo>
                    <a:pt x="149" y="403"/>
                  </a:lnTo>
                  <a:lnTo>
                    <a:pt x="153" y="404"/>
                  </a:lnTo>
                  <a:lnTo>
                    <a:pt x="154" y="405"/>
                  </a:lnTo>
                  <a:lnTo>
                    <a:pt x="153" y="408"/>
                  </a:lnTo>
                  <a:lnTo>
                    <a:pt x="157" y="405"/>
                  </a:lnTo>
                  <a:lnTo>
                    <a:pt x="159" y="407"/>
                  </a:lnTo>
                  <a:lnTo>
                    <a:pt x="159" y="411"/>
                  </a:lnTo>
                  <a:lnTo>
                    <a:pt x="162" y="412"/>
                  </a:lnTo>
                  <a:lnTo>
                    <a:pt x="160" y="407"/>
                  </a:lnTo>
                  <a:lnTo>
                    <a:pt x="159" y="404"/>
                  </a:lnTo>
                  <a:lnTo>
                    <a:pt x="160" y="403"/>
                  </a:lnTo>
                  <a:lnTo>
                    <a:pt x="160" y="397"/>
                  </a:lnTo>
                  <a:lnTo>
                    <a:pt x="160" y="396"/>
                  </a:lnTo>
                  <a:lnTo>
                    <a:pt x="160" y="395"/>
                  </a:lnTo>
                  <a:lnTo>
                    <a:pt x="160" y="393"/>
                  </a:lnTo>
                  <a:lnTo>
                    <a:pt x="160" y="392"/>
                  </a:lnTo>
                  <a:lnTo>
                    <a:pt x="160" y="391"/>
                  </a:lnTo>
                  <a:lnTo>
                    <a:pt x="160" y="390"/>
                  </a:lnTo>
                  <a:lnTo>
                    <a:pt x="159" y="388"/>
                  </a:lnTo>
                  <a:lnTo>
                    <a:pt x="157" y="386"/>
                  </a:lnTo>
                  <a:lnTo>
                    <a:pt x="153" y="387"/>
                  </a:lnTo>
                  <a:lnTo>
                    <a:pt x="151" y="383"/>
                  </a:lnTo>
                  <a:lnTo>
                    <a:pt x="153" y="380"/>
                  </a:lnTo>
                  <a:lnTo>
                    <a:pt x="153" y="375"/>
                  </a:lnTo>
                  <a:lnTo>
                    <a:pt x="154" y="374"/>
                  </a:lnTo>
                  <a:lnTo>
                    <a:pt x="153" y="372"/>
                  </a:lnTo>
                  <a:lnTo>
                    <a:pt x="153" y="370"/>
                  </a:lnTo>
                  <a:lnTo>
                    <a:pt x="154" y="370"/>
                  </a:lnTo>
                  <a:lnTo>
                    <a:pt x="153" y="368"/>
                  </a:lnTo>
                  <a:lnTo>
                    <a:pt x="153" y="366"/>
                  </a:lnTo>
                  <a:lnTo>
                    <a:pt x="151" y="361"/>
                  </a:lnTo>
                  <a:lnTo>
                    <a:pt x="147" y="358"/>
                  </a:lnTo>
                  <a:lnTo>
                    <a:pt x="142" y="353"/>
                  </a:lnTo>
                  <a:lnTo>
                    <a:pt x="142" y="351"/>
                  </a:lnTo>
                  <a:lnTo>
                    <a:pt x="145" y="351"/>
                  </a:lnTo>
                  <a:lnTo>
                    <a:pt x="149" y="355"/>
                  </a:lnTo>
                  <a:lnTo>
                    <a:pt x="151" y="355"/>
                  </a:lnTo>
                  <a:lnTo>
                    <a:pt x="154" y="354"/>
                  </a:lnTo>
                  <a:lnTo>
                    <a:pt x="158" y="354"/>
                  </a:lnTo>
                  <a:lnTo>
                    <a:pt x="164" y="354"/>
                  </a:lnTo>
                  <a:lnTo>
                    <a:pt x="167" y="357"/>
                  </a:lnTo>
                  <a:lnTo>
                    <a:pt x="167" y="358"/>
                  </a:lnTo>
                  <a:lnTo>
                    <a:pt x="170" y="361"/>
                  </a:lnTo>
                  <a:lnTo>
                    <a:pt x="172" y="362"/>
                  </a:lnTo>
                  <a:lnTo>
                    <a:pt x="174" y="363"/>
                  </a:lnTo>
                  <a:lnTo>
                    <a:pt x="176" y="367"/>
                  </a:lnTo>
                  <a:lnTo>
                    <a:pt x="176" y="370"/>
                  </a:lnTo>
                  <a:lnTo>
                    <a:pt x="172" y="370"/>
                  </a:lnTo>
                  <a:lnTo>
                    <a:pt x="171" y="371"/>
                  </a:lnTo>
                  <a:lnTo>
                    <a:pt x="167" y="371"/>
                  </a:lnTo>
                  <a:lnTo>
                    <a:pt x="166" y="372"/>
                  </a:lnTo>
                  <a:lnTo>
                    <a:pt x="166" y="374"/>
                  </a:lnTo>
                  <a:lnTo>
                    <a:pt x="166" y="375"/>
                  </a:lnTo>
                  <a:lnTo>
                    <a:pt x="164" y="375"/>
                  </a:lnTo>
                  <a:lnTo>
                    <a:pt x="163" y="376"/>
                  </a:lnTo>
                  <a:lnTo>
                    <a:pt x="163" y="379"/>
                  </a:lnTo>
                  <a:lnTo>
                    <a:pt x="164" y="380"/>
                  </a:lnTo>
                  <a:lnTo>
                    <a:pt x="170" y="384"/>
                  </a:lnTo>
                  <a:lnTo>
                    <a:pt x="175" y="391"/>
                  </a:lnTo>
                  <a:lnTo>
                    <a:pt x="176" y="391"/>
                  </a:lnTo>
                  <a:lnTo>
                    <a:pt x="180" y="388"/>
                  </a:lnTo>
                  <a:lnTo>
                    <a:pt x="182" y="391"/>
                  </a:lnTo>
                  <a:lnTo>
                    <a:pt x="183" y="390"/>
                  </a:lnTo>
                  <a:lnTo>
                    <a:pt x="184" y="390"/>
                  </a:lnTo>
                  <a:lnTo>
                    <a:pt x="186" y="388"/>
                  </a:lnTo>
                  <a:lnTo>
                    <a:pt x="189" y="387"/>
                  </a:lnTo>
                  <a:lnTo>
                    <a:pt x="191" y="384"/>
                  </a:lnTo>
                  <a:lnTo>
                    <a:pt x="189" y="380"/>
                  </a:lnTo>
                  <a:lnTo>
                    <a:pt x="191" y="378"/>
                  </a:lnTo>
                  <a:lnTo>
                    <a:pt x="191" y="375"/>
                  </a:lnTo>
                  <a:lnTo>
                    <a:pt x="189" y="374"/>
                  </a:lnTo>
                  <a:lnTo>
                    <a:pt x="191" y="372"/>
                  </a:lnTo>
                  <a:lnTo>
                    <a:pt x="196" y="371"/>
                  </a:lnTo>
                  <a:lnTo>
                    <a:pt x="197" y="370"/>
                  </a:lnTo>
                  <a:lnTo>
                    <a:pt x="201" y="371"/>
                  </a:lnTo>
                  <a:lnTo>
                    <a:pt x="201" y="370"/>
                  </a:lnTo>
                  <a:lnTo>
                    <a:pt x="197" y="367"/>
                  </a:lnTo>
                  <a:lnTo>
                    <a:pt x="197" y="366"/>
                  </a:lnTo>
                  <a:lnTo>
                    <a:pt x="197" y="366"/>
                  </a:lnTo>
                  <a:lnTo>
                    <a:pt x="200" y="367"/>
                  </a:lnTo>
                  <a:lnTo>
                    <a:pt x="201" y="366"/>
                  </a:lnTo>
                  <a:lnTo>
                    <a:pt x="207" y="361"/>
                  </a:lnTo>
                  <a:lnTo>
                    <a:pt x="208" y="361"/>
                  </a:lnTo>
                  <a:lnTo>
                    <a:pt x="212" y="354"/>
                  </a:lnTo>
                  <a:lnTo>
                    <a:pt x="212" y="353"/>
                  </a:lnTo>
                  <a:lnTo>
                    <a:pt x="213" y="353"/>
                  </a:lnTo>
                  <a:lnTo>
                    <a:pt x="216" y="353"/>
                  </a:lnTo>
                  <a:lnTo>
                    <a:pt x="220" y="351"/>
                  </a:lnTo>
                  <a:lnTo>
                    <a:pt x="220" y="350"/>
                  </a:lnTo>
                  <a:lnTo>
                    <a:pt x="225" y="349"/>
                  </a:lnTo>
                  <a:lnTo>
                    <a:pt x="225" y="350"/>
                  </a:lnTo>
                  <a:lnTo>
                    <a:pt x="226" y="350"/>
                  </a:lnTo>
                  <a:lnTo>
                    <a:pt x="226" y="351"/>
                  </a:lnTo>
                  <a:lnTo>
                    <a:pt x="225" y="353"/>
                  </a:lnTo>
                  <a:lnTo>
                    <a:pt x="226" y="354"/>
                  </a:lnTo>
                  <a:lnTo>
                    <a:pt x="229" y="351"/>
                  </a:lnTo>
                  <a:lnTo>
                    <a:pt x="230" y="350"/>
                  </a:lnTo>
                  <a:lnTo>
                    <a:pt x="229" y="349"/>
                  </a:lnTo>
                  <a:lnTo>
                    <a:pt x="226" y="347"/>
                  </a:lnTo>
                  <a:lnTo>
                    <a:pt x="226" y="346"/>
                  </a:lnTo>
                  <a:lnTo>
                    <a:pt x="230" y="342"/>
                  </a:lnTo>
                  <a:lnTo>
                    <a:pt x="232" y="342"/>
                  </a:lnTo>
                  <a:lnTo>
                    <a:pt x="232" y="343"/>
                  </a:lnTo>
                  <a:lnTo>
                    <a:pt x="232" y="343"/>
                  </a:lnTo>
                  <a:lnTo>
                    <a:pt x="230" y="345"/>
                  </a:lnTo>
                  <a:lnTo>
                    <a:pt x="233" y="347"/>
                  </a:lnTo>
                  <a:lnTo>
                    <a:pt x="234" y="347"/>
                  </a:lnTo>
                  <a:lnTo>
                    <a:pt x="236" y="345"/>
                  </a:lnTo>
                  <a:lnTo>
                    <a:pt x="234" y="343"/>
                  </a:lnTo>
                  <a:lnTo>
                    <a:pt x="234" y="342"/>
                  </a:lnTo>
                  <a:lnTo>
                    <a:pt x="233" y="341"/>
                  </a:lnTo>
                  <a:lnTo>
                    <a:pt x="234" y="340"/>
                  </a:lnTo>
                  <a:lnTo>
                    <a:pt x="241" y="337"/>
                  </a:lnTo>
                  <a:lnTo>
                    <a:pt x="245" y="336"/>
                  </a:lnTo>
                  <a:lnTo>
                    <a:pt x="246" y="337"/>
                  </a:lnTo>
                  <a:lnTo>
                    <a:pt x="243" y="338"/>
                  </a:lnTo>
                  <a:lnTo>
                    <a:pt x="241" y="338"/>
                  </a:lnTo>
                  <a:lnTo>
                    <a:pt x="237" y="340"/>
                  </a:lnTo>
                  <a:lnTo>
                    <a:pt x="238" y="341"/>
                  </a:lnTo>
                  <a:lnTo>
                    <a:pt x="239" y="342"/>
                  </a:lnTo>
                  <a:lnTo>
                    <a:pt x="241" y="341"/>
                  </a:lnTo>
                  <a:lnTo>
                    <a:pt x="243" y="343"/>
                  </a:lnTo>
                  <a:lnTo>
                    <a:pt x="242" y="345"/>
                  </a:lnTo>
                  <a:lnTo>
                    <a:pt x="242" y="345"/>
                  </a:lnTo>
                  <a:lnTo>
                    <a:pt x="243" y="347"/>
                  </a:lnTo>
                  <a:lnTo>
                    <a:pt x="242" y="349"/>
                  </a:lnTo>
                  <a:lnTo>
                    <a:pt x="239" y="350"/>
                  </a:lnTo>
                  <a:lnTo>
                    <a:pt x="237" y="351"/>
                  </a:lnTo>
                  <a:lnTo>
                    <a:pt x="238" y="354"/>
                  </a:lnTo>
                  <a:lnTo>
                    <a:pt x="239" y="354"/>
                  </a:lnTo>
                  <a:lnTo>
                    <a:pt x="241" y="354"/>
                  </a:lnTo>
                  <a:lnTo>
                    <a:pt x="243" y="354"/>
                  </a:lnTo>
                  <a:lnTo>
                    <a:pt x="245" y="353"/>
                  </a:lnTo>
                  <a:lnTo>
                    <a:pt x="247" y="354"/>
                  </a:lnTo>
                  <a:lnTo>
                    <a:pt x="247" y="357"/>
                  </a:lnTo>
                  <a:lnTo>
                    <a:pt x="249" y="354"/>
                  </a:lnTo>
                  <a:lnTo>
                    <a:pt x="250" y="350"/>
                  </a:lnTo>
                  <a:lnTo>
                    <a:pt x="251" y="350"/>
                  </a:lnTo>
                  <a:lnTo>
                    <a:pt x="253" y="351"/>
                  </a:lnTo>
                  <a:lnTo>
                    <a:pt x="255" y="354"/>
                  </a:lnTo>
                  <a:lnTo>
                    <a:pt x="255" y="353"/>
                  </a:lnTo>
                  <a:lnTo>
                    <a:pt x="255" y="351"/>
                  </a:lnTo>
                  <a:lnTo>
                    <a:pt x="255" y="350"/>
                  </a:lnTo>
                  <a:lnTo>
                    <a:pt x="254" y="349"/>
                  </a:lnTo>
                  <a:lnTo>
                    <a:pt x="254" y="347"/>
                  </a:lnTo>
                  <a:lnTo>
                    <a:pt x="255" y="345"/>
                  </a:lnTo>
                  <a:lnTo>
                    <a:pt x="258" y="345"/>
                  </a:lnTo>
                  <a:lnTo>
                    <a:pt x="259" y="343"/>
                  </a:lnTo>
                  <a:lnTo>
                    <a:pt x="262" y="341"/>
                  </a:lnTo>
                  <a:lnTo>
                    <a:pt x="263" y="342"/>
                  </a:lnTo>
                  <a:lnTo>
                    <a:pt x="265" y="342"/>
                  </a:lnTo>
                  <a:lnTo>
                    <a:pt x="266" y="342"/>
                  </a:lnTo>
                  <a:lnTo>
                    <a:pt x="267" y="342"/>
                  </a:lnTo>
                  <a:lnTo>
                    <a:pt x="272" y="342"/>
                  </a:lnTo>
                  <a:lnTo>
                    <a:pt x="275" y="341"/>
                  </a:lnTo>
                  <a:lnTo>
                    <a:pt x="275" y="340"/>
                  </a:lnTo>
                  <a:lnTo>
                    <a:pt x="276" y="338"/>
                  </a:lnTo>
                  <a:lnTo>
                    <a:pt x="279" y="338"/>
                  </a:lnTo>
                  <a:lnTo>
                    <a:pt x="279" y="337"/>
                  </a:lnTo>
                  <a:lnTo>
                    <a:pt x="282" y="336"/>
                  </a:lnTo>
                  <a:lnTo>
                    <a:pt x="283" y="334"/>
                  </a:lnTo>
                  <a:lnTo>
                    <a:pt x="287" y="332"/>
                  </a:lnTo>
                  <a:lnTo>
                    <a:pt x="288" y="332"/>
                  </a:lnTo>
                  <a:lnTo>
                    <a:pt x="290" y="330"/>
                  </a:lnTo>
                  <a:lnTo>
                    <a:pt x="290" y="332"/>
                  </a:lnTo>
                  <a:lnTo>
                    <a:pt x="288" y="333"/>
                  </a:lnTo>
                  <a:lnTo>
                    <a:pt x="290" y="334"/>
                  </a:lnTo>
                  <a:lnTo>
                    <a:pt x="292" y="337"/>
                  </a:lnTo>
                  <a:lnTo>
                    <a:pt x="292" y="338"/>
                  </a:lnTo>
                  <a:lnTo>
                    <a:pt x="291" y="340"/>
                  </a:lnTo>
                  <a:lnTo>
                    <a:pt x="291" y="342"/>
                  </a:lnTo>
                  <a:lnTo>
                    <a:pt x="291" y="343"/>
                  </a:lnTo>
                  <a:lnTo>
                    <a:pt x="292" y="345"/>
                  </a:lnTo>
                  <a:lnTo>
                    <a:pt x="299" y="346"/>
                  </a:lnTo>
                  <a:lnTo>
                    <a:pt x="300" y="345"/>
                  </a:lnTo>
                  <a:lnTo>
                    <a:pt x="300" y="343"/>
                  </a:lnTo>
                  <a:lnTo>
                    <a:pt x="299" y="342"/>
                  </a:lnTo>
                  <a:lnTo>
                    <a:pt x="296" y="340"/>
                  </a:lnTo>
                  <a:lnTo>
                    <a:pt x="296" y="338"/>
                  </a:lnTo>
                  <a:lnTo>
                    <a:pt x="299" y="337"/>
                  </a:lnTo>
                  <a:lnTo>
                    <a:pt x="301" y="338"/>
                  </a:lnTo>
                  <a:lnTo>
                    <a:pt x="304" y="337"/>
                  </a:lnTo>
                  <a:lnTo>
                    <a:pt x="304" y="333"/>
                  </a:lnTo>
                  <a:lnTo>
                    <a:pt x="307" y="332"/>
                  </a:lnTo>
                  <a:lnTo>
                    <a:pt x="308" y="333"/>
                  </a:lnTo>
                  <a:lnTo>
                    <a:pt x="311" y="334"/>
                  </a:lnTo>
                  <a:lnTo>
                    <a:pt x="308" y="330"/>
                  </a:lnTo>
                  <a:lnTo>
                    <a:pt x="304" y="329"/>
                  </a:lnTo>
                  <a:lnTo>
                    <a:pt x="304" y="328"/>
                  </a:lnTo>
                  <a:lnTo>
                    <a:pt x="303" y="324"/>
                  </a:lnTo>
                  <a:lnTo>
                    <a:pt x="301" y="324"/>
                  </a:lnTo>
                  <a:lnTo>
                    <a:pt x="300" y="325"/>
                  </a:lnTo>
                  <a:lnTo>
                    <a:pt x="299" y="324"/>
                  </a:lnTo>
                  <a:lnTo>
                    <a:pt x="299" y="318"/>
                  </a:lnTo>
                  <a:lnTo>
                    <a:pt x="296" y="318"/>
                  </a:lnTo>
                  <a:lnTo>
                    <a:pt x="295" y="316"/>
                  </a:lnTo>
                  <a:lnTo>
                    <a:pt x="295" y="315"/>
                  </a:lnTo>
                  <a:lnTo>
                    <a:pt x="297" y="313"/>
                  </a:lnTo>
                  <a:lnTo>
                    <a:pt x="297" y="312"/>
                  </a:lnTo>
                  <a:lnTo>
                    <a:pt x="296" y="309"/>
                  </a:lnTo>
                  <a:lnTo>
                    <a:pt x="297" y="308"/>
                  </a:lnTo>
                  <a:lnTo>
                    <a:pt x="300" y="308"/>
                  </a:lnTo>
                  <a:lnTo>
                    <a:pt x="300" y="308"/>
                  </a:lnTo>
                  <a:lnTo>
                    <a:pt x="303" y="309"/>
                  </a:lnTo>
                  <a:lnTo>
                    <a:pt x="305" y="309"/>
                  </a:lnTo>
                  <a:lnTo>
                    <a:pt x="307" y="309"/>
                  </a:lnTo>
                  <a:lnTo>
                    <a:pt x="316" y="308"/>
                  </a:lnTo>
                  <a:lnTo>
                    <a:pt x="328" y="309"/>
                  </a:lnTo>
                  <a:lnTo>
                    <a:pt x="330" y="311"/>
                  </a:lnTo>
                  <a:lnTo>
                    <a:pt x="338" y="315"/>
                  </a:lnTo>
                  <a:lnTo>
                    <a:pt x="340" y="316"/>
                  </a:lnTo>
                  <a:lnTo>
                    <a:pt x="338" y="317"/>
                  </a:lnTo>
                  <a:lnTo>
                    <a:pt x="340" y="320"/>
                  </a:lnTo>
                  <a:lnTo>
                    <a:pt x="341" y="317"/>
                  </a:lnTo>
                  <a:lnTo>
                    <a:pt x="345" y="316"/>
                  </a:lnTo>
                  <a:lnTo>
                    <a:pt x="347" y="318"/>
                  </a:lnTo>
                  <a:lnTo>
                    <a:pt x="349" y="318"/>
                  </a:lnTo>
                  <a:lnTo>
                    <a:pt x="349" y="320"/>
                  </a:lnTo>
                  <a:lnTo>
                    <a:pt x="353" y="321"/>
                  </a:lnTo>
                  <a:lnTo>
                    <a:pt x="359" y="325"/>
                  </a:lnTo>
                  <a:lnTo>
                    <a:pt x="366" y="325"/>
                  </a:lnTo>
                  <a:lnTo>
                    <a:pt x="369" y="328"/>
                  </a:lnTo>
                  <a:lnTo>
                    <a:pt x="370" y="330"/>
                  </a:lnTo>
                  <a:lnTo>
                    <a:pt x="374" y="332"/>
                  </a:lnTo>
                  <a:lnTo>
                    <a:pt x="376" y="334"/>
                  </a:lnTo>
                  <a:lnTo>
                    <a:pt x="379" y="340"/>
                  </a:lnTo>
                  <a:lnTo>
                    <a:pt x="382" y="340"/>
                  </a:lnTo>
                  <a:lnTo>
                    <a:pt x="382" y="338"/>
                  </a:lnTo>
                  <a:lnTo>
                    <a:pt x="382" y="334"/>
                  </a:lnTo>
                  <a:lnTo>
                    <a:pt x="383" y="334"/>
                  </a:lnTo>
                  <a:lnTo>
                    <a:pt x="383" y="333"/>
                  </a:lnTo>
                  <a:lnTo>
                    <a:pt x="382" y="330"/>
                  </a:lnTo>
                  <a:lnTo>
                    <a:pt x="383" y="329"/>
                  </a:lnTo>
                  <a:lnTo>
                    <a:pt x="383" y="322"/>
                  </a:lnTo>
                  <a:lnTo>
                    <a:pt x="384" y="321"/>
                  </a:lnTo>
                  <a:lnTo>
                    <a:pt x="383" y="321"/>
                  </a:lnTo>
                  <a:lnTo>
                    <a:pt x="382" y="320"/>
                  </a:lnTo>
                  <a:lnTo>
                    <a:pt x="380" y="320"/>
                  </a:lnTo>
                  <a:lnTo>
                    <a:pt x="378" y="321"/>
                  </a:lnTo>
                  <a:lnTo>
                    <a:pt x="376" y="321"/>
                  </a:lnTo>
                  <a:lnTo>
                    <a:pt x="371" y="315"/>
                  </a:lnTo>
                  <a:lnTo>
                    <a:pt x="370" y="315"/>
                  </a:lnTo>
                  <a:lnTo>
                    <a:pt x="367" y="313"/>
                  </a:lnTo>
                  <a:lnTo>
                    <a:pt x="367" y="308"/>
                  </a:lnTo>
                  <a:lnTo>
                    <a:pt x="367" y="307"/>
                  </a:lnTo>
                  <a:lnTo>
                    <a:pt x="365" y="311"/>
                  </a:lnTo>
                  <a:lnTo>
                    <a:pt x="362" y="309"/>
                  </a:lnTo>
                  <a:lnTo>
                    <a:pt x="359" y="308"/>
                  </a:lnTo>
                  <a:lnTo>
                    <a:pt x="357" y="307"/>
                  </a:lnTo>
                  <a:lnTo>
                    <a:pt x="355" y="309"/>
                  </a:lnTo>
                  <a:lnTo>
                    <a:pt x="355" y="305"/>
                  </a:lnTo>
                  <a:lnTo>
                    <a:pt x="353" y="304"/>
                  </a:lnTo>
                  <a:lnTo>
                    <a:pt x="351" y="299"/>
                  </a:lnTo>
                  <a:lnTo>
                    <a:pt x="351" y="296"/>
                  </a:lnTo>
                  <a:lnTo>
                    <a:pt x="353" y="297"/>
                  </a:lnTo>
                  <a:lnTo>
                    <a:pt x="354" y="296"/>
                  </a:lnTo>
                  <a:lnTo>
                    <a:pt x="354" y="293"/>
                  </a:lnTo>
                  <a:lnTo>
                    <a:pt x="351" y="291"/>
                  </a:lnTo>
                  <a:lnTo>
                    <a:pt x="351" y="288"/>
                  </a:lnTo>
                  <a:lnTo>
                    <a:pt x="353" y="286"/>
                  </a:lnTo>
                  <a:lnTo>
                    <a:pt x="354" y="286"/>
                  </a:lnTo>
                  <a:lnTo>
                    <a:pt x="353" y="284"/>
                  </a:lnTo>
                  <a:lnTo>
                    <a:pt x="349" y="284"/>
                  </a:lnTo>
                  <a:lnTo>
                    <a:pt x="347" y="279"/>
                  </a:lnTo>
                  <a:lnTo>
                    <a:pt x="346" y="278"/>
                  </a:lnTo>
                  <a:lnTo>
                    <a:pt x="345" y="279"/>
                  </a:lnTo>
                  <a:lnTo>
                    <a:pt x="342" y="276"/>
                  </a:lnTo>
                  <a:lnTo>
                    <a:pt x="342" y="272"/>
                  </a:lnTo>
                  <a:lnTo>
                    <a:pt x="344" y="270"/>
                  </a:lnTo>
                  <a:lnTo>
                    <a:pt x="342" y="268"/>
                  </a:lnTo>
                  <a:lnTo>
                    <a:pt x="341" y="266"/>
                  </a:lnTo>
                  <a:lnTo>
                    <a:pt x="344" y="265"/>
                  </a:lnTo>
                  <a:lnTo>
                    <a:pt x="347" y="258"/>
                  </a:lnTo>
                  <a:lnTo>
                    <a:pt x="350" y="257"/>
                  </a:lnTo>
                  <a:lnTo>
                    <a:pt x="350" y="255"/>
                  </a:lnTo>
                  <a:lnTo>
                    <a:pt x="349" y="253"/>
                  </a:lnTo>
                  <a:lnTo>
                    <a:pt x="349" y="250"/>
                  </a:lnTo>
                  <a:lnTo>
                    <a:pt x="351" y="247"/>
                  </a:lnTo>
                  <a:lnTo>
                    <a:pt x="349" y="245"/>
                  </a:lnTo>
                  <a:lnTo>
                    <a:pt x="349" y="241"/>
                  </a:lnTo>
                  <a:lnTo>
                    <a:pt x="350" y="240"/>
                  </a:lnTo>
                  <a:lnTo>
                    <a:pt x="349" y="237"/>
                  </a:lnTo>
                  <a:lnTo>
                    <a:pt x="349" y="234"/>
                  </a:lnTo>
                  <a:lnTo>
                    <a:pt x="347" y="233"/>
                  </a:lnTo>
                  <a:lnTo>
                    <a:pt x="349" y="229"/>
                  </a:lnTo>
                  <a:lnTo>
                    <a:pt x="349" y="228"/>
                  </a:lnTo>
                  <a:lnTo>
                    <a:pt x="347" y="225"/>
                  </a:lnTo>
                  <a:lnTo>
                    <a:pt x="347" y="221"/>
                  </a:lnTo>
                  <a:lnTo>
                    <a:pt x="347" y="216"/>
                  </a:lnTo>
                  <a:lnTo>
                    <a:pt x="350" y="216"/>
                  </a:lnTo>
                  <a:lnTo>
                    <a:pt x="351" y="216"/>
                  </a:lnTo>
                  <a:lnTo>
                    <a:pt x="351" y="217"/>
                  </a:lnTo>
                  <a:lnTo>
                    <a:pt x="351" y="218"/>
                  </a:lnTo>
                  <a:lnTo>
                    <a:pt x="354" y="217"/>
                  </a:lnTo>
                  <a:lnTo>
                    <a:pt x="358" y="217"/>
                  </a:lnTo>
                  <a:lnTo>
                    <a:pt x="361" y="216"/>
                  </a:lnTo>
                  <a:lnTo>
                    <a:pt x="362" y="216"/>
                  </a:lnTo>
                  <a:lnTo>
                    <a:pt x="365" y="217"/>
                  </a:lnTo>
                  <a:lnTo>
                    <a:pt x="366" y="216"/>
                  </a:lnTo>
                  <a:lnTo>
                    <a:pt x="369" y="216"/>
                  </a:lnTo>
                  <a:lnTo>
                    <a:pt x="376" y="218"/>
                  </a:lnTo>
                  <a:lnTo>
                    <a:pt x="379" y="218"/>
                  </a:lnTo>
                  <a:lnTo>
                    <a:pt x="382" y="220"/>
                  </a:lnTo>
                  <a:lnTo>
                    <a:pt x="383" y="221"/>
                  </a:lnTo>
                  <a:lnTo>
                    <a:pt x="380" y="222"/>
                  </a:lnTo>
                  <a:lnTo>
                    <a:pt x="382" y="225"/>
                  </a:lnTo>
                  <a:lnTo>
                    <a:pt x="382" y="228"/>
                  </a:lnTo>
                  <a:lnTo>
                    <a:pt x="383" y="229"/>
                  </a:lnTo>
                  <a:lnTo>
                    <a:pt x="383" y="233"/>
                  </a:lnTo>
                  <a:lnTo>
                    <a:pt x="384" y="237"/>
                  </a:lnTo>
                  <a:lnTo>
                    <a:pt x="384" y="243"/>
                  </a:lnTo>
                  <a:lnTo>
                    <a:pt x="386" y="245"/>
                  </a:lnTo>
                  <a:lnTo>
                    <a:pt x="384" y="247"/>
                  </a:lnTo>
                  <a:lnTo>
                    <a:pt x="386" y="249"/>
                  </a:lnTo>
                  <a:lnTo>
                    <a:pt x="386" y="251"/>
                  </a:lnTo>
                  <a:lnTo>
                    <a:pt x="383" y="251"/>
                  </a:lnTo>
                  <a:lnTo>
                    <a:pt x="384" y="254"/>
                  </a:lnTo>
                  <a:lnTo>
                    <a:pt x="387" y="257"/>
                  </a:lnTo>
                  <a:lnTo>
                    <a:pt x="388" y="261"/>
                  </a:lnTo>
                  <a:lnTo>
                    <a:pt x="391" y="261"/>
                  </a:lnTo>
                  <a:lnTo>
                    <a:pt x="391" y="262"/>
                  </a:lnTo>
                  <a:lnTo>
                    <a:pt x="394" y="261"/>
                  </a:lnTo>
                  <a:lnTo>
                    <a:pt x="395" y="262"/>
                  </a:lnTo>
                  <a:lnTo>
                    <a:pt x="395" y="266"/>
                  </a:lnTo>
                  <a:lnTo>
                    <a:pt x="399" y="268"/>
                  </a:lnTo>
                  <a:lnTo>
                    <a:pt x="400" y="271"/>
                  </a:lnTo>
                  <a:lnTo>
                    <a:pt x="400" y="278"/>
                  </a:lnTo>
                  <a:lnTo>
                    <a:pt x="403" y="280"/>
                  </a:lnTo>
                  <a:lnTo>
                    <a:pt x="403" y="282"/>
                  </a:lnTo>
                  <a:lnTo>
                    <a:pt x="401" y="283"/>
                  </a:lnTo>
                  <a:lnTo>
                    <a:pt x="404" y="286"/>
                  </a:lnTo>
                  <a:lnTo>
                    <a:pt x="404" y="290"/>
                  </a:lnTo>
                  <a:lnTo>
                    <a:pt x="408" y="295"/>
                  </a:lnTo>
                  <a:lnTo>
                    <a:pt x="407" y="297"/>
                  </a:lnTo>
                  <a:lnTo>
                    <a:pt x="408" y="300"/>
                  </a:lnTo>
                  <a:lnTo>
                    <a:pt x="411" y="303"/>
                  </a:lnTo>
                  <a:lnTo>
                    <a:pt x="409" y="304"/>
                  </a:lnTo>
                  <a:lnTo>
                    <a:pt x="411" y="305"/>
                  </a:lnTo>
                  <a:lnTo>
                    <a:pt x="412" y="311"/>
                  </a:lnTo>
                  <a:lnTo>
                    <a:pt x="417" y="317"/>
                  </a:lnTo>
                  <a:lnTo>
                    <a:pt x="421" y="318"/>
                  </a:lnTo>
                  <a:lnTo>
                    <a:pt x="423" y="320"/>
                  </a:lnTo>
                  <a:lnTo>
                    <a:pt x="424" y="320"/>
                  </a:lnTo>
                  <a:lnTo>
                    <a:pt x="428" y="324"/>
                  </a:lnTo>
                  <a:lnTo>
                    <a:pt x="428" y="325"/>
                  </a:lnTo>
                  <a:lnTo>
                    <a:pt x="426" y="325"/>
                  </a:lnTo>
                  <a:lnTo>
                    <a:pt x="426" y="328"/>
                  </a:lnTo>
                  <a:lnTo>
                    <a:pt x="425" y="330"/>
                  </a:lnTo>
                  <a:lnTo>
                    <a:pt x="428" y="336"/>
                  </a:lnTo>
                  <a:lnTo>
                    <a:pt x="430" y="338"/>
                  </a:lnTo>
                  <a:lnTo>
                    <a:pt x="430" y="342"/>
                  </a:lnTo>
                  <a:lnTo>
                    <a:pt x="428" y="343"/>
                  </a:lnTo>
                  <a:lnTo>
                    <a:pt x="428" y="345"/>
                  </a:lnTo>
                  <a:lnTo>
                    <a:pt x="426" y="346"/>
                  </a:lnTo>
                  <a:lnTo>
                    <a:pt x="428" y="349"/>
                  </a:lnTo>
                  <a:lnTo>
                    <a:pt x="428" y="353"/>
                  </a:lnTo>
                  <a:lnTo>
                    <a:pt x="425" y="354"/>
                  </a:lnTo>
                  <a:lnTo>
                    <a:pt x="425" y="355"/>
                  </a:lnTo>
                  <a:lnTo>
                    <a:pt x="428" y="355"/>
                  </a:lnTo>
                  <a:lnTo>
                    <a:pt x="428" y="357"/>
                  </a:lnTo>
                  <a:lnTo>
                    <a:pt x="425" y="358"/>
                  </a:lnTo>
                  <a:lnTo>
                    <a:pt x="425" y="363"/>
                  </a:lnTo>
                  <a:lnTo>
                    <a:pt x="424" y="365"/>
                  </a:lnTo>
                  <a:lnTo>
                    <a:pt x="421" y="363"/>
                  </a:lnTo>
                  <a:lnTo>
                    <a:pt x="421" y="365"/>
                  </a:lnTo>
                  <a:lnTo>
                    <a:pt x="423" y="367"/>
                  </a:lnTo>
                  <a:lnTo>
                    <a:pt x="424" y="370"/>
                  </a:lnTo>
                  <a:lnTo>
                    <a:pt x="421" y="370"/>
                  </a:lnTo>
                  <a:lnTo>
                    <a:pt x="419" y="372"/>
                  </a:lnTo>
                  <a:lnTo>
                    <a:pt x="415" y="372"/>
                  </a:lnTo>
                  <a:lnTo>
                    <a:pt x="412" y="371"/>
                  </a:lnTo>
                  <a:lnTo>
                    <a:pt x="416" y="368"/>
                  </a:lnTo>
                  <a:lnTo>
                    <a:pt x="416" y="367"/>
                  </a:lnTo>
                  <a:lnTo>
                    <a:pt x="413" y="367"/>
                  </a:lnTo>
                  <a:lnTo>
                    <a:pt x="413" y="368"/>
                  </a:lnTo>
                  <a:lnTo>
                    <a:pt x="411" y="368"/>
                  </a:lnTo>
                  <a:lnTo>
                    <a:pt x="405" y="366"/>
                  </a:lnTo>
                  <a:lnTo>
                    <a:pt x="405" y="367"/>
                  </a:lnTo>
                  <a:lnTo>
                    <a:pt x="397" y="368"/>
                  </a:lnTo>
                  <a:lnTo>
                    <a:pt x="395" y="368"/>
                  </a:lnTo>
                  <a:lnTo>
                    <a:pt x="392" y="371"/>
                  </a:lnTo>
                  <a:lnTo>
                    <a:pt x="395" y="372"/>
                  </a:lnTo>
                  <a:lnTo>
                    <a:pt x="395" y="372"/>
                  </a:lnTo>
                  <a:lnTo>
                    <a:pt x="396" y="371"/>
                  </a:lnTo>
                  <a:lnTo>
                    <a:pt x="400" y="370"/>
                  </a:lnTo>
                  <a:lnTo>
                    <a:pt x="401" y="372"/>
                  </a:lnTo>
                  <a:lnTo>
                    <a:pt x="404" y="375"/>
                  </a:lnTo>
                  <a:lnTo>
                    <a:pt x="413" y="376"/>
                  </a:lnTo>
                  <a:lnTo>
                    <a:pt x="417" y="378"/>
                  </a:lnTo>
                  <a:lnTo>
                    <a:pt x="421" y="376"/>
                  </a:lnTo>
                  <a:lnTo>
                    <a:pt x="425" y="376"/>
                  </a:lnTo>
                  <a:lnTo>
                    <a:pt x="426" y="378"/>
                  </a:lnTo>
                  <a:lnTo>
                    <a:pt x="430" y="379"/>
                  </a:lnTo>
                  <a:lnTo>
                    <a:pt x="434" y="378"/>
                  </a:lnTo>
                  <a:lnTo>
                    <a:pt x="434" y="375"/>
                  </a:lnTo>
                  <a:lnTo>
                    <a:pt x="433" y="372"/>
                  </a:lnTo>
                  <a:lnTo>
                    <a:pt x="433" y="370"/>
                  </a:lnTo>
                  <a:lnTo>
                    <a:pt x="434" y="368"/>
                  </a:lnTo>
                  <a:lnTo>
                    <a:pt x="437" y="367"/>
                  </a:lnTo>
                  <a:lnTo>
                    <a:pt x="437" y="366"/>
                  </a:lnTo>
                  <a:lnTo>
                    <a:pt x="440" y="362"/>
                  </a:lnTo>
                  <a:lnTo>
                    <a:pt x="441" y="359"/>
                  </a:lnTo>
                  <a:lnTo>
                    <a:pt x="442" y="354"/>
                  </a:lnTo>
                  <a:lnTo>
                    <a:pt x="441" y="351"/>
                  </a:lnTo>
                  <a:lnTo>
                    <a:pt x="441" y="347"/>
                  </a:lnTo>
                  <a:lnTo>
                    <a:pt x="445" y="341"/>
                  </a:lnTo>
                  <a:lnTo>
                    <a:pt x="445" y="338"/>
                  </a:lnTo>
                  <a:lnTo>
                    <a:pt x="441" y="329"/>
                  </a:lnTo>
                  <a:lnTo>
                    <a:pt x="437" y="326"/>
                  </a:lnTo>
                  <a:lnTo>
                    <a:pt x="436" y="325"/>
                  </a:lnTo>
                  <a:lnTo>
                    <a:pt x="434" y="318"/>
                  </a:lnTo>
                  <a:lnTo>
                    <a:pt x="438" y="315"/>
                  </a:lnTo>
                  <a:lnTo>
                    <a:pt x="441" y="312"/>
                  </a:lnTo>
                  <a:lnTo>
                    <a:pt x="444" y="312"/>
                  </a:lnTo>
                  <a:lnTo>
                    <a:pt x="449" y="307"/>
                  </a:lnTo>
                  <a:lnTo>
                    <a:pt x="451" y="307"/>
                  </a:lnTo>
                  <a:lnTo>
                    <a:pt x="455" y="311"/>
                  </a:lnTo>
                  <a:lnTo>
                    <a:pt x="455" y="313"/>
                  </a:lnTo>
                  <a:lnTo>
                    <a:pt x="459" y="316"/>
                  </a:lnTo>
                  <a:lnTo>
                    <a:pt x="461" y="317"/>
                  </a:lnTo>
                  <a:lnTo>
                    <a:pt x="461" y="317"/>
                  </a:lnTo>
                  <a:lnTo>
                    <a:pt x="465" y="321"/>
                  </a:lnTo>
                  <a:lnTo>
                    <a:pt x="463" y="324"/>
                  </a:lnTo>
                  <a:lnTo>
                    <a:pt x="466" y="325"/>
                  </a:lnTo>
                  <a:lnTo>
                    <a:pt x="466" y="328"/>
                  </a:lnTo>
                  <a:lnTo>
                    <a:pt x="469" y="330"/>
                  </a:lnTo>
                  <a:lnTo>
                    <a:pt x="469" y="334"/>
                  </a:lnTo>
                  <a:lnTo>
                    <a:pt x="469" y="334"/>
                  </a:lnTo>
                  <a:lnTo>
                    <a:pt x="470" y="337"/>
                  </a:lnTo>
                  <a:lnTo>
                    <a:pt x="473" y="338"/>
                  </a:lnTo>
                  <a:lnTo>
                    <a:pt x="475" y="340"/>
                  </a:lnTo>
                  <a:lnTo>
                    <a:pt x="479" y="340"/>
                  </a:lnTo>
                  <a:lnTo>
                    <a:pt x="480" y="338"/>
                  </a:lnTo>
                  <a:lnTo>
                    <a:pt x="484" y="338"/>
                  </a:lnTo>
                  <a:lnTo>
                    <a:pt x="486" y="337"/>
                  </a:lnTo>
                  <a:lnTo>
                    <a:pt x="487" y="336"/>
                  </a:lnTo>
                  <a:lnTo>
                    <a:pt x="486" y="336"/>
                  </a:lnTo>
                  <a:lnTo>
                    <a:pt x="483" y="336"/>
                  </a:lnTo>
                  <a:lnTo>
                    <a:pt x="482" y="334"/>
                  </a:lnTo>
                  <a:lnTo>
                    <a:pt x="480" y="337"/>
                  </a:lnTo>
                  <a:lnTo>
                    <a:pt x="477" y="337"/>
                  </a:lnTo>
                  <a:lnTo>
                    <a:pt x="475" y="336"/>
                  </a:lnTo>
                  <a:lnTo>
                    <a:pt x="473" y="336"/>
                  </a:lnTo>
                  <a:lnTo>
                    <a:pt x="471" y="333"/>
                  </a:lnTo>
                  <a:lnTo>
                    <a:pt x="473" y="332"/>
                  </a:lnTo>
                  <a:lnTo>
                    <a:pt x="470" y="330"/>
                  </a:lnTo>
                  <a:lnTo>
                    <a:pt x="469" y="326"/>
                  </a:lnTo>
                  <a:lnTo>
                    <a:pt x="469" y="322"/>
                  </a:lnTo>
                  <a:lnTo>
                    <a:pt x="471" y="322"/>
                  </a:lnTo>
                  <a:lnTo>
                    <a:pt x="474" y="321"/>
                  </a:lnTo>
                  <a:lnTo>
                    <a:pt x="471" y="320"/>
                  </a:lnTo>
                  <a:lnTo>
                    <a:pt x="471" y="317"/>
                  </a:lnTo>
                  <a:lnTo>
                    <a:pt x="470" y="317"/>
                  </a:lnTo>
                  <a:lnTo>
                    <a:pt x="470" y="315"/>
                  </a:lnTo>
                  <a:lnTo>
                    <a:pt x="466" y="313"/>
                  </a:lnTo>
                  <a:lnTo>
                    <a:pt x="466" y="311"/>
                  </a:lnTo>
                  <a:lnTo>
                    <a:pt x="463" y="308"/>
                  </a:lnTo>
                  <a:lnTo>
                    <a:pt x="459" y="308"/>
                  </a:lnTo>
                  <a:lnTo>
                    <a:pt x="453" y="305"/>
                  </a:lnTo>
                  <a:lnTo>
                    <a:pt x="451" y="303"/>
                  </a:lnTo>
                  <a:lnTo>
                    <a:pt x="449" y="304"/>
                  </a:lnTo>
                  <a:lnTo>
                    <a:pt x="445" y="301"/>
                  </a:lnTo>
                  <a:lnTo>
                    <a:pt x="444" y="301"/>
                  </a:lnTo>
                  <a:lnTo>
                    <a:pt x="440" y="301"/>
                  </a:lnTo>
                  <a:lnTo>
                    <a:pt x="437" y="304"/>
                  </a:lnTo>
                  <a:lnTo>
                    <a:pt x="437" y="307"/>
                  </a:lnTo>
                  <a:lnTo>
                    <a:pt x="434" y="308"/>
                  </a:lnTo>
                  <a:lnTo>
                    <a:pt x="430" y="307"/>
                  </a:lnTo>
                  <a:lnTo>
                    <a:pt x="428" y="309"/>
                  </a:lnTo>
                  <a:lnTo>
                    <a:pt x="424" y="308"/>
                  </a:lnTo>
                  <a:lnTo>
                    <a:pt x="423" y="307"/>
                  </a:lnTo>
                  <a:lnTo>
                    <a:pt x="423" y="304"/>
                  </a:lnTo>
                  <a:lnTo>
                    <a:pt x="423" y="301"/>
                  </a:lnTo>
                  <a:lnTo>
                    <a:pt x="419" y="296"/>
                  </a:lnTo>
                  <a:lnTo>
                    <a:pt x="417" y="293"/>
                  </a:lnTo>
                  <a:lnTo>
                    <a:pt x="417" y="288"/>
                  </a:lnTo>
                  <a:lnTo>
                    <a:pt x="415" y="284"/>
                  </a:lnTo>
                  <a:lnTo>
                    <a:pt x="415" y="282"/>
                  </a:lnTo>
                  <a:lnTo>
                    <a:pt x="416" y="274"/>
                  </a:lnTo>
                  <a:lnTo>
                    <a:pt x="413" y="268"/>
                  </a:lnTo>
                  <a:lnTo>
                    <a:pt x="411" y="266"/>
                  </a:lnTo>
                  <a:lnTo>
                    <a:pt x="408" y="266"/>
                  </a:lnTo>
                  <a:lnTo>
                    <a:pt x="407" y="263"/>
                  </a:lnTo>
                  <a:lnTo>
                    <a:pt x="401" y="258"/>
                  </a:lnTo>
                  <a:lnTo>
                    <a:pt x="397" y="255"/>
                  </a:lnTo>
                  <a:lnTo>
                    <a:pt x="396" y="253"/>
                  </a:lnTo>
                  <a:lnTo>
                    <a:pt x="399" y="247"/>
                  </a:lnTo>
                  <a:lnTo>
                    <a:pt x="397" y="245"/>
                  </a:lnTo>
                  <a:lnTo>
                    <a:pt x="396" y="242"/>
                  </a:lnTo>
                  <a:lnTo>
                    <a:pt x="396" y="241"/>
                  </a:lnTo>
                  <a:lnTo>
                    <a:pt x="399" y="238"/>
                  </a:lnTo>
                  <a:lnTo>
                    <a:pt x="403" y="234"/>
                  </a:lnTo>
                  <a:lnTo>
                    <a:pt x="404" y="229"/>
                  </a:lnTo>
                  <a:lnTo>
                    <a:pt x="401" y="222"/>
                  </a:lnTo>
                  <a:lnTo>
                    <a:pt x="397" y="213"/>
                  </a:lnTo>
                  <a:lnTo>
                    <a:pt x="399" y="212"/>
                  </a:lnTo>
                  <a:lnTo>
                    <a:pt x="401" y="215"/>
                  </a:lnTo>
                  <a:lnTo>
                    <a:pt x="403" y="217"/>
                  </a:lnTo>
                  <a:lnTo>
                    <a:pt x="404" y="218"/>
                  </a:lnTo>
                  <a:lnTo>
                    <a:pt x="405" y="220"/>
                  </a:lnTo>
                  <a:lnTo>
                    <a:pt x="405" y="224"/>
                  </a:lnTo>
                  <a:lnTo>
                    <a:pt x="408" y="225"/>
                  </a:lnTo>
                  <a:lnTo>
                    <a:pt x="408" y="230"/>
                  </a:lnTo>
                  <a:lnTo>
                    <a:pt x="409" y="234"/>
                  </a:lnTo>
                  <a:lnTo>
                    <a:pt x="408" y="237"/>
                  </a:lnTo>
                  <a:lnTo>
                    <a:pt x="409" y="240"/>
                  </a:lnTo>
                  <a:lnTo>
                    <a:pt x="413" y="242"/>
                  </a:lnTo>
                  <a:lnTo>
                    <a:pt x="413" y="245"/>
                  </a:lnTo>
                  <a:lnTo>
                    <a:pt x="416" y="246"/>
                  </a:lnTo>
                  <a:lnTo>
                    <a:pt x="416" y="249"/>
                  </a:lnTo>
                  <a:lnTo>
                    <a:pt x="413" y="250"/>
                  </a:lnTo>
                  <a:lnTo>
                    <a:pt x="415" y="251"/>
                  </a:lnTo>
                  <a:lnTo>
                    <a:pt x="417" y="251"/>
                  </a:lnTo>
                  <a:lnTo>
                    <a:pt x="421" y="253"/>
                  </a:lnTo>
                  <a:lnTo>
                    <a:pt x="425" y="253"/>
                  </a:lnTo>
                  <a:lnTo>
                    <a:pt x="428" y="251"/>
                  </a:lnTo>
                  <a:lnTo>
                    <a:pt x="429" y="254"/>
                  </a:lnTo>
                  <a:lnTo>
                    <a:pt x="430" y="255"/>
                  </a:lnTo>
                  <a:lnTo>
                    <a:pt x="432" y="253"/>
                  </a:lnTo>
                  <a:lnTo>
                    <a:pt x="436" y="253"/>
                  </a:lnTo>
                  <a:lnTo>
                    <a:pt x="437" y="251"/>
                  </a:lnTo>
                  <a:lnTo>
                    <a:pt x="440" y="251"/>
                  </a:lnTo>
                  <a:lnTo>
                    <a:pt x="442" y="255"/>
                  </a:lnTo>
                  <a:lnTo>
                    <a:pt x="445" y="255"/>
                  </a:lnTo>
                  <a:lnTo>
                    <a:pt x="448" y="258"/>
                  </a:lnTo>
                  <a:lnTo>
                    <a:pt x="453" y="257"/>
                  </a:lnTo>
                  <a:lnTo>
                    <a:pt x="454" y="254"/>
                  </a:lnTo>
                  <a:lnTo>
                    <a:pt x="453" y="255"/>
                  </a:lnTo>
                  <a:lnTo>
                    <a:pt x="448" y="255"/>
                  </a:lnTo>
                  <a:lnTo>
                    <a:pt x="448" y="253"/>
                  </a:lnTo>
                  <a:lnTo>
                    <a:pt x="445" y="253"/>
                  </a:lnTo>
                  <a:lnTo>
                    <a:pt x="444" y="249"/>
                  </a:lnTo>
                  <a:lnTo>
                    <a:pt x="440" y="249"/>
                  </a:lnTo>
                  <a:lnTo>
                    <a:pt x="440" y="247"/>
                  </a:lnTo>
                  <a:lnTo>
                    <a:pt x="438" y="247"/>
                  </a:lnTo>
                  <a:lnTo>
                    <a:pt x="437" y="249"/>
                  </a:lnTo>
                  <a:lnTo>
                    <a:pt x="432" y="249"/>
                  </a:lnTo>
                  <a:lnTo>
                    <a:pt x="429" y="246"/>
                  </a:lnTo>
                  <a:lnTo>
                    <a:pt x="425" y="246"/>
                  </a:lnTo>
                  <a:lnTo>
                    <a:pt x="421" y="242"/>
                  </a:lnTo>
                  <a:lnTo>
                    <a:pt x="420" y="240"/>
                  </a:lnTo>
                  <a:lnTo>
                    <a:pt x="419" y="240"/>
                  </a:lnTo>
                  <a:lnTo>
                    <a:pt x="415" y="234"/>
                  </a:lnTo>
                  <a:lnTo>
                    <a:pt x="417" y="233"/>
                  </a:lnTo>
                  <a:lnTo>
                    <a:pt x="419" y="232"/>
                  </a:lnTo>
                  <a:lnTo>
                    <a:pt x="421" y="230"/>
                  </a:lnTo>
                  <a:lnTo>
                    <a:pt x="423" y="230"/>
                  </a:lnTo>
                  <a:lnTo>
                    <a:pt x="426" y="233"/>
                  </a:lnTo>
                  <a:lnTo>
                    <a:pt x="432" y="236"/>
                  </a:lnTo>
                  <a:lnTo>
                    <a:pt x="434" y="236"/>
                  </a:lnTo>
                  <a:lnTo>
                    <a:pt x="437" y="230"/>
                  </a:lnTo>
                  <a:lnTo>
                    <a:pt x="436" y="226"/>
                  </a:lnTo>
                  <a:lnTo>
                    <a:pt x="430" y="225"/>
                  </a:lnTo>
                  <a:lnTo>
                    <a:pt x="426" y="228"/>
                  </a:lnTo>
                  <a:lnTo>
                    <a:pt x="425" y="225"/>
                  </a:lnTo>
                  <a:lnTo>
                    <a:pt x="426" y="224"/>
                  </a:lnTo>
                  <a:lnTo>
                    <a:pt x="428" y="225"/>
                  </a:lnTo>
                  <a:lnTo>
                    <a:pt x="429" y="224"/>
                  </a:lnTo>
                  <a:lnTo>
                    <a:pt x="429" y="221"/>
                  </a:lnTo>
                  <a:lnTo>
                    <a:pt x="432" y="217"/>
                  </a:lnTo>
                  <a:lnTo>
                    <a:pt x="434" y="216"/>
                  </a:lnTo>
                  <a:lnTo>
                    <a:pt x="437" y="216"/>
                  </a:lnTo>
                  <a:lnTo>
                    <a:pt x="445" y="216"/>
                  </a:lnTo>
                  <a:lnTo>
                    <a:pt x="448" y="220"/>
                  </a:lnTo>
                  <a:lnTo>
                    <a:pt x="451" y="221"/>
                  </a:lnTo>
                  <a:lnTo>
                    <a:pt x="458" y="222"/>
                  </a:lnTo>
                  <a:lnTo>
                    <a:pt x="458" y="225"/>
                  </a:lnTo>
                  <a:lnTo>
                    <a:pt x="461" y="226"/>
                  </a:lnTo>
                  <a:lnTo>
                    <a:pt x="466" y="230"/>
                  </a:lnTo>
                  <a:lnTo>
                    <a:pt x="470" y="232"/>
                  </a:lnTo>
                  <a:lnTo>
                    <a:pt x="475" y="230"/>
                  </a:lnTo>
                  <a:lnTo>
                    <a:pt x="480" y="228"/>
                  </a:lnTo>
                  <a:lnTo>
                    <a:pt x="483" y="229"/>
                  </a:lnTo>
                  <a:lnTo>
                    <a:pt x="483" y="229"/>
                  </a:lnTo>
                  <a:lnTo>
                    <a:pt x="486" y="229"/>
                  </a:lnTo>
                  <a:lnTo>
                    <a:pt x="486" y="233"/>
                  </a:lnTo>
                  <a:lnTo>
                    <a:pt x="486" y="236"/>
                  </a:lnTo>
                  <a:lnTo>
                    <a:pt x="486" y="237"/>
                  </a:lnTo>
                  <a:lnTo>
                    <a:pt x="483" y="240"/>
                  </a:lnTo>
                  <a:lnTo>
                    <a:pt x="482" y="242"/>
                  </a:lnTo>
                  <a:lnTo>
                    <a:pt x="484" y="245"/>
                  </a:lnTo>
                  <a:lnTo>
                    <a:pt x="484" y="249"/>
                  </a:lnTo>
                  <a:lnTo>
                    <a:pt x="488" y="253"/>
                  </a:lnTo>
                  <a:lnTo>
                    <a:pt x="488" y="255"/>
                  </a:lnTo>
                  <a:lnTo>
                    <a:pt x="487" y="257"/>
                  </a:lnTo>
                  <a:lnTo>
                    <a:pt x="487" y="265"/>
                  </a:lnTo>
                  <a:lnTo>
                    <a:pt x="490" y="265"/>
                  </a:lnTo>
                  <a:lnTo>
                    <a:pt x="490" y="262"/>
                  </a:lnTo>
                  <a:lnTo>
                    <a:pt x="490" y="261"/>
                  </a:lnTo>
                  <a:lnTo>
                    <a:pt x="491" y="258"/>
                  </a:lnTo>
                  <a:lnTo>
                    <a:pt x="490" y="255"/>
                  </a:lnTo>
                  <a:lnTo>
                    <a:pt x="492" y="254"/>
                  </a:lnTo>
                  <a:lnTo>
                    <a:pt x="494" y="251"/>
                  </a:lnTo>
                  <a:lnTo>
                    <a:pt x="495" y="253"/>
                  </a:lnTo>
                  <a:lnTo>
                    <a:pt x="496" y="257"/>
                  </a:lnTo>
                  <a:lnTo>
                    <a:pt x="498" y="262"/>
                  </a:lnTo>
                  <a:lnTo>
                    <a:pt x="498" y="263"/>
                  </a:lnTo>
                  <a:lnTo>
                    <a:pt x="496" y="265"/>
                  </a:lnTo>
                  <a:lnTo>
                    <a:pt x="496" y="267"/>
                  </a:lnTo>
                  <a:lnTo>
                    <a:pt x="495" y="268"/>
                  </a:lnTo>
                  <a:lnTo>
                    <a:pt x="499" y="271"/>
                  </a:lnTo>
                  <a:lnTo>
                    <a:pt x="503" y="271"/>
                  </a:lnTo>
                  <a:lnTo>
                    <a:pt x="507" y="272"/>
                  </a:lnTo>
                  <a:lnTo>
                    <a:pt x="509" y="275"/>
                  </a:lnTo>
                  <a:lnTo>
                    <a:pt x="508" y="278"/>
                  </a:lnTo>
                  <a:lnTo>
                    <a:pt x="511" y="279"/>
                  </a:lnTo>
                  <a:lnTo>
                    <a:pt x="516" y="279"/>
                  </a:lnTo>
                  <a:lnTo>
                    <a:pt x="521" y="284"/>
                  </a:lnTo>
                  <a:lnTo>
                    <a:pt x="520" y="283"/>
                  </a:lnTo>
                  <a:lnTo>
                    <a:pt x="520" y="279"/>
                  </a:lnTo>
                  <a:lnTo>
                    <a:pt x="524" y="275"/>
                  </a:lnTo>
                  <a:lnTo>
                    <a:pt x="527" y="275"/>
                  </a:lnTo>
                  <a:lnTo>
                    <a:pt x="532" y="279"/>
                  </a:lnTo>
                  <a:lnTo>
                    <a:pt x="536" y="279"/>
                  </a:lnTo>
                  <a:lnTo>
                    <a:pt x="537" y="282"/>
                  </a:lnTo>
                  <a:lnTo>
                    <a:pt x="538" y="287"/>
                  </a:lnTo>
                  <a:lnTo>
                    <a:pt x="538" y="282"/>
                  </a:lnTo>
                  <a:lnTo>
                    <a:pt x="537" y="279"/>
                  </a:lnTo>
                  <a:lnTo>
                    <a:pt x="534" y="279"/>
                  </a:lnTo>
                  <a:lnTo>
                    <a:pt x="530" y="278"/>
                  </a:lnTo>
                  <a:lnTo>
                    <a:pt x="527" y="274"/>
                  </a:lnTo>
                  <a:lnTo>
                    <a:pt x="523" y="275"/>
                  </a:lnTo>
                  <a:lnTo>
                    <a:pt x="519" y="278"/>
                  </a:lnTo>
                  <a:lnTo>
                    <a:pt x="517" y="278"/>
                  </a:lnTo>
                  <a:lnTo>
                    <a:pt x="516" y="278"/>
                  </a:lnTo>
                  <a:lnTo>
                    <a:pt x="512" y="276"/>
                  </a:lnTo>
                  <a:lnTo>
                    <a:pt x="508" y="271"/>
                  </a:lnTo>
                  <a:lnTo>
                    <a:pt x="505" y="270"/>
                  </a:lnTo>
                  <a:lnTo>
                    <a:pt x="502" y="270"/>
                  </a:lnTo>
                  <a:lnTo>
                    <a:pt x="499" y="266"/>
                  </a:lnTo>
                  <a:lnTo>
                    <a:pt x="502" y="267"/>
                  </a:lnTo>
                  <a:lnTo>
                    <a:pt x="503" y="266"/>
                  </a:lnTo>
                  <a:lnTo>
                    <a:pt x="505" y="261"/>
                  </a:lnTo>
                  <a:lnTo>
                    <a:pt x="504" y="259"/>
                  </a:lnTo>
                  <a:lnTo>
                    <a:pt x="502" y="255"/>
                  </a:lnTo>
                  <a:lnTo>
                    <a:pt x="500" y="250"/>
                  </a:lnTo>
                  <a:lnTo>
                    <a:pt x="496" y="245"/>
                  </a:lnTo>
                  <a:lnTo>
                    <a:pt x="494" y="243"/>
                  </a:lnTo>
                  <a:lnTo>
                    <a:pt x="491" y="241"/>
                  </a:lnTo>
                  <a:lnTo>
                    <a:pt x="492" y="238"/>
                  </a:lnTo>
                  <a:lnTo>
                    <a:pt x="491" y="236"/>
                  </a:lnTo>
                  <a:lnTo>
                    <a:pt x="491" y="229"/>
                  </a:lnTo>
                  <a:lnTo>
                    <a:pt x="488" y="226"/>
                  </a:lnTo>
                  <a:lnTo>
                    <a:pt x="487" y="226"/>
                  </a:lnTo>
                  <a:lnTo>
                    <a:pt x="482" y="224"/>
                  </a:lnTo>
                  <a:lnTo>
                    <a:pt x="477" y="224"/>
                  </a:lnTo>
                  <a:lnTo>
                    <a:pt x="474" y="220"/>
                  </a:lnTo>
                  <a:lnTo>
                    <a:pt x="471" y="218"/>
                  </a:lnTo>
                  <a:lnTo>
                    <a:pt x="471" y="215"/>
                  </a:lnTo>
                  <a:lnTo>
                    <a:pt x="470" y="213"/>
                  </a:lnTo>
                  <a:lnTo>
                    <a:pt x="470" y="212"/>
                  </a:lnTo>
                  <a:lnTo>
                    <a:pt x="467" y="213"/>
                  </a:lnTo>
                  <a:lnTo>
                    <a:pt x="458" y="213"/>
                  </a:lnTo>
                  <a:lnTo>
                    <a:pt x="455" y="213"/>
                  </a:lnTo>
                  <a:lnTo>
                    <a:pt x="453" y="211"/>
                  </a:lnTo>
                  <a:lnTo>
                    <a:pt x="451" y="208"/>
                  </a:lnTo>
                  <a:lnTo>
                    <a:pt x="451" y="208"/>
                  </a:lnTo>
                  <a:lnTo>
                    <a:pt x="450" y="205"/>
                  </a:lnTo>
                  <a:lnTo>
                    <a:pt x="450" y="201"/>
                  </a:lnTo>
                  <a:lnTo>
                    <a:pt x="448" y="196"/>
                  </a:lnTo>
                  <a:lnTo>
                    <a:pt x="444" y="193"/>
                  </a:lnTo>
                  <a:lnTo>
                    <a:pt x="444" y="192"/>
                  </a:lnTo>
                  <a:lnTo>
                    <a:pt x="444" y="191"/>
                  </a:lnTo>
                  <a:lnTo>
                    <a:pt x="441" y="190"/>
                  </a:lnTo>
                  <a:lnTo>
                    <a:pt x="440" y="188"/>
                  </a:lnTo>
                  <a:lnTo>
                    <a:pt x="441" y="186"/>
                  </a:lnTo>
                  <a:lnTo>
                    <a:pt x="441" y="183"/>
                  </a:lnTo>
                  <a:lnTo>
                    <a:pt x="438" y="182"/>
                  </a:lnTo>
                  <a:lnTo>
                    <a:pt x="440" y="180"/>
                  </a:lnTo>
                  <a:lnTo>
                    <a:pt x="444" y="180"/>
                  </a:lnTo>
                  <a:lnTo>
                    <a:pt x="446" y="176"/>
                  </a:lnTo>
                  <a:lnTo>
                    <a:pt x="449" y="176"/>
                  </a:lnTo>
                  <a:lnTo>
                    <a:pt x="455" y="175"/>
                  </a:lnTo>
                  <a:lnTo>
                    <a:pt x="465" y="172"/>
                  </a:lnTo>
                  <a:lnTo>
                    <a:pt x="467" y="170"/>
                  </a:lnTo>
                  <a:lnTo>
                    <a:pt x="471" y="168"/>
                  </a:lnTo>
                  <a:lnTo>
                    <a:pt x="473" y="170"/>
                  </a:lnTo>
                  <a:lnTo>
                    <a:pt x="477" y="168"/>
                  </a:lnTo>
                  <a:lnTo>
                    <a:pt x="478" y="166"/>
                  </a:lnTo>
                  <a:lnTo>
                    <a:pt x="482" y="165"/>
                  </a:lnTo>
                  <a:lnTo>
                    <a:pt x="490" y="161"/>
                  </a:lnTo>
                  <a:lnTo>
                    <a:pt x="491" y="162"/>
                  </a:lnTo>
                  <a:lnTo>
                    <a:pt x="490" y="165"/>
                  </a:lnTo>
                  <a:lnTo>
                    <a:pt x="490" y="166"/>
                  </a:lnTo>
                  <a:lnTo>
                    <a:pt x="488" y="167"/>
                  </a:lnTo>
                  <a:lnTo>
                    <a:pt x="486" y="172"/>
                  </a:lnTo>
                  <a:lnTo>
                    <a:pt x="486" y="174"/>
                  </a:lnTo>
                  <a:lnTo>
                    <a:pt x="491" y="178"/>
                  </a:lnTo>
                  <a:lnTo>
                    <a:pt x="495" y="178"/>
                  </a:lnTo>
                  <a:lnTo>
                    <a:pt x="492" y="178"/>
                  </a:lnTo>
                  <a:lnTo>
                    <a:pt x="488" y="172"/>
                  </a:lnTo>
                  <a:lnTo>
                    <a:pt x="488" y="171"/>
                  </a:lnTo>
                  <a:lnTo>
                    <a:pt x="490" y="168"/>
                  </a:lnTo>
                  <a:lnTo>
                    <a:pt x="495" y="166"/>
                  </a:lnTo>
                  <a:lnTo>
                    <a:pt x="496" y="162"/>
                  </a:lnTo>
                  <a:lnTo>
                    <a:pt x="495" y="158"/>
                  </a:lnTo>
                  <a:lnTo>
                    <a:pt x="492" y="158"/>
                  </a:lnTo>
                  <a:lnTo>
                    <a:pt x="488" y="155"/>
                  </a:lnTo>
                  <a:lnTo>
                    <a:pt x="490" y="154"/>
                  </a:lnTo>
                  <a:lnTo>
                    <a:pt x="486" y="154"/>
                  </a:lnTo>
                  <a:lnTo>
                    <a:pt x="484" y="155"/>
                  </a:lnTo>
                  <a:lnTo>
                    <a:pt x="483" y="154"/>
                  </a:lnTo>
                  <a:lnTo>
                    <a:pt x="482" y="150"/>
                  </a:lnTo>
                  <a:lnTo>
                    <a:pt x="478" y="151"/>
                  </a:lnTo>
                  <a:lnTo>
                    <a:pt x="477" y="151"/>
                  </a:lnTo>
                  <a:lnTo>
                    <a:pt x="473" y="149"/>
                  </a:lnTo>
                  <a:lnTo>
                    <a:pt x="474" y="147"/>
                  </a:lnTo>
                  <a:lnTo>
                    <a:pt x="475" y="146"/>
                  </a:lnTo>
                  <a:lnTo>
                    <a:pt x="477" y="145"/>
                  </a:lnTo>
                  <a:lnTo>
                    <a:pt x="478" y="147"/>
                  </a:lnTo>
                  <a:lnTo>
                    <a:pt x="480" y="147"/>
                  </a:lnTo>
                  <a:lnTo>
                    <a:pt x="483" y="146"/>
                  </a:lnTo>
                  <a:lnTo>
                    <a:pt x="483" y="145"/>
                  </a:lnTo>
                  <a:lnTo>
                    <a:pt x="482" y="145"/>
                  </a:lnTo>
                  <a:lnTo>
                    <a:pt x="479" y="146"/>
                  </a:lnTo>
                  <a:lnTo>
                    <a:pt x="477" y="143"/>
                  </a:lnTo>
                  <a:lnTo>
                    <a:pt x="477" y="141"/>
                  </a:lnTo>
                  <a:lnTo>
                    <a:pt x="474" y="141"/>
                  </a:lnTo>
                  <a:lnTo>
                    <a:pt x="470" y="140"/>
                  </a:lnTo>
                  <a:lnTo>
                    <a:pt x="467" y="141"/>
                  </a:lnTo>
                  <a:lnTo>
                    <a:pt x="466" y="138"/>
                  </a:lnTo>
                  <a:lnTo>
                    <a:pt x="467" y="137"/>
                  </a:lnTo>
                  <a:lnTo>
                    <a:pt x="467" y="134"/>
                  </a:lnTo>
                  <a:lnTo>
                    <a:pt x="466" y="133"/>
                  </a:lnTo>
                  <a:lnTo>
                    <a:pt x="466" y="133"/>
                  </a:lnTo>
                  <a:lnTo>
                    <a:pt x="467" y="133"/>
                  </a:lnTo>
                  <a:lnTo>
                    <a:pt x="470" y="137"/>
                  </a:lnTo>
                  <a:lnTo>
                    <a:pt x="473" y="136"/>
                  </a:lnTo>
                  <a:lnTo>
                    <a:pt x="475" y="140"/>
                  </a:lnTo>
                  <a:lnTo>
                    <a:pt x="475" y="137"/>
                  </a:lnTo>
                  <a:lnTo>
                    <a:pt x="475" y="136"/>
                  </a:lnTo>
                  <a:lnTo>
                    <a:pt x="478" y="134"/>
                  </a:lnTo>
                  <a:lnTo>
                    <a:pt x="478" y="129"/>
                  </a:lnTo>
                  <a:lnTo>
                    <a:pt x="477" y="128"/>
                  </a:lnTo>
                  <a:lnTo>
                    <a:pt x="477" y="126"/>
                  </a:lnTo>
                  <a:lnTo>
                    <a:pt x="479" y="128"/>
                  </a:lnTo>
                  <a:lnTo>
                    <a:pt x="480" y="125"/>
                  </a:lnTo>
                  <a:lnTo>
                    <a:pt x="475" y="124"/>
                  </a:lnTo>
                  <a:lnTo>
                    <a:pt x="474" y="126"/>
                  </a:lnTo>
                  <a:lnTo>
                    <a:pt x="471" y="126"/>
                  </a:lnTo>
                  <a:lnTo>
                    <a:pt x="471" y="124"/>
                  </a:lnTo>
                  <a:lnTo>
                    <a:pt x="474" y="121"/>
                  </a:lnTo>
                  <a:lnTo>
                    <a:pt x="478" y="121"/>
                  </a:lnTo>
                  <a:lnTo>
                    <a:pt x="480" y="120"/>
                  </a:lnTo>
                  <a:lnTo>
                    <a:pt x="480" y="118"/>
                  </a:lnTo>
                  <a:lnTo>
                    <a:pt x="483" y="116"/>
                  </a:lnTo>
                  <a:lnTo>
                    <a:pt x="483" y="113"/>
                  </a:lnTo>
                  <a:lnTo>
                    <a:pt x="483" y="112"/>
                  </a:lnTo>
                  <a:lnTo>
                    <a:pt x="483" y="112"/>
                  </a:lnTo>
                  <a:lnTo>
                    <a:pt x="486" y="108"/>
                  </a:lnTo>
                  <a:lnTo>
                    <a:pt x="487" y="108"/>
                  </a:lnTo>
                  <a:lnTo>
                    <a:pt x="487" y="109"/>
                  </a:lnTo>
                  <a:lnTo>
                    <a:pt x="488" y="109"/>
                  </a:lnTo>
                  <a:lnTo>
                    <a:pt x="490" y="107"/>
                  </a:lnTo>
                  <a:lnTo>
                    <a:pt x="491" y="107"/>
                  </a:lnTo>
                  <a:lnTo>
                    <a:pt x="490" y="105"/>
                  </a:lnTo>
                  <a:lnTo>
                    <a:pt x="490" y="104"/>
                  </a:lnTo>
                  <a:lnTo>
                    <a:pt x="494" y="103"/>
                  </a:lnTo>
                  <a:lnTo>
                    <a:pt x="495" y="101"/>
                  </a:lnTo>
                  <a:lnTo>
                    <a:pt x="495" y="100"/>
                  </a:lnTo>
                  <a:lnTo>
                    <a:pt x="496" y="100"/>
                  </a:lnTo>
                  <a:lnTo>
                    <a:pt x="499" y="100"/>
                  </a:lnTo>
                  <a:lnTo>
                    <a:pt x="503" y="100"/>
                  </a:lnTo>
                  <a:lnTo>
                    <a:pt x="502" y="97"/>
                  </a:lnTo>
                  <a:lnTo>
                    <a:pt x="502" y="96"/>
                  </a:lnTo>
                  <a:lnTo>
                    <a:pt x="507" y="95"/>
                  </a:lnTo>
                  <a:lnTo>
                    <a:pt x="509" y="93"/>
                  </a:lnTo>
                  <a:lnTo>
                    <a:pt x="511" y="91"/>
                  </a:lnTo>
                  <a:lnTo>
                    <a:pt x="517" y="88"/>
                  </a:lnTo>
                  <a:lnTo>
                    <a:pt x="519" y="86"/>
                  </a:lnTo>
                  <a:lnTo>
                    <a:pt x="517" y="86"/>
                  </a:lnTo>
                  <a:lnTo>
                    <a:pt x="513" y="88"/>
                  </a:lnTo>
                  <a:lnTo>
                    <a:pt x="512" y="87"/>
                  </a:lnTo>
                  <a:lnTo>
                    <a:pt x="509" y="90"/>
                  </a:lnTo>
                  <a:lnTo>
                    <a:pt x="507" y="88"/>
                  </a:lnTo>
                  <a:lnTo>
                    <a:pt x="507" y="83"/>
                  </a:lnTo>
                  <a:lnTo>
                    <a:pt x="509" y="82"/>
                  </a:lnTo>
                  <a:lnTo>
                    <a:pt x="509" y="80"/>
                  </a:lnTo>
                  <a:lnTo>
                    <a:pt x="511" y="80"/>
                  </a:lnTo>
                  <a:lnTo>
                    <a:pt x="511" y="82"/>
                  </a:lnTo>
                  <a:lnTo>
                    <a:pt x="512" y="82"/>
                  </a:lnTo>
                  <a:lnTo>
                    <a:pt x="513" y="80"/>
                  </a:lnTo>
                  <a:lnTo>
                    <a:pt x="511" y="78"/>
                  </a:lnTo>
                  <a:lnTo>
                    <a:pt x="513" y="78"/>
                  </a:lnTo>
                  <a:lnTo>
                    <a:pt x="516" y="79"/>
                  </a:lnTo>
                  <a:lnTo>
                    <a:pt x="519" y="79"/>
                  </a:lnTo>
                  <a:lnTo>
                    <a:pt x="521" y="76"/>
                  </a:lnTo>
                  <a:lnTo>
                    <a:pt x="524" y="78"/>
                  </a:lnTo>
                  <a:lnTo>
                    <a:pt x="530" y="75"/>
                  </a:lnTo>
                  <a:lnTo>
                    <a:pt x="533" y="75"/>
                  </a:lnTo>
                  <a:lnTo>
                    <a:pt x="533" y="78"/>
                  </a:lnTo>
                  <a:lnTo>
                    <a:pt x="532" y="83"/>
                  </a:lnTo>
                  <a:lnTo>
                    <a:pt x="532" y="84"/>
                  </a:lnTo>
                  <a:lnTo>
                    <a:pt x="533" y="86"/>
                  </a:lnTo>
                  <a:lnTo>
                    <a:pt x="534" y="83"/>
                  </a:lnTo>
                  <a:lnTo>
                    <a:pt x="537" y="79"/>
                  </a:lnTo>
                  <a:lnTo>
                    <a:pt x="536" y="76"/>
                  </a:lnTo>
                  <a:lnTo>
                    <a:pt x="537" y="76"/>
                  </a:lnTo>
                  <a:lnTo>
                    <a:pt x="538" y="78"/>
                  </a:lnTo>
                  <a:lnTo>
                    <a:pt x="540" y="82"/>
                  </a:lnTo>
                  <a:lnTo>
                    <a:pt x="541" y="82"/>
                  </a:lnTo>
                  <a:lnTo>
                    <a:pt x="542" y="79"/>
                  </a:lnTo>
                  <a:lnTo>
                    <a:pt x="541" y="76"/>
                  </a:lnTo>
                  <a:lnTo>
                    <a:pt x="542" y="75"/>
                  </a:lnTo>
                  <a:lnTo>
                    <a:pt x="544" y="75"/>
                  </a:lnTo>
                  <a:lnTo>
                    <a:pt x="544" y="78"/>
                  </a:lnTo>
                  <a:lnTo>
                    <a:pt x="548" y="75"/>
                  </a:lnTo>
                  <a:lnTo>
                    <a:pt x="548" y="74"/>
                  </a:lnTo>
                  <a:lnTo>
                    <a:pt x="546" y="72"/>
                  </a:lnTo>
                  <a:lnTo>
                    <a:pt x="549" y="72"/>
                  </a:lnTo>
                  <a:lnTo>
                    <a:pt x="550" y="71"/>
                  </a:lnTo>
                  <a:lnTo>
                    <a:pt x="548" y="70"/>
                  </a:lnTo>
                  <a:lnTo>
                    <a:pt x="550" y="67"/>
                  </a:lnTo>
                  <a:lnTo>
                    <a:pt x="554" y="67"/>
                  </a:lnTo>
                  <a:lnTo>
                    <a:pt x="556" y="66"/>
                  </a:lnTo>
                  <a:lnTo>
                    <a:pt x="557" y="66"/>
                  </a:lnTo>
                  <a:lnTo>
                    <a:pt x="557" y="67"/>
                  </a:lnTo>
                  <a:lnTo>
                    <a:pt x="558" y="68"/>
                  </a:lnTo>
                  <a:lnTo>
                    <a:pt x="562" y="68"/>
                  </a:lnTo>
                  <a:lnTo>
                    <a:pt x="562" y="72"/>
                  </a:lnTo>
                  <a:lnTo>
                    <a:pt x="563" y="74"/>
                  </a:lnTo>
                  <a:lnTo>
                    <a:pt x="561" y="79"/>
                  </a:lnTo>
                  <a:lnTo>
                    <a:pt x="565" y="78"/>
                  </a:lnTo>
                  <a:lnTo>
                    <a:pt x="567" y="72"/>
                  </a:lnTo>
                  <a:lnTo>
                    <a:pt x="565" y="67"/>
                  </a:lnTo>
                  <a:lnTo>
                    <a:pt x="561" y="66"/>
                  </a:lnTo>
                  <a:lnTo>
                    <a:pt x="559" y="63"/>
                  </a:lnTo>
                  <a:lnTo>
                    <a:pt x="557" y="65"/>
                  </a:lnTo>
                  <a:lnTo>
                    <a:pt x="556" y="63"/>
                  </a:lnTo>
                  <a:lnTo>
                    <a:pt x="553" y="63"/>
                  </a:lnTo>
                  <a:lnTo>
                    <a:pt x="552" y="62"/>
                  </a:lnTo>
                  <a:lnTo>
                    <a:pt x="549" y="61"/>
                  </a:lnTo>
                  <a:lnTo>
                    <a:pt x="549" y="61"/>
                  </a:lnTo>
                  <a:lnTo>
                    <a:pt x="550" y="58"/>
                  </a:lnTo>
                  <a:lnTo>
                    <a:pt x="556" y="58"/>
                  </a:lnTo>
                  <a:lnTo>
                    <a:pt x="557" y="57"/>
                  </a:lnTo>
                  <a:lnTo>
                    <a:pt x="559" y="57"/>
                  </a:lnTo>
                  <a:lnTo>
                    <a:pt x="562" y="57"/>
                  </a:lnTo>
                  <a:lnTo>
                    <a:pt x="563" y="55"/>
                  </a:lnTo>
                  <a:lnTo>
                    <a:pt x="566" y="57"/>
                  </a:lnTo>
                  <a:lnTo>
                    <a:pt x="571" y="55"/>
                  </a:lnTo>
                  <a:lnTo>
                    <a:pt x="574" y="57"/>
                  </a:lnTo>
                  <a:lnTo>
                    <a:pt x="575" y="55"/>
                  </a:lnTo>
                  <a:lnTo>
                    <a:pt x="578" y="57"/>
                  </a:lnTo>
                  <a:lnTo>
                    <a:pt x="579" y="55"/>
                  </a:lnTo>
                  <a:lnTo>
                    <a:pt x="579" y="54"/>
                  </a:lnTo>
                  <a:lnTo>
                    <a:pt x="575" y="53"/>
                  </a:lnTo>
                  <a:lnTo>
                    <a:pt x="571" y="51"/>
                  </a:lnTo>
                  <a:lnTo>
                    <a:pt x="569" y="53"/>
                  </a:lnTo>
                  <a:lnTo>
                    <a:pt x="563" y="53"/>
                  </a:lnTo>
                  <a:lnTo>
                    <a:pt x="563" y="51"/>
                  </a:lnTo>
                  <a:lnTo>
                    <a:pt x="563" y="47"/>
                  </a:lnTo>
                  <a:lnTo>
                    <a:pt x="566" y="46"/>
                  </a:lnTo>
                  <a:lnTo>
                    <a:pt x="563" y="45"/>
                  </a:lnTo>
                  <a:lnTo>
                    <a:pt x="561" y="41"/>
                  </a:lnTo>
                  <a:lnTo>
                    <a:pt x="558" y="42"/>
                  </a:lnTo>
                  <a:lnTo>
                    <a:pt x="556" y="38"/>
                  </a:lnTo>
                  <a:lnTo>
                    <a:pt x="556" y="36"/>
                  </a:lnTo>
                  <a:lnTo>
                    <a:pt x="558" y="36"/>
                  </a:lnTo>
                  <a:lnTo>
                    <a:pt x="558" y="33"/>
                  </a:lnTo>
                  <a:lnTo>
                    <a:pt x="554" y="30"/>
                  </a:lnTo>
                  <a:lnTo>
                    <a:pt x="556" y="20"/>
                  </a:lnTo>
                  <a:lnTo>
                    <a:pt x="558" y="17"/>
                  </a:lnTo>
                  <a:lnTo>
                    <a:pt x="557" y="13"/>
                  </a:lnTo>
                  <a:lnTo>
                    <a:pt x="557" y="9"/>
                  </a:lnTo>
                  <a:lnTo>
                    <a:pt x="559" y="8"/>
                  </a:lnTo>
                  <a:lnTo>
                    <a:pt x="558" y="5"/>
                  </a:lnTo>
                  <a:lnTo>
                    <a:pt x="559" y="4"/>
                  </a:lnTo>
                  <a:lnTo>
                    <a:pt x="561" y="3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1" name="Freeform 342">
              <a:extLst>
                <a:ext uri="{FF2B5EF4-FFF2-40B4-BE49-F238E27FC236}">
                  <a16:creationId xmlns:a16="http://schemas.microsoft.com/office/drawing/2014/main" id="{C502DFE5-8C09-4B5E-A14C-4CE3725C14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90627" y="729163"/>
              <a:ext cx="6999893" cy="5168313"/>
            </a:xfrm>
            <a:custGeom>
              <a:avLst/>
              <a:gdLst>
                <a:gd name="T0" fmla="*/ 578 w 772"/>
                <a:gd name="T1" fmla="*/ 566 h 570"/>
                <a:gd name="T2" fmla="*/ 573 w 772"/>
                <a:gd name="T3" fmla="*/ 547 h 570"/>
                <a:gd name="T4" fmla="*/ 658 w 772"/>
                <a:gd name="T5" fmla="*/ 497 h 570"/>
                <a:gd name="T6" fmla="*/ 708 w 772"/>
                <a:gd name="T7" fmla="*/ 488 h 570"/>
                <a:gd name="T8" fmla="*/ 702 w 772"/>
                <a:gd name="T9" fmla="*/ 514 h 570"/>
                <a:gd name="T10" fmla="*/ 697 w 772"/>
                <a:gd name="T11" fmla="*/ 483 h 570"/>
                <a:gd name="T12" fmla="*/ 701 w 772"/>
                <a:gd name="T13" fmla="*/ 400 h 570"/>
                <a:gd name="T14" fmla="*/ 687 w 772"/>
                <a:gd name="T15" fmla="*/ 378 h 570"/>
                <a:gd name="T16" fmla="*/ 627 w 772"/>
                <a:gd name="T17" fmla="*/ 2 h 570"/>
                <a:gd name="T18" fmla="*/ 639 w 772"/>
                <a:gd name="T19" fmla="*/ 10 h 570"/>
                <a:gd name="T20" fmla="*/ 649 w 772"/>
                <a:gd name="T21" fmla="*/ 25 h 570"/>
                <a:gd name="T22" fmla="*/ 668 w 772"/>
                <a:gd name="T23" fmla="*/ 47 h 570"/>
                <a:gd name="T24" fmla="*/ 683 w 772"/>
                <a:gd name="T25" fmla="*/ 67 h 570"/>
                <a:gd name="T26" fmla="*/ 699 w 772"/>
                <a:gd name="T27" fmla="*/ 68 h 570"/>
                <a:gd name="T28" fmla="*/ 715 w 772"/>
                <a:gd name="T29" fmla="*/ 80 h 570"/>
                <a:gd name="T30" fmla="*/ 722 w 772"/>
                <a:gd name="T31" fmla="*/ 93 h 570"/>
                <a:gd name="T32" fmla="*/ 744 w 772"/>
                <a:gd name="T33" fmla="*/ 99 h 570"/>
                <a:gd name="T34" fmla="*/ 760 w 772"/>
                <a:gd name="T35" fmla="*/ 81 h 570"/>
                <a:gd name="T36" fmla="*/ 769 w 772"/>
                <a:gd name="T37" fmla="*/ 101 h 570"/>
                <a:gd name="T38" fmla="*/ 770 w 772"/>
                <a:gd name="T39" fmla="*/ 121 h 570"/>
                <a:gd name="T40" fmla="*/ 768 w 772"/>
                <a:gd name="T41" fmla="*/ 139 h 570"/>
                <a:gd name="T42" fmla="*/ 749 w 772"/>
                <a:gd name="T43" fmla="*/ 150 h 570"/>
                <a:gd name="T44" fmla="*/ 755 w 772"/>
                <a:gd name="T45" fmla="*/ 181 h 570"/>
                <a:gd name="T46" fmla="*/ 697 w 772"/>
                <a:gd name="T47" fmla="*/ 246 h 570"/>
                <a:gd name="T48" fmla="*/ 669 w 772"/>
                <a:gd name="T49" fmla="*/ 262 h 570"/>
                <a:gd name="T50" fmla="*/ 669 w 772"/>
                <a:gd name="T51" fmla="*/ 256 h 570"/>
                <a:gd name="T52" fmla="*/ 669 w 772"/>
                <a:gd name="T53" fmla="*/ 237 h 570"/>
                <a:gd name="T54" fmla="*/ 643 w 772"/>
                <a:gd name="T55" fmla="*/ 246 h 570"/>
                <a:gd name="T56" fmla="*/ 622 w 772"/>
                <a:gd name="T57" fmla="*/ 267 h 570"/>
                <a:gd name="T58" fmla="*/ 639 w 772"/>
                <a:gd name="T59" fmla="*/ 283 h 570"/>
                <a:gd name="T60" fmla="*/ 657 w 772"/>
                <a:gd name="T61" fmla="*/ 283 h 570"/>
                <a:gd name="T62" fmla="*/ 685 w 772"/>
                <a:gd name="T63" fmla="*/ 288 h 570"/>
                <a:gd name="T64" fmla="*/ 669 w 772"/>
                <a:gd name="T65" fmla="*/ 300 h 570"/>
                <a:gd name="T66" fmla="*/ 655 w 772"/>
                <a:gd name="T67" fmla="*/ 317 h 570"/>
                <a:gd name="T68" fmla="*/ 674 w 772"/>
                <a:gd name="T69" fmla="*/ 354 h 570"/>
                <a:gd name="T70" fmla="*/ 681 w 772"/>
                <a:gd name="T71" fmla="*/ 374 h 570"/>
                <a:gd name="T72" fmla="*/ 660 w 772"/>
                <a:gd name="T73" fmla="*/ 371 h 570"/>
                <a:gd name="T74" fmla="*/ 690 w 772"/>
                <a:gd name="T75" fmla="*/ 393 h 570"/>
                <a:gd name="T76" fmla="*/ 689 w 772"/>
                <a:gd name="T77" fmla="*/ 399 h 570"/>
                <a:gd name="T78" fmla="*/ 699 w 772"/>
                <a:gd name="T79" fmla="*/ 408 h 570"/>
                <a:gd name="T80" fmla="*/ 697 w 772"/>
                <a:gd name="T81" fmla="*/ 420 h 570"/>
                <a:gd name="T82" fmla="*/ 691 w 772"/>
                <a:gd name="T83" fmla="*/ 433 h 570"/>
                <a:gd name="T84" fmla="*/ 689 w 772"/>
                <a:gd name="T85" fmla="*/ 447 h 570"/>
                <a:gd name="T86" fmla="*/ 681 w 772"/>
                <a:gd name="T87" fmla="*/ 458 h 570"/>
                <a:gd name="T88" fmla="*/ 681 w 772"/>
                <a:gd name="T89" fmla="*/ 471 h 570"/>
                <a:gd name="T90" fmla="*/ 673 w 772"/>
                <a:gd name="T91" fmla="*/ 475 h 570"/>
                <a:gd name="T92" fmla="*/ 665 w 772"/>
                <a:gd name="T93" fmla="*/ 487 h 570"/>
                <a:gd name="T94" fmla="*/ 656 w 772"/>
                <a:gd name="T95" fmla="*/ 495 h 570"/>
                <a:gd name="T96" fmla="*/ 641 w 772"/>
                <a:gd name="T97" fmla="*/ 508 h 570"/>
                <a:gd name="T98" fmla="*/ 624 w 772"/>
                <a:gd name="T99" fmla="*/ 513 h 570"/>
                <a:gd name="T100" fmla="*/ 612 w 772"/>
                <a:gd name="T101" fmla="*/ 517 h 570"/>
                <a:gd name="T102" fmla="*/ 590 w 772"/>
                <a:gd name="T103" fmla="*/ 526 h 570"/>
                <a:gd name="T104" fmla="*/ 581 w 772"/>
                <a:gd name="T105" fmla="*/ 530 h 570"/>
                <a:gd name="T106" fmla="*/ 577 w 772"/>
                <a:gd name="T107" fmla="*/ 539 h 570"/>
                <a:gd name="T108" fmla="*/ 564 w 772"/>
                <a:gd name="T109" fmla="*/ 525 h 570"/>
                <a:gd name="T110" fmla="*/ 474 w 772"/>
                <a:gd name="T111" fmla="*/ 537 h 570"/>
                <a:gd name="T112" fmla="*/ 554 w 772"/>
                <a:gd name="T113" fmla="*/ 80 h 570"/>
                <a:gd name="T114" fmla="*/ 582 w 772"/>
                <a:gd name="T115" fmla="*/ 67 h 570"/>
                <a:gd name="T116" fmla="*/ 581 w 772"/>
                <a:gd name="T117" fmla="*/ 39 h 570"/>
                <a:gd name="T118" fmla="*/ 574 w 772"/>
                <a:gd name="T119" fmla="*/ 21 h 570"/>
                <a:gd name="T120" fmla="*/ 590 w 772"/>
                <a:gd name="T121" fmla="*/ 4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72" h="570">
                  <a:moveTo>
                    <a:pt x="586" y="545"/>
                  </a:moveTo>
                  <a:lnTo>
                    <a:pt x="589" y="545"/>
                  </a:lnTo>
                  <a:lnTo>
                    <a:pt x="590" y="547"/>
                  </a:lnTo>
                  <a:lnTo>
                    <a:pt x="591" y="550"/>
                  </a:lnTo>
                  <a:lnTo>
                    <a:pt x="590" y="553"/>
                  </a:lnTo>
                  <a:lnTo>
                    <a:pt x="589" y="554"/>
                  </a:lnTo>
                  <a:lnTo>
                    <a:pt x="589" y="555"/>
                  </a:lnTo>
                  <a:lnTo>
                    <a:pt x="587" y="559"/>
                  </a:lnTo>
                  <a:lnTo>
                    <a:pt x="587" y="560"/>
                  </a:lnTo>
                  <a:lnTo>
                    <a:pt x="586" y="563"/>
                  </a:lnTo>
                  <a:lnTo>
                    <a:pt x="583" y="563"/>
                  </a:lnTo>
                  <a:lnTo>
                    <a:pt x="583" y="564"/>
                  </a:lnTo>
                  <a:lnTo>
                    <a:pt x="582" y="567"/>
                  </a:lnTo>
                  <a:lnTo>
                    <a:pt x="579" y="566"/>
                  </a:lnTo>
                  <a:lnTo>
                    <a:pt x="578" y="566"/>
                  </a:lnTo>
                  <a:lnTo>
                    <a:pt x="577" y="568"/>
                  </a:lnTo>
                  <a:lnTo>
                    <a:pt x="575" y="570"/>
                  </a:lnTo>
                  <a:lnTo>
                    <a:pt x="574" y="568"/>
                  </a:lnTo>
                  <a:lnTo>
                    <a:pt x="572" y="568"/>
                  </a:lnTo>
                  <a:lnTo>
                    <a:pt x="570" y="567"/>
                  </a:lnTo>
                  <a:lnTo>
                    <a:pt x="568" y="567"/>
                  </a:lnTo>
                  <a:lnTo>
                    <a:pt x="566" y="564"/>
                  </a:lnTo>
                  <a:lnTo>
                    <a:pt x="566" y="563"/>
                  </a:lnTo>
                  <a:lnTo>
                    <a:pt x="565" y="560"/>
                  </a:lnTo>
                  <a:lnTo>
                    <a:pt x="565" y="556"/>
                  </a:lnTo>
                  <a:lnTo>
                    <a:pt x="564" y="555"/>
                  </a:lnTo>
                  <a:lnTo>
                    <a:pt x="566" y="551"/>
                  </a:lnTo>
                  <a:lnTo>
                    <a:pt x="570" y="550"/>
                  </a:lnTo>
                  <a:lnTo>
                    <a:pt x="570" y="547"/>
                  </a:lnTo>
                  <a:lnTo>
                    <a:pt x="573" y="547"/>
                  </a:lnTo>
                  <a:lnTo>
                    <a:pt x="575" y="546"/>
                  </a:lnTo>
                  <a:lnTo>
                    <a:pt x="577" y="546"/>
                  </a:lnTo>
                  <a:lnTo>
                    <a:pt x="579" y="545"/>
                  </a:lnTo>
                  <a:lnTo>
                    <a:pt x="579" y="545"/>
                  </a:lnTo>
                  <a:lnTo>
                    <a:pt x="582" y="545"/>
                  </a:lnTo>
                  <a:lnTo>
                    <a:pt x="583" y="546"/>
                  </a:lnTo>
                  <a:lnTo>
                    <a:pt x="586" y="545"/>
                  </a:lnTo>
                  <a:close/>
                  <a:moveTo>
                    <a:pt x="585" y="531"/>
                  </a:moveTo>
                  <a:lnTo>
                    <a:pt x="587" y="533"/>
                  </a:lnTo>
                  <a:lnTo>
                    <a:pt x="587" y="534"/>
                  </a:lnTo>
                  <a:lnTo>
                    <a:pt x="585" y="533"/>
                  </a:lnTo>
                  <a:lnTo>
                    <a:pt x="583" y="534"/>
                  </a:lnTo>
                  <a:lnTo>
                    <a:pt x="582" y="533"/>
                  </a:lnTo>
                  <a:lnTo>
                    <a:pt x="585" y="531"/>
                  </a:lnTo>
                  <a:close/>
                  <a:moveTo>
                    <a:pt x="658" y="497"/>
                  </a:moveTo>
                  <a:lnTo>
                    <a:pt x="660" y="499"/>
                  </a:lnTo>
                  <a:lnTo>
                    <a:pt x="658" y="500"/>
                  </a:lnTo>
                  <a:lnTo>
                    <a:pt x="657" y="500"/>
                  </a:lnTo>
                  <a:lnTo>
                    <a:pt x="656" y="499"/>
                  </a:lnTo>
                  <a:lnTo>
                    <a:pt x="658" y="497"/>
                  </a:lnTo>
                  <a:close/>
                  <a:moveTo>
                    <a:pt x="706" y="470"/>
                  </a:moveTo>
                  <a:lnTo>
                    <a:pt x="708" y="470"/>
                  </a:lnTo>
                  <a:lnTo>
                    <a:pt x="710" y="472"/>
                  </a:lnTo>
                  <a:lnTo>
                    <a:pt x="710" y="472"/>
                  </a:lnTo>
                  <a:lnTo>
                    <a:pt x="712" y="475"/>
                  </a:lnTo>
                  <a:lnTo>
                    <a:pt x="712" y="476"/>
                  </a:lnTo>
                  <a:lnTo>
                    <a:pt x="711" y="476"/>
                  </a:lnTo>
                  <a:lnTo>
                    <a:pt x="711" y="480"/>
                  </a:lnTo>
                  <a:lnTo>
                    <a:pt x="710" y="485"/>
                  </a:lnTo>
                  <a:lnTo>
                    <a:pt x="708" y="488"/>
                  </a:lnTo>
                  <a:lnTo>
                    <a:pt x="710" y="492"/>
                  </a:lnTo>
                  <a:lnTo>
                    <a:pt x="710" y="495"/>
                  </a:lnTo>
                  <a:lnTo>
                    <a:pt x="708" y="500"/>
                  </a:lnTo>
                  <a:lnTo>
                    <a:pt x="710" y="500"/>
                  </a:lnTo>
                  <a:lnTo>
                    <a:pt x="708" y="501"/>
                  </a:lnTo>
                  <a:lnTo>
                    <a:pt x="708" y="504"/>
                  </a:lnTo>
                  <a:lnTo>
                    <a:pt x="706" y="508"/>
                  </a:lnTo>
                  <a:lnTo>
                    <a:pt x="703" y="510"/>
                  </a:lnTo>
                  <a:lnTo>
                    <a:pt x="705" y="514"/>
                  </a:lnTo>
                  <a:lnTo>
                    <a:pt x="705" y="517"/>
                  </a:lnTo>
                  <a:lnTo>
                    <a:pt x="705" y="520"/>
                  </a:lnTo>
                  <a:lnTo>
                    <a:pt x="703" y="518"/>
                  </a:lnTo>
                  <a:lnTo>
                    <a:pt x="702" y="520"/>
                  </a:lnTo>
                  <a:lnTo>
                    <a:pt x="702" y="517"/>
                  </a:lnTo>
                  <a:lnTo>
                    <a:pt x="702" y="514"/>
                  </a:lnTo>
                  <a:lnTo>
                    <a:pt x="699" y="512"/>
                  </a:lnTo>
                  <a:lnTo>
                    <a:pt x="697" y="510"/>
                  </a:lnTo>
                  <a:lnTo>
                    <a:pt x="697" y="509"/>
                  </a:lnTo>
                  <a:lnTo>
                    <a:pt x="695" y="509"/>
                  </a:lnTo>
                  <a:lnTo>
                    <a:pt x="694" y="508"/>
                  </a:lnTo>
                  <a:lnTo>
                    <a:pt x="694" y="505"/>
                  </a:lnTo>
                  <a:lnTo>
                    <a:pt x="694" y="505"/>
                  </a:lnTo>
                  <a:lnTo>
                    <a:pt x="694" y="504"/>
                  </a:lnTo>
                  <a:lnTo>
                    <a:pt x="693" y="504"/>
                  </a:lnTo>
                  <a:lnTo>
                    <a:pt x="693" y="499"/>
                  </a:lnTo>
                  <a:lnTo>
                    <a:pt x="693" y="495"/>
                  </a:lnTo>
                  <a:lnTo>
                    <a:pt x="691" y="493"/>
                  </a:lnTo>
                  <a:lnTo>
                    <a:pt x="693" y="492"/>
                  </a:lnTo>
                  <a:lnTo>
                    <a:pt x="694" y="488"/>
                  </a:lnTo>
                  <a:lnTo>
                    <a:pt x="697" y="483"/>
                  </a:lnTo>
                  <a:lnTo>
                    <a:pt x="697" y="483"/>
                  </a:lnTo>
                  <a:lnTo>
                    <a:pt x="698" y="480"/>
                  </a:lnTo>
                  <a:lnTo>
                    <a:pt x="697" y="479"/>
                  </a:lnTo>
                  <a:lnTo>
                    <a:pt x="699" y="475"/>
                  </a:lnTo>
                  <a:lnTo>
                    <a:pt x="702" y="472"/>
                  </a:lnTo>
                  <a:lnTo>
                    <a:pt x="705" y="472"/>
                  </a:lnTo>
                  <a:lnTo>
                    <a:pt x="703" y="470"/>
                  </a:lnTo>
                  <a:lnTo>
                    <a:pt x="706" y="470"/>
                  </a:lnTo>
                  <a:close/>
                  <a:moveTo>
                    <a:pt x="682" y="467"/>
                  </a:moveTo>
                  <a:lnTo>
                    <a:pt x="683" y="468"/>
                  </a:lnTo>
                  <a:lnTo>
                    <a:pt x="683" y="470"/>
                  </a:lnTo>
                  <a:lnTo>
                    <a:pt x="682" y="471"/>
                  </a:lnTo>
                  <a:lnTo>
                    <a:pt x="682" y="468"/>
                  </a:lnTo>
                  <a:lnTo>
                    <a:pt x="682" y="467"/>
                  </a:lnTo>
                  <a:close/>
                  <a:moveTo>
                    <a:pt x="701" y="400"/>
                  </a:moveTo>
                  <a:lnTo>
                    <a:pt x="701" y="400"/>
                  </a:lnTo>
                  <a:lnTo>
                    <a:pt x="702" y="400"/>
                  </a:lnTo>
                  <a:lnTo>
                    <a:pt x="705" y="401"/>
                  </a:lnTo>
                  <a:lnTo>
                    <a:pt x="705" y="403"/>
                  </a:lnTo>
                  <a:lnTo>
                    <a:pt x="703" y="403"/>
                  </a:lnTo>
                  <a:lnTo>
                    <a:pt x="701" y="401"/>
                  </a:lnTo>
                  <a:lnTo>
                    <a:pt x="701" y="400"/>
                  </a:lnTo>
                  <a:close/>
                  <a:moveTo>
                    <a:pt x="687" y="376"/>
                  </a:moveTo>
                  <a:lnTo>
                    <a:pt x="690" y="376"/>
                  </a:lnTo>
                  <a:lnTo>
                    <a:pt x="691" y="378"/>
                  </a:lnTo>
                  <a:lnTo>
                    <a:pt x="693" y="378"/>
                  </a:lnTo>
                  <a:lnTo>
                    <a:pt x="693" y="380"/>
                  </a:lnTo>
                  <a:lnTo>
                    <a:pt x="690" y="379"/>
                  </a:lnTo>
                  <a:lnTo>
                    <a:pt x="689" y="379"/>
                  </a:lnTo>
                  <a:lnTo>
                    <a:pt x="687" y="378"/>
                  </a:lnTo>
                  <a:lnTo>
                    <a:pt x="687" y="376"/>
                  </a:lnTo>
                  <a:close/>
                  <a:moveTo>
                    <a:pt x="607" y="0"/>
                  </a:moveTo>
                  <a:lnTo>
                    <a:pt x="608" y="0"/>
                  </a:lnTo>
                  <a:lnTo>
                    <a:pt x="610" y="0"/>
                  </a:lnTo>
                  <a:lnTo>
                    <a:pt x="611" y="1"/>
                  </a:lnTo>
                  <a:lnTo>
                    <a:pt x="615" y="1"/>
                  </a:lnTo>
                  <a:lnTo>
                    <a:pt x="616" y="2"/>
                  </a:lnTo>
                  <a:lnTo>
                    <a:pt x="618" y="4"/>
                  </a:lnTo>
                  <a:lnTo>
                    <a:pt x="620" y="4"/>
                  </a:lnTo>
                  <a:lnTo>
                    <a:pt x="622" y="4"/>
                  </a:lnTo>
                  <a:lnTo>
                    <a:pt x="622" y="4"/>
                  </a:lnTo>
                  <a:lnTo>
                    <a:pt x="624" y="5"/>
                  </a:lnTo>
                  <a:lnTo>
                    <a:pt x="626" y="5"/>
                  </a:lnTo>
                  <a:lnTo>
                    <a:pt x="626" y="2"/>
                  </a:lnTo>
                  <a:lnTo>
                    <a:pt x="627" y="2"/>
                  </a:lnTo>
                  <a:lnTo>
                    <a:pt x="627" y="2"/>
                  </a:lnTo>
                  <a:lnTo>
                    <a:pt x="629" y="2"/>
                  </a:lnTo>
                  <a:lnTo>
                    <a:pt x="629" y="2"/>
                  </a:lnTo>
                  <a:lnTo>
                    <a:pt x="631" y="4"/>
                  </a:lnTo>
                  <a:lnTo>
                    <a:pt x="632" y="4"/>
                  </a:lnTo>
                  <a:lnTo>
                    <a:pt x="633" y="4"/>
                  </a:lnTo>
                  <a:lnTo>
                    <a:pt x="635" y="5"/>
                  </a:lnTo>
                  <a:lnTo>
                    <a:pt x="635" y="6"/>
                  </a:lnTo>
                  <a:lnTo>
                    <a:pt x="635" y="8"/>
                  </a:lnTo>
                  <a:lnTo>
                    <a:pt x="636" y="8"/>
                  </a:lnTo>
                  <a:lnTo>
                    <a:pt x="636" y="9"/>
                  </a:lnTo>
                  <a:lnTo>
                    <a:pt x="637" y="8"/>
                  </a:lnTo>
                  <a:lnTo>
                    <a:pt x="639" y="8"/>
                  </a:lnTo>
                  <a:lnTo>
                    <a:pt x="640" y="9"/>
                  </a:lnTo>
                  <a:lnTo>
                    <a:pt x="639" y="10"/>
                  </a:lnTo>
                  <a:lnTo>
                    <a:pt x="640" y="12"/>
                  </a:lnTo>
                  <a:lnTo>
                    <a:pt x="641" y="12"/>
                  </a:lnTo>
                  <a:lnTo>
                    <a:pt x="643" y="12"/>
                  </a:lnTo>
                  <a:lnTo>
                    <a:pt x="644" y="13"/>
                  </a:lnTo>
                  <a:lnTo>
                    <a:pt x="644" y="13"/>
                  </a:lnTo>
                  <a:lnTo>
                    <a:pt x="645" y="14"/>
                  </a:lnTo>
                  <a:lnTo>
                    <a:pt x="645" y="16"/>
                  </a:lnTo>
                  <a:lnTo>
                    <a:pt x="645" y="17"/>
                  </a:lnTo>
                  <a:lnTo>
                    <a:pt x="647" y="18"/>
                  </a:lnTo>
                  <a:lnTo>
                    <a:pt x="647" y="20"/>
                  </a:lnTo>
                  <a:lnTo>
                    <a:pt x="647" y="21"/>
                  </a:lnTo>
                  <a:lnTo>
                    <a:pt x="649" y="21"/>
                  </a:lnTo>
                  <a:lnTo>
                    <a:pt x="651" y="22"/>
                  </a:lnTo>
                  <a:lnTo>
                    <a:pt x="649" y="24"/>
                  </a:lnTo>
                  <a:lnTo>
                    <a:pt x="649" y="25"/>
                  </a:lnTo>
                  <a:lnTo>
                    <a:pt x="652" y="26"/>
                  </a:lnTo>
                  <a:lnTo>
                    <a:pt x="653" y="29"/>
                  </a:lnTo>
                  <a:lnTo>
                    <a:pt x="655" y="30"/>
                  </a:lnTo>
                  <a:lnTo>
                    <a:pt x="656" y="33"/>
                  </a:lnTo>
                  <a:lnTo>
                    <a:pt x="656" y="33"/>
                  </a:lnTo>
                  <a:lnTo>
                    <a:pt x="657" y="34"/>
                  </a:lnTo>
                  <a:lnTo>
                    <a:pt x="658" y="35"/>
                  </a:lnTo>
                  <a:lnTo>
                    <a:pt x="658" y="37"/>
                  </a:lnTo>
                  <a:lnTo>
                    <a:pt x="658" y="38"/>
                  </a:lnTo>
                  <a:lnTo>
                    <a:pt x="658" y="38"/>
                  </a:lnTo>
                  <a:lnTo>
                    <a:pt x="660" y="38"/>
                  </a:lnTo>
                  <a:lnTo>
                    <a:pt x="661" y="39"/>
                  </a:lnTo>
                  <a:lnTo>
                    <a:pt x="661" y="41"/>
                  </a:lnTo>
                  <a:lnTo>
                    <a:pt x="664" y="45"/>
                  </a:lnTo>
                  <a:lnTo>
                    <a:pt x="668" y="47"/>
                  </a:lnTo>
                  <a:lnTo>
                    <a:pt x="669" y="50"/>
                  </a:lnTo>
                  <a:lnTo>
                    <a:pt x="669" y="51"/>
                  </a:lnTo>
                  <a:lnTo>
                    <a:pt x="670" y="52"/>
                  </a:lnTo>
                  <a:lnTo>
                    <a:pt x="670" y="55"/>
                  </a:lnTo>
                  <a:lnTo>
                    <a:pt x="672" y="55"/>
                  </a:lnTo>
                  <a:lnTo>
                    <a:pt x="673" y="56"/>
                  </a:lnTo>
                  <a:lnTo>
                    <a:pt x="673" y="58"/>
                  </a:lnTo>
                  <a:lnTo>
                    <a:pt x="673" y="59"/>
                  </a:lnTo>
                  <a:lnTo>
                    <a:pt x="674" y="62"/>
                  </a:lnTo>
                  <a:lnTo>
                    <a:pt x="677" y="64"/>
                  </a:lnTo>
                  <a:lnTo>
                    <a:pt x="680" y="66"/>
                  </a:lnTo>
                  <a:lnTo>
                    <a:pt x="680" y="67"/>
                  </a:lnTo>
                  <a:lnTo>
                    <a:pt x="681" y="67"/>
                  </a:lnTo>
                  <a:lnTo>
                    <a:pt x="682" y="67"/>
                  </a:lnTo>
                  <a:lnTo>
                    <a:pt x="683" y="67"/>
                  </a:lnTo>
                  <a:lnTo>
                    <a:pt x="685" y="67"/>
                  </a:lnTo>
                  <a:lnTo>
                    <a:pt x="687" y="67"/>
                  </a:lnTo>
                  <a:lnTo>
                    <a:pt x="689" y="66"/>
                  </a:lnTo>
                  <a:lnTo>
                    <a:pt x="690" y="66"/>
                  </a:lnTo>
                  <a:lnTo>
                    <a:pt x="690" y="67"/>
                  </a:lnTo>
                  <a:lnTo>
                    <a:pt x="689" y="68"/>
                  </a:lnTo>
                  <a:lnTo>
                    <a:pt x="690" y="68"/>
                  </a:lnTo>
                  <a:lnTo>
                    <a:pt x="693" y="68"/>
                  </a:lnTo>
                  <a:lnTo>
                    <a:pt x="694" y="70"/>
                  </a:lnTo>
                  <a:lnTo>
                    <a:pt x="694" y="70"/>
                  </a:lnTo>
                  <a:lnTo>
                    <a:pt x="697" y="71"/>
                  </a:lnTo>
                  <a:lnTo>
                    <a:pt x="697" y="70"/>
                  </a:lnTo>
                  <a:lnTo>
                    <a:pt x="698" y="70"/>
                  </a:lnTo>
                  <a:lnTo>
                    <a:pt x="699" y="70"/>
                  </a:lnTo>
                  <a:lnTo>
                    <a:pt x="699" y="68"/>
                  </a:lnTo>
                  <a:lnTo>
                    <a:pt x="701" y="68"/>
                  </a:lnTo>
                  <a:lnTo>
                    <a:pt x="702" y="70"/>
                  </a:lnTo>
                  <a:lnTo>
                    <a:pt x="702" y="71"/>
                  </a:lnTo>
                  <a:lnTo>
                    <a:pt x="703" y="72"/>
                  </a:lnTo>
                  <a:lnTo>
                    <a:pt x="705" y="72"/>
                  </a:lnTo>
                  <a:lnTo>
                    <a:pt x="705" y="74"/>
                  </a:lnTo>
                  <a:lnTo>
                    <a:pt x="706" y="75"/>
                  </a:lnTo>
                  <a:lnTo>
                    <a:pt x="707" y="75"/>
                  </a:lnTo>
                  <a:lnTo>
                    <a:pt x="707" y="75"/>
                  </a:lnTo>
                  <a:lnTo>
                    <a:pt x="708" y="76"/>
                  </a:lnTo>
                  <a:lnTo>
                    <a:pt x="711" y="77"/>
                  </a:lnTo>
                  <a:lnTo>
                    <a:pt x="711" y="79"/>
                  </a:lnTo>
                  <a:lnTo>
                    <a:pt x="712" y="79"/>
                  </a:lnTo>
                  <a:lnTo>
                    <a:pt x="714" y="79"/>
                  </a:lnTo>
                  <a:lnTo>
                    <a:pt x="715" y="80"/>
                  </a:lnTo>
                  <a:lnTo>
                    <a:pt x="716" y="79"/>
                  </a:lnTo>
                  <a:lnTo>
                    <a:pt x="718" y="79"/>
                  </a:lnTo>
                  <a:lnTo>
                    <a:pt x="719" y="79"/>
                  </a:lnTo>
                  <a:lnTo>
                    <a:pt x="720" y="77"/>
                  </a:lnTo>
                  <a:lnTo>
                    <a:pt x="720" y="79"/>
                  </a:lnTo>
                  <a:lnTo>
                    <a:pt x="720" y="80"/>
                  </a:lnTo>
                  <a:lnTo>
                    <a:pt x="719" y="81"/>
                  </a:lnTo>
                  <a:lnTo>
                    <a:pt x="719" y="83"/>
                  </a:lnTo>
                  <a:lnTo>
                    <a:pt x="720" y="84"/>
                  </a:lnTo>
                  <a:lnTo>
                    <a:pt x="722" y="84"/>
                  </a:lnTo>
                  <a:lnTo>
                    <a:pt x="722" y="87"/>
                  </a:lnTo>
                  <a:lnTo>
                    <a:pt x="723" y="88"/>
                  </a:lnTo>
                  <a:lnTo>
                    <a:pt x="723" y="91"/>
                  </a:lnTo>
                  <a:lnTo>
                    <a:pt x="722" y="91"/>
                  </a:lnTo>
                  <a:lnTo>
                    <a:pt x="722" y="93"/>
                  </a:lnTo>
                  <a:lnTo>
                    <a:pt x="724" y="96"/>
                  </a:lnTo>
                  <a:lnTo>
                    <a:pt x="726" y="96"/>
                  </a:lnTo>
                  <a:lnTo>
                    <a:pt x="727" y="99"/>
                  </a:lnTo>
                  <a:lnTo>
                    <a:pt x="728" y="100"/>
                  </a:lnTo>
                  <a:lnTo>
                    <a:pt x="730" y="100"/>
                  </a:lnTo>
                  <a:lnTo>
                    <a:pt x="731" y="99"/>
                  </a:lnTo>
                  <a:lnTo>
                    <a:pt x="734" y="99"/>
                  </a:lnTo>
                  <a:lnTo>
                    <a:pt x="734" y="100"/>
                  </a:lnTo>
                  <a:lnTo>
                    <a:pt x="735" y="101"/>
                  </a:lnTo>
                  <a:lnTo>
                    <a:pt x="736" y="101"/>
                  </a:lnTo>
                  <a:lnTo>
                    <a:pt x="737" y="100"/>
                  </a:lnTo>
                  <a:lnTo>
                    <a:pt x="739" y="100"/>
                  </a:lnTo>
                  <a:lnTo>
                    <a:pt x="740" y="100"/>
                  </a:lnTo>
                  <a:lnTo>
                    <a:pt x="743" y="100"/>
                  </a:lnTo>
                  <a:lnTo>
                    <a:pt x="744" y="99"/>
                  </a:lnTo>
                  <a:lnTo>
                    <a:pt x="745" y="97"/>
                  </a:lnTo>
                  <a:lnTo>
                    <a:pt x="745" y="96"/>
                  </a:lnTo>
                  <a:lnTo>
                    <a:pt x="747" y="95"/>
                  </a:lnTo>
                  <a:lnTo>
                    <a:pt x="748" y="93"/>
                  </a:lnTo>
                  <a:lnTo>
                    <a:pt x="748" y="91"/>
                  </a:lnTo>
                  <a:lnTo>
                    <a:pt x="748" y="89"/>
                  </a:lnTo>
                  <a:lnTo>
                    <a:pt x="751" y="89"/>
                  </a:lnTo>
                  <a:lnTo>
                    <a:pt x="752" y="89"/>
                  </a:lnTo>
                  <a:lnTo>
                    <a:pt x="753" y="87"/>
                  </a:lnTo>
                  <a:lnTo>
                    <a:pt x="755" y="87"/>
                  </a:lnTo>
                  <a:lnTo>
                    <a:pt x="756" y="87"/>
                  </a:lnTo>
                  <a:lnTo>
                    <a:pt x="756" y="84"/>
                  </a:lnTo>
                  <a:lnTo>
                    <a:pt x="757" y="83"/>
                  </a:lnTo>
                  <a:lnTo>
                    <a:pt x="759" y="83"/>
                  </a:lnTo>
                  <a:lnTo>
                    <a:pt x="760" y="81"/>
                  </a:lnTo>
                  <a:lnTo>
                    <a:pt x="762" y="83"/>
                  </a:lnTo>
                  <a:lnTo>
                    <a:pt x="764" y="84"/>
                  </a:lnTo>
                  <a:lnTo>
                    <a:pt x="765" y="84"/>
                  </a:lnTo>
                  <a:lnTo>
                    <a:pt x="766" y="85"/>
                  </a:lnTo>
                  <a:lnTo>
                    <a:pt x="768" y="87"/>
                  </a:lnTo>
                  <a:lnTo>
                    <a:pt x="766" y="88"/>
                  </a:lnTo>
                  <a:lnTo>
                    <a:pt x="766" y="89"/>
                  </a:lnTo>
                  <a:lnTo>
                    <a:pt x="769" y="92"/>
                  </a:lnTo>
                  <a:lnTo>
                    <a:pt x="769" y="93"/>
                  </a:lnTo>
                  <a:lnTo>
                    <a:pt x="770" y="95"/>
                  </a:lnTo>
                  <a:lnTo>
                    <a:pt x="772" y="96"/>
                  </a:lnTo>
                  <a:lnTo>
                    <a:pt x="772" y="99"/>
                  </a:lnTo>
                  <a:lnTo>
                    <a:pt x="772" y="100"/>
                  </a:lnTo>
                  <a:lnTo>
                    <a:pt x="770" y="101"/>
                  </a:lnTo>
                  <a:lnTo>
                    <a:pt x="769" y="101"/>
                  </a:lnTo>
                  <a:lnTo>
                    <a:pt x="768" y="104"/>
                  </a:lnTo>
                  <a:lnTo>
                    <a:pt x="768" y="104"/>
                  </a:lnTo>
                  <a:lnTo>
                    <a:pt x="768" y="105"/>
                  </a:lnTo>
                  <a:lnTo>
                    <a:pt x="769" y="106"/>
                  </a:lnTo>
                  <a:lnTo>
                    <a:pt x="769" y="108"/>
                  </a:lnTo>
                  <a:lnTo>
                    <a:pt x="768" y="110"/>
                  </a:lnTo>
                  <a:lnTo>
                    <a:pt x="769" y="112"/>
                  </a:lnTo>
                  <a:lnTo>
                    <a:pt x="769" y="112"/>
                  </a:lnTo>
                  <a:lnTo>
                    <a:pt x="769" y="113"/>
                  </a:lnTo>
                  <a:lnTo>
                    <a:pt x="770" y="114"/>
                  </a:lnTo>
                  <a:lnTo>
                    <a:pt x="770" y="114"/>
                  </a:lnTo>
                  <a:lnTo>
                    <a:pt x="769" y="116"/>
                  </a:lnTo>
                  <a:lnTo>
                    <a:pt x="769" y="116"/>
                  </a:lnTo>
                  <a:lnTo>
                    <a:pt x="769" y="118"/>
                  </a:lnTo>
                  <a:lnTo>
                    <a:pt x="770" y="121"/>
                  </a:lnTo>
                  <a:lnTo>
                    <a:pt x="770" y="122"/>
                  </a:lnTo>
                  <a:lnTo>
                    <a:pt x="770" y="124"/>
                  </a:lnTo>
                  <a:lnTo>
                    <a:pt x="769" y="124"/>
                  </a:lnTo>
                  <a:lnTo>
                    <a:pt x="769" y="125"/>
                  </a:lnTo>
                  <a:lnTo>
                    <a:pt x="769" y="126"/>
                  </a:lnTo>
                  <a:lnTo>
                    <a:pt x="769" y="127"/>
                  </a:lnTo>
                  <a:lnTo>
                    <a:pt x="770" y="129"/>
                  </a:lnTo>
                  <a:lnTo>
                    <a:pt x="769" y="130"/>
                  </a:lnTo>
                  <a:lnTo>
                    <a:pt x="768" y="130"/>
                  </a:lnTo>
                  <a:lnTo>
                    <a:pt x="769" y="131"/>
                  </a:lnTo>
                  <a:lnTo>
                    <a:pt x="769" y="134"/>
                  </a:lnTo>
                  <a:lnTo>
                    <a:pt x="769" y="134"/>
                  </a:lnTo>
                  <a:lnTo>
                    <a:pt x="768" y="137"/>
                  </a:lnTo>
                  <a:lnTo>
                    <a:pt x="768" y="138"/>
                  </a:lnTo>
                  <a:lnTo>
                    <a:pt x="768" y="139"/>
                  </a:lnTo>
                  <a:lnTo>
                    <a:pt x="768" y="141"/>
                  </a:lnTo>
                  <a:lnTo>
                    <a:pt x="768" y="142"/>
                  </a:lnTo>
                  <a:lnTo>
                    <a:pt x="769" y="143"/>
                  </a:lnTo>
                  <a:lnTo>
                    <a:pt x="769" y="145"/>
                  </a:lnTo>
                  <a:lnTo>
                    <a:pt x="768" y="146"/>
                  </a:lnTo>
                  <a:lnTo>
                    <a:pt x="766" y="146"/>
                  </a:lnTo>
                  <a:lnTo>
                    <a:pt x="765" y="146"/>
                  </a:lnTo>
                  <a:lnTo>
                    <a:pt x="759" y="145"/>
                  </a:lnTo>
                  <a:lnTo>
                    <a:pt x="757" y="143"/>
                  </a:lnTo>
                  <a:lnTo>
                    <a:pt x="755" y="143"/>
                  </a:lnTo>
                  <a:lnTo>
                    <a:pt x="753" y="143"/>
                  </a:lnTo>
                  <a:lnTo>
                    <a:pt x="752" y="147"/>
                  </a:lnTo>
                  <a:lnTo>
                    <a:pt x="751" y="149"/>
                  </a:lnTo>
                  <a:lnTo>
                    <a:pt x="751" y="150"/>
                  </a:lnTo>
                  <a:lnTo>
                    <a:pt x="749" y="150"/>
                  </a:lnTo>
                  <a:lnTo>
                    <a:pt x="747" y="151"/>
                  </a:lnTo>
                  <a:lnTo>
                    <a:pt x="747" y="152"/>
                  </a:lnTo>
                  <a:lnTo>
                    <a:pt x="748" y="154"/>
                  </a:lnTo>
                  <a:lnTo>
                    <a:pt x="751" y="158"/>
                  </a:lnTo>
                  <a:lnTo>
                    <a:pt x="751" y="160"/>
                  </a:lnTo>
                  <a:lnTo>
                    <a:pt x="752" y="162"/>
                  </a:lnTo>
                  <a:lnTo>
                    <a:pt x="753" y="163"/>
                  </a:lnTo>
                  <a:lnTo>
                    <a:pt x="753" y="166"/>
                  </a:lnTo>
                  <a:lnTo>
                    <a:pt x="753" y="168"/>
                  </a:lnTo>
                  <a:lnTo>
                    <a:pt x="753" y="171"/>
                  </a:lnTo>
                  <a:lnTo>
                    <a:pt x="753" y="175"/>
                  </a:lnTo>
                  <a:lnTo>
                    <a:pt x="755" y="175"/>
                  </a:lnTo>
                  <a:lnTo>
                    <a:pt x="755" y="177"/>
                  </a:lnTo>
                  <a:lnTo>
                    <a:pt x="756" y="180"/>
                  </a:lnTo>
                  <a:lnTo>
                    <a:pt x="755" y="181"/>
                  </a:lnTo>
                  <a:lnTo>
                    <a:pt x="755" y="183"/>
                  </a:lnTo>
                  <a:lnTo>
                    <a:pt x="755" y="184"/>
                  </a:lnTo>
                  <a:lnTo>
                    <a:pt x="755" y="185"/>
                  </a:lnTo>
                  <a:lnTo>
                    <a:pt x="755" y="185"/>
                  </a:lnTo>
                  <a:lnTo>
                    <a:pt x="751" y="185"/>
                  </a:lnTo>
                  <a:lnTo>
                    <a:pt x="749" y="187"/>
                  </a:lnTo>
                  <a:lnTo>
                    <a:pt x="749" y="187"/>
                  </a:lnTo>
                  <a:lnTo>
                    <a:pt x="751" y="189"/>
                  </a:lnTo>
                  <a:lnTo>
                    <a:pt x="751" y="189"/>
                  </a:lnTo>
                  <a:lnTo>
                    <a:pt x="751" y="191"/>
                  </a:lnTo>
                  <a:lnTo>
                    <a:pt x="751" y="192"/>
                  </a:lnTo>
                  <a:lnTo>
                    <a:pt x="740" y="201"/>
                  </a:lnTo>
                  <a:lnTo>
                    <a:pt x="737" y="218"/>
                  </a:lnTo>
                  <a:lnTo>
                    <a:pt x="703" y="243"/>
                  </a:lnTo>
                  <a:lnTo>
                    <a:pt x="697" y="246"/>
                  </a:lnTo>
                  <a:lnTo>
                    <a:pt x="697" y="246"/>
                  </a:lnTo>
                  <a:lnTo>
                    <a:pt x="695" y="243"/>
                  </a:lnTo>
                  <a:lnTo>
                    <a:pt x="693" y="247"/>
                  </a:lnTo>
                  <a:lnTo>
                    <a:pt x="690" y="247"/>
                  </a:lnTo>
                  <a:lnTo>
                    <a:pt x="689" y="249"/>
                  </a:lnTo>
                  <a:lnTo>
                    <a:pt x="687" y="247"/>
                  </a:lnTo>
                  <a:lnTo>
                    <a:pt x="683" y="250"/>
                  </a:lnTo>
                  <a:lnTo>
                    <a:pt x="681" y="250"/>
                  </a:lnTo>
                  <a:lnTo>
                    <a:pt x="681" y="251"/>
                  </a:lnTo>
                  <a:lnTo>
                    <a:pt x="680" y="251"/>
                  </a:lnTo>
                  <a:lnTo>
                    <a:pt x="674" y="255"/>
                  </a:lnTo>
                  <a:lnTo>
                    <a:pt x="672" y="258"/>
                  </a:lnTo>
                  <a:lnTo>
                    <a:pt x="672" y="260"/>
                  </a:lnTo>
                  <a:lnTo>
                    <a:pt x="672" y="260"/>
                  </a:lnTo>
                  <a:lnTo>
                    <a:pt x="669" y="262"/>
                  </a:lnTo>
                  <a:lnTo>
                    <a:pt x="666" y="266"/>
                  </a:lnTo>
                  <a:lnTo>
                    <a:pt x="665" y="266"/>
                  </a:lnTo>
                  <a:lnTo>
                    <a:pt x="664" y="267"/>
                  </a:lnTo>
                  <a:lnTo>
                    <a:pt x="662" y="267"/>
                  </a:lnTo>
                  <a:lnTo>
                    <a:pt x="662" y="266"/>
                  </a:lnTo>
                  <a:lnTo>
                    <a:pt x="660" y="264"/>
                  </a:lnTo>
                  <a:lnTo>
                    <a:pt x="661" y="262"/>
                  </a:lnTo>
                  <a:lnTo>
                    <a:pt x="662" y="262"/>
                  </a:lnTo>
                  <a:lnTo>
                    <a:pt x="664" y="260"/>
                  </a:lnTo>
                  <a:lnTo>
                    <a:pt x="666" y="260"/>
                  </a:lnTo>
                  <a:lnTo>
                    <a:pt x="668" y="260"/>
                  </a:lnTo>
                  <a:lnTo>
                    <a:pt x="668" y="259"/>
                  </a:lnTo>
                  <a:lnTo>
                    <a:pt x="666" y="259"/>
                  </a:lnTo>
                  <a:lnTo>
                    <a:pt x="666" y="258"/>
                  </a:lnTo>
                  <a:lnTo>
                    <a:pt x="669" y="256"/>
                  </a:lnTo>
                  <a:lnTo>
                    <a:pt x="670" y="254"/>
                  </a:lnTo>
                  <a:lnTo>
                    <a:pt x="668" y="256"/>
                  </a:lnTo>
                  <a:lnTo>
                    <a:pt x="665" y="256"/>
                  </a:lnTo>
                  <a:lnTo>
                    <a:pt x="664" y="255"/>
                  </a:lnTo>
                  <a:lnTo>
                    <a:pt x="664" y="254"/>
                  </a:lnTo>
                  <a:lnTo>
                    <a:pt x="665" y="254"/>
                  </a:lnTo>
                  <a:lnTo>
                    <a:pt x="665" y="252"/>
                  </a:lnTo>
                  <a:lnTo>
                    <a:pt x="662" y="250"/>
                  </a:lnTo>
                  <a:lnTo>
                    <a:pt x="662" y="246"/>
                  </a:lnTo>
                  <a:lnTo>
                    <a:pt x="662" y="246"/>
                  </a:lnTo>
                  <a:lnTo>
                    <a:pt x="665" y="246"/>
                  </a:lnTo>
                  <a:lnTo>
                    <a:pt x="665" y="242"/>
                  </a:lnTo>
                  <a:lnTo>
                    <a:pt x="668" y="239"/>
                  </a:lnTo>
                  <a:lnTo>
                    <a:pt x="668" y="238"/>
                  </a:lnTo>
                  <a:lnTo>
                    <a:pt x="669" y="237"/>
                  </a:lnTo>
                  <a:lnTo>
                    <a:pt x="669" y="235"/>
                  </a:lnTo>
                  <a:lnTo>
                    <a:pt x="664" y="231"/>
                  </a:lnTo>
                  <a:lnTo>
                    <a:pt x="660" y="227"/>
                  </a:lnTo>
                  <a:lnTo>
                    <a:pt x="660" y="230"/>
                  </a:lnTo>
                  <a:lnTo>
                    <a:pt x="657" y="230"/>
                  </a:lnTo>
                  <a:lnTo>
                    <a:pt x="656" y="229"/>
                  </a:lnTo>
                  <a:lnTo>
                    <a:pt x="653" y="229"/>
                  </a:lnTo>
                  <a:lnTo>
                    <a:pt x="652" y="231"/>
                  </a:lnTo>
                  <a:lnTo>
                    <a:pt x="651" y="233"/>
                  </a:lnTo>
                  <a:lnTo>
                    <a:pt x="651" y="235"/>
                  </a:lnTo>
                  <a:lnTo>
                    <a:pt x="648" y="238"/>
                  </a:lnTo>
                  <a:lnTo>
                    <a:pt x="648" y="242"/>
                  </a:lnTo>
                  <a:lnTo>
                    <a:pt x="647" y="242"/>
                  </a:lnTo>
                  <a:lnTo>
                    <a:pt x="644" y="246"/>
                  </a:lnTo>
                  <a:lnTo>
                    <a:pt x="643" y="246"/>
                  </a:lnTo>
                  <a:lnTo>
                    <a:pt x="637" y="249"/>
                  </a:lnTo>
                  <a:lnTo>
                    <a:pt x="636" y="254"/>
                  </a:lnTo>
                  <a:lnTo>
                    <a:pt x="636" y="255"/>
                  </a:lnTo>
                  <a:lnTo>
                    <a:pt x="636" y="256"/>
                  </a:lnTo>
                  <a:lnTo>
                    <a:pt x="637" y="259"/>
                  </a:lnTo>
                  <a:lnTo>
                    <a:pt x="635" y="259"/>
                  </a:lnTo>
                  <a:lnTo>
                    <a:pt x="636" y="260"/>
                  </a:lnTo>
                  <a:lnTo>
                    <a:pt x="635" y="263"/>
                  </a:lnTo>
                  <a:lnTo>
                    <a:pt x="632" y="263"/>
                  </a:lnTo>
                  <a:lnTo>
                    <a:pt x="628" y="263"/>
                  </a:lnTo>
                  <a:lnTo>
                    <a:pt x="623" y="262"/>
                  </a:lnTo>
                  <a:lnTo>
                    <a:pt x="623" y="263"/>
                  </a:lnTo>
                  <a:lnTo>
                    <a:pt x="622" y="263"/>
                  </a:lnTo>
                  <a:lnTo>
                    <a:pt x="622" y="266"/>
                  </a:lnTo>
                  <a:lnTo>
                    <a:pt x="622" y="267"/>
                  </a:lnTo>
                  <a:lnTo>
                    <a:pt x="622" y="268"/>
                  </a:lnTo>
                  <a:lnTo>
                    <a:pt x="620" y="270"/>
                  </a:lnTo>
                  <a:lnTo>
                    <a:pt x="622" y="272"/>
                  </a:lnTo>
                  <a:lnTo>
                    <a:pt x="622" y="275"/>
                  </a:lnTo>
                  <a:lnTo>
                    <a:pt x="624" y="276"/>
                  </a:lnTo>
                  <a:lnTo>
                    <a:pt x="628" y="279"/>
                  </a:lnTo>
                  <a:lnTo>
                    <a:pt x="628" y="280"/>
                  </a:lnTo>
                  <a:lnTo>
                    <a:pt x="631" y="284"/>
                  </a:lnTo>
                  <a:lnTo>
                    <a:pt x="631" y="283"/>
                  </a:lnTo>
                  <a:lnTo>
                    <a:pt x="631" y="284"/>
                  </a:lnTo>
                  <a:lnTo>
                    <a:pt x="632" y="283"/>
                  </a:lnTo>
                  <a:lnTo>
                    <a:pt x="633" y="283"/>
                  </a:lnTo>
                  <a:lnTo>
                    <a:pt x="633" y="283"/>
                  </a:lnTo>
                  <a:lnTo>
                    <a:pt x="635" y="283"/>
                  </a:lnTo>
                  <a:lnTo>
                    <a:pt x="639" y="283"/>
                  </a:lnTo>
                  <a:lnTo>
                    <a:pt x="639" y="285"/>
                  </a:lnTo>
                  <a:lnTo>
                    <a:pt x="639" y="288"/>
                  </a:lnTo>
                  <a:lnTo>
                    <a:pt x="641" y="295"/>
                  </a:lnTo>
                  <a:lnTo>
                    <a:pt x="645" y="295"/>
                  </a:lnTo>
                  <a:lnTo>
                    <a:pt x="647" y="293"/>
                  </a:lnTo>
                  <a:lnTo>
                    <a:pt x="649" y="293"/>
                  </a:lnTo>
                  <a:lnTo>
                    <a:pt x="651" y="293"/>
                  </a:lnTo>
                  <a:lnTo>
                    <a:pt x="652" y="291"/>
                  </a:lnTo>
                  <a:lnTo>
                    <a:pt x="651" y="289"/>
                  </a:lnTo>
                  <a:lnTo>
                    <a:pt x="651" y="289"/>
                  </a:lnTo>
                  <a:lnTo>
                    <a:pt x="653" y="288"/>
                  </a:lnTo>
                  <a:lnTo>
                    <a:pt x="655" y="287"/>
                  </a:lnTo>
                  <a:lnTo>
                    <a:pt x="655" y="284"/>
                  </a:lnTo>
                  <a:lnTo>
                    <a:pt x="655" y="283"/>
                  </a:lnTo>
                  <a:lnTo>
                    <a:pt x="657" y="283"/>
                  </a:lnTo>
                  <a:lnTo>
                    <a:pt x="662" y="280"/>
                  </a:lnTo>
                  <a:lnTo>
                    <a:pt x="664" y="281"/>
                  </a:lnTo>
                  <a:lnTo>
                    <a:pt x="665" y="283"/>
                  </a:lnTo>
                  <a:lnTo>
                    <a:pt x="666" y="284"/>
                  </a:lnTo>
                  <a:lnTo>
                    <a:pt x="668" y="285"/>
                  </a:lnTo>
                  <a:lnTo>
                    <a:pt x="669" y="287"/>
                  </a:lnTo>
                  <a:lnTo>
                    <a:pt x="677" y="285"/>
                  </a:lnTo>
                  <a:lnTo>
                    <a:pt x="677" y="285"/>
                  </a:lnTo>
                  <a:lnTo>
                    <a:pt x="680" y="285"/>
                  </a:lnTo>
                  <a:lnTo>
                    <a:pt x="680" y="285"/>
                  </a:lnTo>
                  <a:lnTo>
                    <a:pt x="683" y="285"/>
                  </a:lnTo>
                  <a:lnTo>
                    <a:pt x="686" y="285"/>
                  </a:lnTo>
                  <a:lnTo>
                    <a:pt x="687" y="285"/>
                  </a:lnTo>
                  <a:lnTo>
                    <a:pt x="685" y="287"/>
                  </a:lnTo>
                  <a:lnTo>
                    <a:pt x="685" y="288"/>
                  </a:lnTo>
                  <a:lnTo>
                    <a:pt x="686" y="291"/>
                  </a:lnTo>
                  <a:lnTo>
                    <a:pt x="685" y="291"/>
                  </a:lnTo>
                  <a:lnTo>
                    <a:pt x="683" y="292"/>
                  </a:lnTo>
                  <a:lnTo>
                    <a:pt x="683" y="295"/>
                  </a:lnTo>
                  <a:lnTo>
                    <a:pt x="686" y="295"/>
                  </a:lnTo>
                  <a:lnTo>
                    <a:pt x="686" y="296"/>
                  </a:lnTo>
                  <a:lnTo>
                    <a:pt x="683" y="299"/>
                  </a:lnTo>
                  <a:lnTo>
                    <a:pt x="680" y="296"/>
                  </a:lnTo>
                  <a:lnTo>
                    <a:pt x="680" y="295"/>
                  </a:lnTo>
                  <a:lnTo>
                    <a:pt x="678" y="296"/>
                  </a:lnTo>
                  <a:lnTo>
                    <a:pt x="678" y="295"/>
                  </a:lnTo>
                  <a:lnTo>
                    <a:pt x="676" y="299"/>
                  </a:lnTo>
                  <a:lnTo>
                    <a:pt x="674" y="299"/>
                  </a:lnTo>
                  <a:lnTo>
                    <a:pt x="672" y="300"/>
                  </a:lnTo>
                  <a:lnTo>
                    <a:pt x="669" y="300"/>
                  </a:lnTo>
                  <a:lnTo>
                    <a:pt x="669" y="301"/>
                  </a:lnTo>
                  <a:lnTo>
                    <a:pt x="666" y="300"/>
                  </a:lnTo>
                  <a:lnTo>
                    <a:pt x="664" y="300"/>
                  </a:lnTo>
                  <a:lnTo>
                    <a:pt x="666" y="301"/>
                  </a:lnTo>
                  <a:lnTo>
                    <a:pt x="668" y="304"/>
                  </a:lnTo>
                  <a:lnTo>
                    <a:pt x="664" y="304"/>
                  </a:lnTo>
                  <a:lnTo>
                    <a:pt x="664" y="306"/>
                  </a:lnTo>
                  <a:lnTo>
                    <a:pt x="661" y="306"/>
                  </a:lnTo>
                  <a:lnTo>
                    <a:pt x="658" y="309"/>
                  </a:lnTo>
                  <a:lnTo>
                    <a:pt x="660" y="310"/>
                  </a:lnTo>
                  <a:lnTo>
                    <a:pt x="662" y="312"/>
                  </a:lnTo>
                  <a:lnTo>
                    <a:pt x="660" y="314"/>
                  </a:lnTo>
                  <a:lnTo>
                    <a:pt x="658" y="313"/>
                  </a:lnTo>
                  <a:lnTo>
                    <a:pt x="657" y="317"/>
                  </a:lnTo>
                  <a:lnTo>
                    <a:pt x="655" y="317"/>
                  </a:lnTo>
                  <a:lnTo>
                    <a:pt x="655" y="317"/>
                  </a:lnTo>
                  <a:lnTo>
                    <a:pt x="653" y="320"/>
                  </a:lnTo>
                  <a:lnTo>
                    <a:pt x="655" y="322"/>
                  </a:lnTo>
                  <a:lnTo>
                    <a:pt x="653" y="326"/>
                  </a:lnTo>
                  <a:lnTo>
                    <a:pt x="653" y="333"/>
                  </a:lnTo>
                  <a:lnTo>
                    <a:pt x="655" y="333"/>
                  </a:lnTo>
                  <a:lnTo>
                    <a:pt x="661" y="335"/>
                  </a:lnTo>
                  <a:lnTo>
                    <a:pt x="661" y="337"/>
                  </a:lnTo>
                  <a:lnTo>
                    <a:pt x="662" y="337"/>
                  </a:lnTo>
                  <a:lnTo>
                    <a:pt x="669" y="339"/>
                  </a:lnTo>
                  <a:lnTo>
                    <a:pt x="673" y="347"/>
                  </a:lnTo>
                  <a:lnTo>
                    <a:pt x="673" y="347"/>
                  </a:lnTo>
                  <a:lnTo>
                    <a:pt x="672" y="350"/>
                  </a:lnTo>
                  <a:lnTo>
                    <a:pt x="674" y="351"/>
                  </a:lnTo>
                  <a:lnTo>
                    <a:pt x="674" y="354"/>
                  </a:lnTo>
                  <a:lnTo>
                    <a:pt x="680" y="358"/>
                  </a:lnTo>
                  <a:lnTo>
                    <a:pt x="680" y="360"/>
                  </a:lnTo>
                  <a:lnTo>
                    <a:pt x="682" y="366"/>
                  </a:lnTo>
                  <a:lnTo>
                    <a:pt x="685" y="366"/>
                  </a:lnTo>
                  <a:lnTo>
                    <a:pt x="687" y="366"/>
                  </a:lnTo>
                  <a:lnTo>
                    <a:pt x="689" y="367"/>
                  </a:lnTo>
                  <a:lnTo>
                    <a:pt x="689" y="368"/>
                  </a:lnTo>
                  <a:lnTo>
                    <a:pt x="691" y="371"/>
                  </a:lnTo>
                  <a:lnTo>
                    <a:pt x="693" y="372"/>
                  </a:lnTo>
                  <a:lnTo>
                    <a:pt x="694" y="375"/>
                  </a:lnTo>
                  <a:lnTo>
                    <a:pt x="693" y="376"/>
                  </a:lnTo>
                  <a:lnTo>
                    <a:pt x="687" y="375"/>
                  </a:lnTo>
                  <a:lnTo>
                    <a:pt x="685" y="376"/>
                  </a:lnTo>
                  <a:lnTo>
                    <a:pt x="682" y="374"/>
                  </a:lnTo>
                  <a:lnTo>
                    <a:pt x="681" y="374"/>
                  </a:lnTo>
                  <a:lnTo>
                    <a:pt x="678" y="372"/>
                  </a:lnTo>
                  <a:lnTo>
                    <a:pt x="674" y="372"/>
                  </a:lnTo>
                  <a:lnTo>
                    <a:pt x="673" y="374"/>
                  </a:lnTo>
                  <a:lnTo>
                    <a:pt x="670" y="374"/>
                  </a:lnTo>
                  <a:lnTo>
                    <a:pt x="669" y="372"/>
                  </a:lnTo>
                  <a:lnTo>
                    <a:pt x="668" y="368"/>
                  </a:lnTo>
                  <a:lnTo>
                    <a:pt x="664" y="370"/>
                  </a:lnTo>
                  <a:lnTo>
                    <a:pt x="662" y="370"/>
                  </a:lnTo>
                  <a:lnTo>
                    <a:pt x="661" y="370"/>
                  </a:lnTo>
                  <a:lnTo>
                    <a:pt x="660" y="370"/>
                  </a:lnTo>
                  <a:lnTo>
                    <a:pt x="658" y="370"/>
                  </a:lnTo>
                  <a:lnTo>
                    <a:pt x="657" y="371"/>
                  </a:lnTo>
                  <a:lnTo>
                    <a:pt x="655" y="376"/>
                  </a:lnTo>
                  <a:lnTo>
                    <a:pt x="657" y="372"/>
                  </a:lnTo>
                  <a:lnTo>
                    <a:pt x="660" y="371"/>
                  </a:lnTo>
                  <a:lnTo>
                    <a:pt x="662" y="371"/>
                  </a:lnTo>
                  <a:lnTo>
                    <a:pt x="665" y="371"/>
                  </a:lnTo>
                  <a:lnTo>
                    <a:pt x="666" y="371"/>
                  </a:lnTo>
                  <a:lnTo>
                    <a:pt x="666" y="372"/>
                  </a:lnTo>
                  <a:lnTo>
                    <a:pt x="670" y="375"/>
                  </a:lnTo>
                  <a:lnTo>
                    <a:pt x="672" y="375"/>
                  </a:lnTo>
                  <a:lnTo>
                    <a:pt x="676" y="372"/>
                  </a:lnTo>
                  <a:lnTo>
                    <a:pt x="678" y="372"/>
                  </a:lnTo>
                  <a:lnTo>
                    <a:pt x="682" y="378"/>
                  </a:lnTo>
                  <a:lnTo>
                    <a:pt x="686" y="380"/>
                  </a:lnTo>
                  <a:lnTo>
                    <a:pt x="693" y="384"/>
                  </a:lnTo>
                  <a:lnTo>
                    <a:pt x="695" y="388"/>
                  </a:lnTo>
                  <a:lnTo>
                    <a:pt x="695" y="389"/>
                  </a:lnTo>
                  <a:lnTo>
                    <a:pt x="693" y="391"/>
                  </a:lnTo>
                  <a:lnTo>
                    <a:pt x="690" y="393"/>
                  </a:lnTo>
                  <a:lnTo>
                    <a:pt x="687" y="393"/>
                  </a:lnTo>
                  <a:lnTo>
                    <a:pt x="687" y="395"/>
                  </a:lnTo>
                  <a:lnTo>
                    <a:pt x="686" y="396"/>
                  </a:lnTo>
                  <a:lnTo>
                    <a:pt x="685" y="397"/>
                  </a:lnTo>
                  <a:lnTo>
                    <a:pt x="682" y="396"/>
                  </a:lnTo>
                  <a:lnTo>
                    <a:pt x="681" y="397"/>
                  </a:lnTo>
                  <a:lnTo>
                    <a:pt x="678" y="397"/>
                  </a:lnTo>
                  <a:lnTo>
                    <a:pt x="676" y="400"/>
                  </a:lnTo>
                  <a:lnTo>
                    <a:pt x="676" y="403"/>
                  </a:lnTo>
                  <a:lnTo>
                    <a:pt x="677" y="400"/>
                  </a:lnTo>
                  <a:lnTo>
                    <a:pt x="678" y="399"/>
                  </a:lnTo>
                  <a:lnTo>
                    <a:pt x="681" y="397"/>
                  </a:lnTo>
                  <a:lnTo>
                    <a:pt x="683" y="401"/>
                  </a:lnTo>
                  <a:lnTo>
                    <a:pt x="686" y="401"/>
                  </a:lnTo>
                  <a:lnTo>
                    <a:pt x="689" y="399"/>
                  </a:lnTo>
                  <a:lnTo>
                    <a:pt x="691" y="399"/>
                  </a:lnTo>
                  <a:lnTo>
                    <a:pt x="695" y="404"/>
                  </a:lnTo>
                  <a:lnTo>
                    <a:pt x="697" y="403"/>
                  </a:lnTo>
                  <a:lnTo>
                    <a:pt x="698" y="404"/>
                  </a:lnTo>
                  <a:lnTo>
                    <a:pt x="699" y="404"/>
                  </a:lnTo>
                  <a:lnTo>
                    <a:pt x="701" y="405"/>
                  </a:lnTo>
                  <a:lnTo>
                    <a:pt x="695" y="409"/>
                  </a:lnTo>
                  <a:lnTo>
                    <a:pt x="691" y="410"/>
                  </a:lnTo>
                  <a:lnTo>
                    <a:pt x="691" y="413"/>
                  </a:lnTo>
                  <a:lnTo>
                    <a:pt x="693" y="413"/>
                  </a:lnTo>
                  <a:lnTo>
                    <a:pt x="697" y="410"/>
                  </a:lnTo>
                  <a:lnTo>
                    <a:pt x="699" y="410"/>
                  </a:lnTo>
                  <a:lnTo>
                    <a:pt x="699" y="409"/>
                  </a:lnTo>
                  <a:lnTo>
                    <a:pt x="698" y="409"/>
                  </a:lnTo>
                  <a:lnTo>
                    <a:pt x="699" y="408"/>
                  </a:lnTo>
                  <a:lnTo>
                    <a:pt x="701" y="408"/>
                  </a:lnTo>
                  <a:lnTo>
                    <a:pt x="702" y="412"/>
                  </a:lnTo>
                  <a:lnTo>
                    <a:pt x="702" y="413"/>
                  </a:lnTo>
                  <a:lnTo>
                    <a:pt x="701" y="414"/>
                  </a:lnTo>
                  <a:lnTo>
                    <a:pt x="701" y="413"/>
                  </a:lnTo>
                  <a:lnTo>
                    <a:pt x="699" y="413"/>
                  </a:lnTo>
                  <a:lnTo>
                    <a:pt x="699" y="414"/>
                  </a:lnTo>
                  <a:lnTo>
                    <a:pt x="698" y="414"/>
                  </a:lnTo>
                  <a:lnTo>
                    <a:pt x="695" y="414"/>
                  </a:lnTo>
                  <a:lnTo>
                    <a:pt x="693" y="416"/>
                  </a:lnTo>
                  <a:lnTo>
                    <a:pt x="693" y="417"/>
                  </a:lnTo>
                  <a:lnTo>
                    <a:pt x="697" y="417"/>
                  </a:lnTo>
                  <a:lnTo>
                    <a:pt x="698" y="418"/>
                  </a:lnTo>
                  <a:lnTo>
                    <a:pt x="698" y="420"/>
                  </a:lnTo>
                  <a:lnTo>
                    <a:pt x="697" y="420"/>
                  </a:lnTo>
                  <a:lnTo>
                    <a:pt x="695" y="421"/>
                  </a:lnTo>
                  <a:lnTo>
                    <a:pt x="697" y="421"/>
                  </a:lnTo>
                  <a:lnTo>
                    <a:pt x="698" y="422"/>
                  </a:lnTo>
                  <a:lnTo>
                    <a:pt x="697" y="424"/>
                  </a:lnTo>
                  <a:lnTo>
                    <a:pt x="695" y="424"/>
                  </a:lnTo>
                  <a:lnTo>
                    <a:pt x="694" y="424"/>
                  </a:lnTo>
                  <a:lnTo>
                    <a:pt x="695" y="425"/>
                  </a:lnTo>
                  <a:lnTo>
                    <a:pt x="698" y="425"/>
                  </a:lnTo>
                  <a:lnTo>
                    <a:pt x="699" y="428"/>
                  </a:lnTo>
                  <a:lnTo>
                    <a:pt x="697" y="429"/>
                  </a:lnTo>
                  <a:lnTo>
                    <a:pt x="697" y="431"/>
                  </a:lnTo>
                  <a:lnTo>
                    <a:pt x="695" y="430"/>
                  </a:lnTo>
                  <a:lnTo>
                    <a:pt x="695" y="429"/>
                  </a:lnTo>
                  <a:lnTo>
                    <a:pt x="694" y="429"/>
                  </a:lnTo>
                  <a:lnTo>
                    <a:pt x="691" y="433"/>
                  </a:lnTo>
                  <a:lnTo>
                    <a:pt x="690" y="434"/>
                  </a:lnTo>
                  <a:lnTo>
                    <a:pt x="687" y="433"/>
                  </a:lnTo>
                  <a:lnTo>
                    <a:pt x="690" y="434"/>
                  </a:lnTo>
                  <a:lnTo>
                    <a:pt x="690" y="435"/>
                  </a:lnTo>
                  <a:lnTo>
                    <a:pt x="690" y="437"/>
                  </a:lnTo>
                  <a:lnTo>
                    <a:pt x="689" y="438"/>
                  </a:lnTo>
                  <a:lnTo>
                    <a:pt x="689" y="439"/>
                  </a:lnTo>
                  <a:lnTo>
                    <a:pt x="690" y="441"/>
                  </a:lnTo>
                  <a:lnTo>
                    <a:pt x="689" y="442"/>
                  </a:lnTo>
                  <a:lnTo>
                    <a:pt x="689" y="443"/>
                  </a:lnTo>
                  <a:lnTo>
                    <a:pt x="687" y="445"/>
                  </a:lnTo>
                  <a:lnTo>
                    <a:pt x="686" y="443"/>
                  </a:lnTo>
                  <a:lnTo>
                    <a:pt x="685" y="445"/>
                  </a:lnTo>
                  <a:lnTo>
                    <a:pt x="687" y="445"/>
                  </a:lnTo>
                  <a:lnTo>
                    <a:pt x="689" y="447"/>
                  </a:lnTo>
                  <a:lnTo>
                    <a:pt x="686" y="447"/>
                  </a:lnTo>
                  <a:lnTo>
                    <a:pt x="686" y="449"/>
                  </a:lnTo>
                  <a:lnTo>
                    <a:pt x="682" y="451"/>
                  </a:lnTo>
                  <a:lnTo>
                    <a:pt x="681" y="451"/>
                  </a:lnTo>
                  <a:lnTo>
                    <a:pt x="681" y="449"/>
                  </a:lnTo>
                  <a:lnTo>
                    <a:pt x="680" y="449"/>
                  </a:lnTo>
                  <a:lnTo>
                    <a:pt x="680" y="449"/>
                  </a:lnTo>
                  <a:lnTo>
                    <a:pt x="678" y="451"/>
                  </a:lnTo>
                  <a:lnTo>
                    <a:pt x="677" y="451"/>
                  </a:lnTo>
                  <a:lnTo>
                    <a:pt x="678" y="453"/>
                  </a:lnTo>
                  <a:lnTo>
                    <a:pt x="677" y="453"/>
                  </a:lnTo>
                  <a:lnTo>
                    <a:pt x="680" y="453"/>
                  </a:lnTo>
                  <a:lnTo>
                    <a:pt x="681" y="455"/>
                  </a:lnTo>
                  <a:lnTo>
                    <a:pt x="678" y="455"/>
                  </a:lnTo>
                  <a:lnTo>
                    <a:pt x="681" y="458"/>
                  </a:lnTo>
                  <a:lnTo>
                    <a:pt x="682" y="456"/>
                  </a:lnTo>
                  <a:lnTo>
                    <a:pt x="683" y="458"/>
                  </a:lnTo>
                  <a:lnTo>
                    <a:pt x="680" y="459"/>
                  </a:lnTo>
                  <a:lnTo>
                    <a:pt x="677" y="462"/>
                  </a:lnTo>
                  <a:lnTo>
                    <a:pt x="677" y="463"/>
                  </a:lnTo>
                  <a:lnTo>
                    <a:pt x="678" y="462"/>
                  </a:lnTo>
                  <a:lnTo>
                    <a:pt x="680" y="462"/>
                  </a:lnTo>
                  <a:lnTo>
                    <a:pt x="681" y="463"/>
                  </a:lnTo>
                  <a:lnTo>
                    <a:pt x="678" y="466"/>
                  </a:lnTo>
                  <a:lnTo>
                    <a:pt x="680" y="466"/>
                  </a:lnTo>
                  <a:lnTo>
                    <a:pt x="680" y="468"/>
                  </a:lnTo>
                  <a:lnTo>
                    <a:pt x="678" y="468"/>
                  </a:lnTo>
                  <a:lnTo>
                    <a:pt x="678" y="470"/>
                  </a:lnTo>
                  <a:lnTo>
                    <a:pt x="680" y="470"/>
                  </a:lnTo>
                  <a:lnTo>
                    <a:pt x="681" y="471"/>
                  </a:lnTo>
                  <a:lnTo>
                    <a:pt x="681" y="474"/>
                  </a:lnTo>
                  <a:lnTo>
                    <a:pt x="680" y="472"/>
                  </a:lnTo>
                  <a:lnTo>
                    <a:pt x="678" y="472"/>
                  </a:lnTo>
                  <a:lnTo>
                    <a:pt x="678" y="471"/>
                  </a:lnTo>
                  <a:lnTo>
                    <a:pt x="677" y="470"/>
                  </a:lnTo>
                  <a:lnTo>
                    <a:pt x="676" y="471"/>
                  </a:lnTo>
                  <a:lnTo>
                    <a:pt x="674" y="471"/>
                  </a:lnTo>
                  <a:lnTo>
                    <a:pt x="674" y="472"/>
                  </a:lnTo>
                  <a:lnTo>
                    <a:pt x="676" y="474"/>
                  </a:lnTo>
                  <a:lnTo>
                    <a:pt x="676" y="476"/>
                  </a:lnTo>
                  <a:lnTo>
                    <a:pt x="676" y="475"/>
                  </a:lnTo>
                  <a:lnTo>
                    <a:pt x="674" y="475"/>
                  </a:lnTo>
                  <a:lnTo>
                    <a:pt x="673" y="474"/>
                  </a:lnTo>
                  <a:lnTo>
                    <a:pt x="672" y="474"/>
                  </a:lnTo>
                  <a:lnTo>
                    <a:pt x="673" y="475"/>
                  </a:lnTo>
                  <a:lnTo>
                    <a:pt x="673" y="478"/>
                  </a:lnTo>
                  <a:lnTo>
                    <a:pt x="674" y="478"/>
                  </a:lnTo>
                  <a:lnTo>
                    <a:pt x="674" y="478"/>
                  </a:lnTo>
                  <a:lnTo>
                    <a:pt x="673" y="479"/>
                  </a:lnTo>
                  <a:lnTo>
                    <a:pt x="672" y="478"/>
                  </a:lnTo>
                  <a:lnTo>
                    <a:pt x="670" y="479"/>
                  </a:lnTo>
                  <a:lnTo>
                    <a:pt x="672" y="480"/>
                  </a:lnTo>
                  <a:lnTo>
                    <a:pt x="673" y="481"/>
                  </a:lnTo>
                  <a:lnTo>
                    <a:pt x="673" y="483"/>
                  </a:lnTo>
                  <a:lnTo>
                    <a:pt x="669" y="481"/>
                  </a:lnTo>
                  <a:lnTo>
                    <a:pt x="668" y="483"/>
                  </a:lnTo>
                  <a:lnTo>
                    <a:pt x="668" y="481"/>
                  </a:lnTo>
                  <a:lnTo>
                    <a:pt x="665" y="484"/>
                  </a:lnTo>
                  <a:lnTo>
                    <a:pt x="661" y="484"/>
                  </a:lnTo>
                  <a:lnTo>
                    <a:pt x="665" y="487"/>
                  </a:lnTo>
                  <a:lnTo>
                    <a:pt x="666" y="485"/>
                  </a:lnTo>
                  <a:lnTo>
                    <a:pt x="668" y="487"/>
                  </a:lnTo>
                  <a:lnTo>
                    <a:pt x="668" y="488"/>
                  </a:lnTo>
                  <a:lnTo>
                    <a:pt x="666" y="488"/>
                  </a:lnTo>
                  <a:lnTo>
                    <a:pt x="665" y="491"/>
                  </a:lnTo>
                  <a:lnTo>
                    <a:pt x="664" y="489"/>
                  </a:lnTo>
                  <a:lnTo>
                    <a:pt x="662" y="492"/>
                  </a:lnTo>
                  <a:lnTo>
                    <a:pt x="662" y="492"/>
                  </a:lnTo>
                  <a:lnTo>
                    <a:pt x="662" y="491"/>
                  </a:lnTo>
                  <a:lnTo>
                    <a:pt x="661" y="491"/>
                  </a:lnTo>
                  <a:lnTo>
                    <a:pt x="661" y="493"/>
                  </a:lnTo>
                  <a:lnTo>
                    <a:pt x="660" y="493"/>
                  </a:lnTo>
                  <a:lnTo>
                    <a:pt x="658" y="496"/>
                  </a:lnTo>
                  <a:lnTo>
                    <a:pt x="657" y="496"/>
                  </a:lnTo>
                  <a:lnTo>
                    <a:pt x="656" y="495"/>
                  </a:lnTo>
                  <a:lnTo>
                    <a:pt x="653" y="495"/>
                  </a:lnTo>
                  <a:lnTo>
                    <a:pt x="653" y="496"/>
                  </a:lnTo>
                  <a:lnTo>
                    <a:pt x="652" y="496"/>
                  </a:lnTo>
                  <a:lnTo>
                    <a:pt x="652" y="499"/>
                  </a:lnTo>
                  <a:lnTo>
                    <a:pt x="652" y="501"/>
                  </a:lnTo>
                  <a:lnTo>
                    <a:pt x="651" y="503"/>
                  </a:lnTo>
                  <a:lnTo>
                    <a:pt x="652" y="504"/>
                  </a:lnTo>
                  <a:lnTo>
                    <a:pt x="649" y="505"/>
                  </a:lnTo>
                  <a:lnTo>
                    <a:pt x="648" y="504"/>
                  </a:lnTo>
                  <a:lnTo>
                    <a:pt x="648" y="505"/>
                  </a:lnTo>
                  <a:lnTo>
                    <a:pt x="648" y="504"/>
                  </a:lnTo>
                  <a:lnTo>
                    <a:pt x="647" y="505"/>
                  </a:lnTo>
                  <a:lnTo>
                    <a:pt x="645" y="506"/>
                  </a:lnTo>
                  <a:lnTo>
                    <a:pt x="643" y="506"/>
                  </a:lnTo>
                  <a:lnTo>
                    <a:pt x="641" y="508"/>
                  </a:lnTo>
                  <a:lnTo>
                    <a:pt x="640" y="508"/>
                  </a:lnTo>
                  <a:lnTo>
                    <a:pt x="640" y="508"/>
                  </a:lnTo>
                  <a:lnTo>
                    <a:pt x="639" y="508"/>
                  </a:lnTo>
                  <a:lnTo>
                    <a:pt x="639" y="509"/>
                  </a:lnTo>
                  <a:lnTo>
                    <a:pt x="637" y="510"/>
                  </a:lnTo>
                  <a:lnTo>
                    <a:pt x="635" y="508"/>
                  </a:lnTo>
                  <a:lnTo>
                    <a:pt x="635" y="506"/>
                  </a:lnTo>
                  <a:lnTo>
                    <a:pt x="633" y="508"/>
                  </a:lnTo>
                  <a:lnTo>
                    <a:pt x="632" y="509"/>
                  </a:lnTo>
                  <a:lnTo>
                    <a:pt x="632" y="510"/>
                  </a:lnTo>
                  <a:lnTo>
                    <a:pt x="629" y="510"/>
                  </a:lnTo>
                  <a:lnTo>
                    <a:pt x="628" y="509"/>
                  </a:lnTo>
                  <a:lnTo>
                    <a:pt x="627" y="510"/>
                  </a:lnTo>
                  <a:lnTo>
                    <a:pt x="624" y="512"/>
                  </a:lnTo>
                  <a:lnTo>
                    <a:pt x="624" y="513"/>
                  </a:lnTo>
                  <a:lnTo>
                    <a:pt x="620" y="516"/>
                  </a:lnTo>
                  <a:lnTo>
                    <a:pt x="620" y="514"/>
                  </a:lnTo>
                  <a:lnTo>
                    <a:pt x="622" y="514"/>
                  </a:lnTo>
                  <a:lnTo>
                    <a:pt x="623" y="512"/>
                  </a:lnTo>
                  <a:lnTo>
                    <a:pt x="622" y="513"/>
                  </a:lnTo>
                  <a:lnTo>
                    <a:pt x="619" y="510"/>
                  </a:lnTo>
                  <a:lnTo>
                    <a:pt x="618" y="509"/>
                  </a:lnTo>
                  <a:lnTo>
                    <a:pt x="615" y="508"/>
                  </a:lnTo>
                  <a:lnTo>
                    <a:pt x="614" y="506"/>
                  </a:lnTo>
                  <a:lnTo>
                    <a:pt x="615" y="508"/>
                  </a:lnTo>
                  <a:lnTo>
                    <a:pt x="615" y="509"/>
                  </a:lnTo>
                  <a:lnTo>
                    <a:pt x="615" y="512"/>
                  </a:lnTo>
                  <a:lnTo>
                    <a:pt x="615" y="514"/>
                  </a:lnTo>
                  <a:lnTo>
                    <a:pt x="614" y="516"/>
                  </a:lnTo>
                  <a:lnTo>
                    <a:pt x="612" y="517"/>
                  </a:lnTo>
                  <a:lnTo>
                    <a:pt x="611" y="518"/>
                  </a:lnTo>
                  <a:lnTo>
                    <a:pt x="611" y="517"/>
                  </a:lnTo>
                  <a:lnTo>
                    <a:pt x="610" y="517"/>
                  </a:lnTo>
                  <a:lnTo>
                    <a:pt x="610" y="517"/>
                  </a:lnTo>
                  <a:lnTo>
                    <a:pt x="608" y="520"/>
                  </a:lnTo>
                  <a:lnTo>
                    <a:pt x="606" y="522"/>
                  </a:lnTo>
                  <a:lnTo>
                    <a:pt x="603" y="524"/>
                  </a:lnTo>
                  <a:lnTo>
                    <a:pt x="602" y="524"/>
                  </a:lnTo>
                  <a:lnTo>
                    <a:pt x="599" y="522"/>
                  </a:lnTo>
                  <a:lnTo>
                    <a:pt x="597" y="524"/>
                  </a:lnTo>
                  <a:lnTo>
                    <a:pt x="595" y="524"/>
                  </a:lnTo>
                  <a:lnTo>
                    <a:pt x="597" y="525"/>
                  </a:lnTo>
                  <a:lnTo>
                    <a:pt x="594" y="526"/>
                  </a:lnTo>
                  <a:lnTo>
                    <a:pt x="591" y="526"/>
                  </a:lnTo>
                  <a:lnTo>
                    <a:pt x="590" y="526"/>
                  </a:lnTo>
                  <a:lnTo>
                    <a:pt x="589" y="528"/>
                  </a:lnTo>
                  <a:lnTo>
                    <a:pt x="586" y="529"/>
                  </a:lnTo>
                  <a:lnTo>
                    <a:pt x="585" y="530"/>
                  </a:lnTo>
                  <a:lnTo>
                    <a:pt x="585" y="529"/>
                  </a:lnTo>
                  <a:lnTo>
                    <a:pt x="585" y="529"/>
                  </a:lnTo>
                  <a:lnTo>
                    <a:pt x="583" y="529"/>
                  </a:lnTo>
                  <a:lnTo>
                    <a:pt x="583" y="528"/>
                  </a:lnTo>
                  <a:lnTo>
                    <a:pt x="585" y="528"/>
                  </a:lnTo>
                  <a:lnTo>
                    <a:pt x="583" y="528"/>
                  </a:lnTo>
                  <a:lnTo>
                    <a:pt x="583" y="526"/>
                  </a:lnTo>
                  <a:lnTo>
                    <a:pt x="582" y="526"/>
                  </a:lnTo>
                  <a:lnTo>
                    <a:pt x="582" y="528"/>
                  </a:lnTo>
                  <a:lnTo>
                    <a:pt x="581" y="528"/>
                  </a:lnTo>
                  <a:lnTo>
                    <a:pt x="582" y="529"/>
                  </a:lnTo>
                  <a:lnTo>
                    <a:pt x="581" y="530"/>
                  </a:lnTo>
                  <a:lnTo>
                    <a:pt x="579" y="531"/>
                  </a:lnTo>
                  <a:lnTo>
                    <a:pt x="579" y="533"/>
                  </a:lnTo>
                  <a:lnTo>
                    <a:pt x="579" y="534"/>
                  </a:lnTo>
                  <a:lnTo>
                    <a:pt x="581" y="534"/>
                  </a:lnTo>
                  <a:lnTo>
                    <a:pt x="582" y="537"/>
                  </a:lnTo>
                  <a:lnTo>
                    <a:pt x="582" y="538"/>
                  </a:lnTo>
                  <a:lnTo>
                    <a:pt x="583" y="538"/>
                  </a:lnTo>
                  <a:lnTo>
                    <a:pt x="585" y="539"/>
                  </a:lnTo>
                  <a:lnTo>
                    <a:pt x="582" y="541"/>
                  </a:lnTo>
                  <a:lnTo>
                    <a:pt x="581" y="541"/>
                  </a:lnTo>
                  <a:lnTo>
                    <a:pt x="581" y="541"/>
                  </a:lnTo>
                  <a:lnTo>
                    <a:pt x="578" y="541"/>
                  </a:lnTo>
                  <a:lnTo>
                    <a:pt x="577" y="542"/>
                  </a:lnTo>
                  <a:lnTo>
                    <a:pt x="577" y="542"/>
                  </a:lnTo>
                  <a:lnTo>
                    <a:pt x="577" y="539"/>
                  </a:lnTo>
                  <a:lnTo>
                    <a:pt x="577" y="538"/>
                  </a:lnTo>
                  <a:lnTo>
                    <a:pt x="574" y="538"/>
                  </a:lnTo>
                  <a:lnTo>
                    <a:pt x="572" y="534"/>
                  </a:lnTo>
                  <a:lnTo>
                    <a:pt x="572" y="533"/>
                  </a:lnTo>
                  <a:lnTo>
                    <a:pt x="574" y="530"/>
                  </a:lnTo>
                  <a:lnTo>
                    <a:pt x="574" y="528"/>
                  </a:lnTo>
                  <a:lnTo>
                    <a:pt x="575" y="528"/>
                  </a:lnTo>
                  <a:lnTo>
                    <a:pt x="575" y="528"/>
                  </a:lnTo>
                  <a:lnTo>
                    <a:pt x="574" y="526"/>
                  </a:lnTo>
                  <a:lnTo>
                    <a:pt x="573" y="528"/>
                  </a:lnTo>
                  <a:lnTo>
                    <a:pt x="572" y="525"/>
                  </a:lnTo>
                  <a:lnTo>
                    <a:pt x="570" y="528"/>
                  </a:lnTo>
                  <a:lnTo>
                    <a:pt x="568" y="528"/>
                  </a:lnTo>
                  <a:lnTo>
                    <a:pt x="566" y="528"/>
                  </a:lnTo>
                  <a:lnTo>
                    <a:pt x="564" y="525"/>
                  </a:lnTo>
                  <a:lnTo>
                    <a:pt x="562" y="526"/>
                  </a:lnTo>
                  <a:lnTo>
                    <a:pt x="561" y="524"/>
                  </a:lnTo>
                  <a:lnTo>
                    <a:pt x="560" y="521"/>
                  </a:lnTo>
                  <a:lnTo>
                    <a:pt x="558" y="524"/>
                  </a:lnTo>
                  <a:lnTo>
                    <a:pt x="558" y="525"/>
                  </a:lnTo>
                  <a:lnTo>
                    <a:pt x="557" y="526"/>
                  </a:lnTo>
                  <a:lnTo>
                    <a:pt x="556" y="525"/>
                  </a:lnTo>
                  <a:lnTo>
                    <a:pt x="554" y="526"/>
                  </a:lnTo>
                  <a:lnTo>
                    <a:pt x="554" y="525"/>
                  </a:lnTo>
                  <a:lnTo>
                    <a:pt x="554" y="526"/>
                  </a:lnTo>
                  <a:lnTo>
                    <a:pt x="553" y="525"/>
                  </a:lnTo>
                  <a:lnTo>
                    <a:pt x="552" y="525"/>
                  </a:lnTo>
                  <a:lnTo>
                    <a:pt x="540" y="526"/>
                  </a:lnTo>
                  <a:lnTo>
                    <a:pt x="515" y="517"/>
                  </a:lnTo>
                  <a:lnTo>
                    <a:pt x="474" y="537"/>
                  </a:lnTo>
                  <a:lnTo>
                    <a:pt x="444" y="528"/>
                  </a:lnTo>
                  <a:lnTo>
                    <a:pt x="375" y="476"/>
                  </a:lnTo>
                  <a:lnTo>
                    <a:pt x="228" y="463"/>
                  </a:lnTo>
                  <a:lnTo>
                    <a:pt x="150" y="389"/>
                  </a:lnTo>
                  <a:lnTo>
                    <a:pt x="0" y="325"/>
                  </a:lnTo>
                  <a:lnTo>
                    <a:pt x="12" y="199"/>
                  </a:lnTo>
                  <a:lnTo>
                    <a:pt x="111" y="146"/>
                  </a:lnTo>
                  <a:lnTo>
                    <a:pt x="224" y="122"/>
                  </a:lnTo>
                  <a:lnTo>
                    <a:pt x="233" y="120"/>
                  </a:lnTo>
                  <a:lnTo>
                    <a:pt x="237" y="120"/>
                  </a:lnTo>
                  <a:lnTo>
                    <a:pt x="240" y="121"/>
                  </a:lnTo>
                  <a:lnTo>
                    <a:pt x="241" y="121"/>
                  </a:lnTo>
                  <a:lnTo>
                    <a:pt x="346" y="124"/>
                  </a:lnTo>
                  <a:lnTo>
                    <a:pt x="532" y="104"/>
                  </a:lnTo>
                  <a:lnTo>
                    <a:pt x="554" y="80"/>
                  </a:lnTo>
                  <a:lnTo>
                    <a:pt x="560" y="79"/>
                  </a:lnTo>
                  <a:lnTo>
                    <a:pt x="561" y="79"/>
                  </a:lnTo>
                  <a:lnTo>
                    <a:pt x="561" y="80"/>
                  </a:lnTo>
                  <a:lnTo>
                    <a:pt x="564" y="79"/>
                  </a:lnTo>
                  <a:lnTo>
                    <a:pt x="566" y="80"/>
                  </a:lnTo>
                  <a:lnTo>
                    <a:pt x="569" y="81"/>
                  </a:lnTo>
                  <a:lnTo>
                    <a:pt x="570" y="81"/>
                  </a:lnTo>
                  <a:lnTo>
                    <a:pt x="575" y="76"/>
                  </a:lnTo>
                  <a:lnTo>
                    <a:pt x="578" y="74"/>
                  </a:lnTo>
                  <a:lnTo>
                    <a:pt x="582" y="74"/>
                  </a:lnTo>
                  <a:lnTo>
                    <a:pt x="585" y="71"/>
                  </a:lnTo>
                  <a:lnTo>
                    <a:pt x="585" y="68"/>
                  </a:lnTo>
                  <a:lnTo>
                    <a:pt x="585" y="67"/>
                  </a:lnTo>
                  <a:lnTo>
                    <a:pt x="583" y="66"/>
                  </a:lnTo>
                  <a:lnTo>
                    <a:pt x="582" y="67"/>
                  </a:lnTo>
                  <a:lnTo>
                    <a:pt x="582" y="66"/>
                  </a:lnTo>
                  <a:lnTo>
                    <a:pt x="581" y="66"/>
                  </a:lnTo>
                  <a:lnTo>
                    <a:pt x="581" y="63"/>
                  </a:lnTo>
                  <a:lnTo>
                    <a:pt x="581" y="62"/>
                  </a:lnTo>
                  <a:lnTo>
                    <a:pt x="581" y="58"/>
                  </a:lnTo>
                  <a:lnTo>
                    <a:pt x="579" y="56"/>
                  </a:lnTo>
                  <a:lnTo>
                    <a:pt x="581" y="55"/>
                  </a:lnTo>
                  <a:lnTo>
                    <a:pt x="582" y="54"/>
                  </a:lnTo>
                  <a:lnTo>
                    <a:pt x="582" y="51"/>
                  </a:lnTo>
                  <a:lnTo>
                    <a:pt x="581" y="50"/>
                  </a:lnTo>
                  <a:lnTo>
                    <a:pt x="581" y="47"/>
                  </a:lnTo>
                  <a:lnTo>
                    <a:pt x="581" y="46"/>
                  </a:lnTo>
                  <a:lnTo>
                    <a:pt x="579" y="45"/>
                  </a:lnTo>
                  <a:lnTo>
                    <a:pt x="579" y="42"/>
                  </a:lnTo>
                  <a:lnTo>
                    <a:pt x="581" y="39"/>
                  </a:lnTo>
                  <a:lnTo>
                    <a:pt x="582" y="38"/>
                  </a:lnTo>
                  <a:lnTo>
                    <a:pt x="583" y="35"/>
                  </a:lnTo>
                  <a:lnTo>
                    <a:pt x="585" y="34"/>
                  </a:lnTo>
                  <a:lnTo>
                    <a:pt x="586" y="33"/>
                  </a:lnTo>
                  <a:lnTo>
                    <a:pt x="586" y="30"/>
                  </a:lnTo>
                  <a:lnTo>
                    <a:pt x="586" y="29"/>
                  </a:lnTo>
                  <a:lnTo>
                    <a:pt x="586" y="26"/>
                  </a:lnTo>
                  <a:lnTo>
                    <a:pt x="585" y="25"/>
                  </a:lnTo>
                  <a:lnTo>
                    <a:pt x="583" y="24"/>
                  </a:lnTo>
                  <a:lnTo>
                    <a:pt x="582" y="20"/>
                  </a:lnTo>
                  <a:lnTo>
                    <a:pt x="579" y="20"/>
                  </a:lnTo>
                  <a:lnTo>
                    <a:pt x="578" y="21"/>
                  </a:lnTo>
                  <a:lnTo>
                    <a:pt x="575" y="22"/>
                  </a:lnTo>
                  <a:lnTo>
                    <a:pt x="574" y="22"/>
                  </a:lnTo>
                  <a:lnTo>
                    <a:pt x="574" y="21"/>
                  </a:lnTo>
                  <a:lnTo>
                    <a:pt x="574" y="18"/>
                  </a:lnTo>
                  <a:lnTo>
                    <a:pt x="574" y="17"/>
                  </a:lnTo>
                  <a:lnTo>
                    <a:pt x="574" y="16"/>
                  </a:lnTo>
                  <a:lnTo>
                    <a:pt x="575" y="14"/>
                  </a:lnTo>
                  <a:lnTo>
                    <a:pt x="575" y="13"/>
                  </a:lnTo>
                  <a:lnTo>
                    <a:pt x="578" y="10"/>
                  </a:lnTo>
                  <a:lnTo>
                    <a:pt x="578" y="9"/>
                  </a:lnTo>
                  <a:lnTo>
                    <a:pt x="579" y="8"/>
                  </a:lnTo>
                  <a:lnTo>
                    <a:pt x="582" y="8"/>
                  </a:lnTo>
                  <a:lnTo>
                    <a:pt x="583" y="6"/>
                  </a:lnTo>
                  <a:lnTo>
                    <a:pt x="585" y="6"/>
                  </a:lnTo>
                  <a:lnTo>
                    <a:pt x="586" y="6"/>
                  </a:lnTo>
                  <a:lnTo>
                    <a:pt x="587" y="6"/>
                  </a:lnTo>
                  <a:lnTo>
                    <a:pt x="589" y="6"/>
                  </a:lnTo>
                  <a:lnTo>
                    <a:pt x="590" y="4"/>
                  </a:lnTo>
                  <a:lnTo>
                    <a:pt x="593" y="4"/>
                  </a:lnTo>
                  <a:lnTo>
                    <a:pt x="594" y="2"/>
                  </a:lnTo>
                  <a:lnTo>
                    <a:pt x="597" y="2"/>
                  </a:lnTo>
                  <a:lnTo>
                    <a:pt x="598" y="2"/>
                  </a:lnTo>
                  <a:lnTo>
                    <a:pt x="601" y="2"/>
                  </a:lnTo>
                  <a:lnTo>
                    <a:pt x="601" y="2"/>
                  </a:lnTo>
                  <a:lnTo>
                    <a:pt x="602" y="2"/>
                  </a:lnTo>
                  <a:lnTo>
                    <a:pt x="603" y="0"/>
                  </a:lnTo>
                  <a:lnTo>
                    <a:pt x="606" y="0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" name="Freeform 344">
              <a:extLst>
                <a:ext uri="{FF2B5EF4-FFF2-40B4-BE49-F238E27FC236}">
                  <a16:creationId xmlns:a16="http://schemas.microsoft.com/office/drawing/2014/main" id="{AE7B844A-0068-401A-B65C-899F0E33DA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73782" y="1880699"/>
              <a:ext cx="1695573" cy="3264198"/>
            </a:xfrm>
            <a:custGeom>
              <a:avLst/>
              <a:gdLst>
                <a:gd name="T0" fmla="*/ 4 w 187"/>
                <a:gd name="T1" fmla="*/ 357 h 360"/>
                <a:gd name="T2" fmla="*/ 46 w 187"/>
                <a:gd name="T3" fmla="*/ 324 h 360"/>
                <a:gd name="T4" fmla="*/ 54 w 187"/>
                <a:gd name="T5" fmla="*/ 306 h 360"/>
                <a:gd name="T6" fmla="*/ 55 w 187"/>
                <a:gd name="T7" fmla="*/ 299 h 360"/>
                <a:gd name="T8" fmla="*/ 67 w 187"/>
                <a:gd name="T9" fmla="*/ 266 h 360"/>
                <a:gd name="T10" fmla="*/ 70 w 187"/>
                <a:gd name="T11" fmla="*/ 264 h 360"/>
                <a:gd name="T12" fmla="*/ 54 w 187"/>
                <a:gd name="T13" fmla="*/ 233 h 360"/>
                <a:gd name="T14" fmla="*/ 51 w 187"/>
                <a:gd name="T15" fmla="*/ 232 h 360"/>
                <a:gd name="T16" fmla="*/ 39 w 187"/>
                <a:gd name="T17" fmla="*/ 227 h 360"/>
                <a:gd name="T18" fmla="*/ 42 w 187"/>
                <a:gd name="T19" fmla="*/ 222 h 360"/>
                <a:gd name="T20" fmla="*/ 103 w 187"/>
                <a:gd name="T21" fmla="*/ 207 h 360"/>
                <a:gd name="T22" fmla="*/ 85 w 187"/>
                <a:gd name="T23" fmla="*/ 220 h 360"/>
                <a:gd name="T24" fmla="*/ 79 w 187"/>
                <a:gd name="T25" fmla="*/ 220 h 360"/>
                <a:gd name="T26" fmla="*/ 87 w 187"/>
                <a:gd name="T27" fmla="*/ 208 h 360"/>
                <a:gd name="T28" fmla="*/ 103 w 187"/>
                <a:gd name="T29" fmla="*/ 198 h 360"/>
                <a:gd name="T30" fmla="*/ 76 w 187"/>
                <a:gd name="T31" fmla="*/ 174 h 360"/>
                <a:gd name="T32" fmla="*/ 129 w 187"/>
                <a:gd name="T33" fmla="*/ 133 h 360"/>
                <a:gd name="T34" fmla="*/ 128 w 187"/>
                <a:gd name="T35" fmla="*/ 139 h 360"/>
                <a:gd name="T36" fmla="*/ 147 w 187"/>
                <a:gd name="T37" fmla="*/ 79 h 360"/>
                <a:gd name="T38" fmla="*/ 163 w 187"/>
                <a:gd name="T39" fmla="*/ 111 h 360"/>
                <a:gd name="T40" fmla="*/ 164 w 187"/>
                <a:gd name="T41" fmla="*/ 129 h 360"/>
                <a:gd name="T42" fmla="*/ 162 w 187"/>
                <a:gd name="T43" fmla="*/ 166 h 360"/>
                <a:gd name="T44" fmla="*/ 158 w 187"/>
                <a:gd name="T45" fmla="*/ 189 h 360"/>
                <a:gd name="T46" fmla="*/ 153 w 187"/>
                <a:gd name="T47" fmla="*/ 181 h 360"/>
                <a:gd name="T48" fmla="*/ 141 w 187"/>
                <a:gd name="T49" fmla="*/ 190 h 360"/>
                <a:gd name="T50" fmla="*/ 129 w 187"/>
                <a:gd name="T51" fmla="*/ 193 h 360"/>
                <a:gd name="T52" fmla="*/ 120 w 187"/>
                <a:gd name="T53" fmla="*/ 194 h 360"/>
                <a:gd name="T54" fmla="*/ 118 w 187"/>
                <a:gd name="T55" fmla="*/ 207 h 360"/>
                <a:gd name="T56" fmla="*/ 105 w 187"/>
                <a:gd name="T57" fmla="*/ 202 h 360"/>
                <a:gd name="T58" fmla="*/ 92 w 187"/>
                <a:gd name="T59" fmla="*/ 200 h 360"/>
                <a:gd name="T60" fmla="*/ 74 w 187"/>
                <a:gd name="T61" fmla="*/ 206 h 360"/>
                <a:gd name="T62" fmla="*/ 66 w 187"/>
                <a:gd name="T63" fmla="*/ 214 h 360"/>
                <a:gd name="T64" fmla="*/ 74 w 187"/>
                <a:gd name="T65" fmla="*/ 224 h 360"/>
                <a:gd name="T66" fmla="*/ 68 w 187"/>
                <a:gd name="T67" fmla="*/ 248 h 360"/>
                <a:gd name="T68" fmla="*/ 64 w 187"/>
                <a:gd name="T69" fmla="*/ 245 h 360"/>
                <a:gd name="T70" fmla="*/ 59 w 187"/>
                <a:gd name="T71" fmla="*/ 249 h 360"/>
                <a:gd name="T72" fmla="*/ 52 w 187"/>
                <a:gd name="T73" fmla="*/ 222 h 360"/>
                <a:gd name="T74" fmla="*/ 51 w 187"/>
                <a:gd name="T75" fmla="*/ 228 h 360"/>
                <a:gd name="T76" fmla="*/ 49 w 187"/>
                <a:gd name="T77" fmla="*/ 227 h 360"/>
                <a:gd name="T78" fmla="*/ 56 w 187"/>
                <a:gd name="T79" fmla="*/ 211 h 360"/>
                <a:gd name="T80" fmla="*/ 67 w 187"/>
                <a:gd name="T81" fmla="*/ 195 h 360"/>
                <a:gd name="T82" fmla="*/ 92 w 187"/>
                <a:gd name="T83" fmla="*/ 181 h 360"/>
                <a:gd name="T84" fmla="*/ 108 w 187"/>
                <a:gd name="T85" fmla="*/ 179 h 360"/>
                <a:gd name="T86" fmla="*/ 113 w 187"/>
                <a:gd name="T87" fmla="*/ 161 h 360"/>
                <a:gd name="T88" fmla="*/ 114 w 187"/>
                <a:gd name="T89" fmla="*/ 153 h 360"/>
                <a:gd name="T90" fmla="*/ 135 w 187"/>
                <a:gd name="T91" fmla="*/ 139 h 360"/>
                <a:gd name="T92" fmla="*/ 133 w 187"/>
                <a:gd name="T93" fmla="*/ 102 h 360"/>
                <a:gd name="T94" fmla="*/ 135 w 187"/>
                <a:gd name="T95" fmla="*/ 82 h 360"/>
                <a:gd name="T96" fmla="*/ 145 w 187"/>
                <a:gd name="T97" fmla="*/ 83 h 360"/>
                <a:gd name="T98" fmla="*/ 120 w 187"/>
                <a:gd name="T99" fmla="*/ 62 h 360"/>
                <a:gd name="T100" fmla="*/ 139 w 187"/>
                <a:gd name="T101" fmla="*/ 6 h 360"/>
                <a:gd name="T102" fmla="*/ 167 w 187"/>
                <a:gd name="T103" fmla="*/ 25 h 360"/>
                <a:gd name="T104" fmla="*/ 179 w 187"/>
                <a:gd name="T105" fmla="*/ 31 h 360"/>
                <a:gd name="T106" fmla="*/ 184 w 187"/>
                <a:gd name="T107" fmla="*/ 37 h 360"/>
                <a:gd name="T108" fmla="*/ 166 w 187"/>
                <a:gd name="T109" fmla="*/ 48 h 360"/>
                <a:gd name="T110" fmla="*/ 149 w 187"/>
                <a:gd name="T111" fmla="*/ 53 h 360"/>
                <a:gd name="T112" fmla="*/ 129 w 187"/>
                <a:gd name="T113" fmla="*/ 58 h 360"/>
                <a:gd name="T114" fmla="*/ 137 w 187"/>
                <a:gd name="T115" fmla="*/ 69 h 360"/>
                <a:gd name="T116" fmla="*/ 124 w 187"/>
                <a:gd name="T117" fmla="*/ 62 h 360"/>
                <a:gd name="T118" fmla="*/ 128 w 187"/>
                <a:gd name="T119" fmla="*/ 47 h 360"/>
                <a:gd name="T120" fmla="*/ 135 w 187"/>
                <a:gd name="T121" fmla="*/ 39 h 360"/>
                <a:gd name="T122" fmla="*/ 133 w 187"/>
                <a:gd name="T123" fmla="*/ 18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7" h="360">
                  <a:moveTo>
                    <a:pt x="2" y="358"/>
                  </a:moveTo>
                  <a:lnTo>
                    <a:pt x="2" y="360"/>
                  </a:lnTo>
                  <a:lnTo>
                    <a:pt x="2" y="360"/>
                  </a:lnTo>
                  <a:lnTo>
                    <a:pt x="0" y="360"/>
                  </a:lnTo>
                  <a:lnTo>
                    <a:pt x="1" y="358"/>
                  </a:lnTo>
                  <a:lnTo>
                    <a:pt x="2" y="358"/>
                  </a:lnTo>
                  <a:close/>
                  <a:moveTo>
                    <a:pt x="5" y="356"/>
                  </a:moveTo>
                  <a:lnTo>
                    <a:pt x="6" y="357"/>
                  </a:lnTo>
                  <a:lnTo>
                    <a:pt x="6" y="360"/>
                  </a:lnTo>
                  <a:lnTo>
                    <a:pt x="5" y="358"/>
                  </a:lnTo>
                  <a:lnTo>
                    <a:pt x="4" y="357"/>
                  </a:lnTo>
                  <a:lnTo>
                    <a:pt x="5" y="356"/>
                  </a:lnTo>
                  <a:close/>
                  <a:moveTo>
                    <a:pt x="16" y="349"/>
                  </a:moveTo>
                  <a:lnTo>
                    <a:pt x="18" y="351"/>
                  </a:lnTo>
                  <a:lnTo>
                    <a:pt x="18" y="353"/>
                  </a:lnTo>
                  <a:lnTo>
                    <a:pt x="16" y="353"/>
                  </a:lnTo>
                  <a:lnTo>
                    <a:pt x="16" y="352"/>
                  </a:lnTo>
                  <a:lnTo>
                    <a:pt x="16" y="349"/>
                  </a:lnTo>
                  <a:close/>
                  <a:moveTo>
                    <a:pt x="46" y="319"/>
                  </a:moveTo>
                  <a:lnTo>
                    <a:pt x="46" y="320"/>
                  </a:lnTo>
                  <a:lnTo>
                    <a:pt x="46" y="323"/>
                  </a:lnTo>
                  <a:lnTo>
                    <a:pt x="46" y="324"/>
                  </a:lnTo>
                  <a:lnTo>
                    <a:pt x="42" y="326"/>
                  </a:lnTo>
                  <a:lnTo>
                    <a:pt x="42" y="328"/>
                  </a:lnTo>
                  <a:lnTo>
                    <a:pt x="41" y="328"/>
                  </a:lnTo>
                  <a:lnTo>
                    <a:pt x="41" y="326"/>
                  </a:lnTo>
                  <a:lnTo>
                    <a:pt x="42" y="324"/>
                  </a:lnTo>
                  <a:lnTo>
                    <a:pt x="43" y="323"/>
                  </a:lnTo>
                  <a:lnTo>
                    <a:pt x="42" y="322"/>
                  </a:lnTo>
                  <a:lnTo>
                    <a:pt x="45" y="320"/>
                  </a:lnTo>
                  <a:lnTo>
                    <a:pt x="46" y="319"/>
                  </a:lnTo>
                  <a:close/>
                  <a:moveTo>
                    <a:pt x="52" y="304"/>
                  </a:moveTo>
                  <a:lnTo>
                    <a:pt x="54" y="306"/>
                  </a:lnTo>
                  <a:lnTo>
                    <a:pt x="54" y="308"/>
                  </a:lnTo>
                  <a:lnTo>
                    <a:pt x="52" y="308"/>
                  </a:lnTo>
                  <a:lnTo>
                    <a:pt x="51" y="307"/>
                  </a:lnTo>
                  <a:lnTo>
                    <a:pt x="51" y="306"/>
                  </a:lnTo>
                  <a:lnTo>
                    <a:pt x="52" y="304"/>
                  </a:lnTo>
                  <a:close/>
                  <a:moveTo>
                    <a:pt x="60" y="294"/>
                  </a:moveTo>
                  <a:lnTo>
                    <a:pt x="59" y="297"/>
                  </a:lnTo>
                  <a:lnTo>
                    <a:pt x="58" y="298"/>
                  </a:lnTo>
                  <a:lnTo>
                    <a:pt x="58" y="299"/>
                  </a:lnTo>
                  <a:lnTo>
                    <a:pt x="56" y="301"/>
                  </a:lnTo>
                  <a:lnTo>
                    <a:pt x="55" y="299"/>
                  </a:lnTo>
                  <a:lnTo>
                    <a:pt x="54" y="299"/>
                  </a:lnTo>
                  <a:lnTo>
                    <a:pt x="54" y="299"/>
                  </a:lnTo>
                  <a:lnTo>
                    <a:pt x="54" y="298"/>
                  </a:lnTo>
                  <a:lnTo>
                    <a:pt x="56" y="297"/>
                  </a:lnTo>
                  <a:lnTo>
                    <a:pt x="56" y="297"/>
                  </a:lnTo>
                  <a:lnTo>
                    <a:pt x="58" y="295"/>
                  </a:lnTo>
                  <a:lnTo>
                    <a:pt x="59" y="295"/>
                  </a:lnTo>
                  <a:lnTo>
                    <a:pt x="59" y="295"/>
                  </a:lnTo>
                  <a:lnTo>
                    <a:pt x="60" y="294"/>
                  </a:lnTo>
                  <a:close/>
                  <a:moveTo>
                    <a:pt x="66" y="264"/>
                  </a:moveTo>
                  <a:lnTo>
                    <a:pt x="67" y="266"/>
                  </a:lnTo>
                  <a:lnTo>
                    <a:pt x="68" y="268"/>
                  </a:lnTo>
                  <a:lnTo>
                    <a:pt x="67" y="269"/>
                  </a:lnTo>
                  <a:lnTo>
                    <a:pt x="66" y="268"/>
                  </a:lnTo>
                  <a:lnTo>
                    <a:pt x="64" y="266"/>
                  </a:lnTo>
                  <a:lnTo>
                    <a:pt x="64" y="265"/>
                  </a:lnTo>
                  <a:lnTo>
                    <a:pt x="66" y="264"/>
                  </a:lnTo>
                  <a:close/>
                  <a:moveTo>
                    <a:pt x="70" y="258"/>
                  </a:moveTo>
                  <a:lnTo>
                    <a:pt x="71" y="258"/>
                  </a:lnTo>
                  <a:lnTo>
                    <a:pt x="71" y="261"/>
                  </a:lnTo>
                  <a:lnTo>
                    <a:pt x="70" y="262"/>
                  </a:lnTo>
                  <a:lnTo>
                    <a:pt x="70" y="264"/>
                  </a:lnTo>
                  <a:lnTo>
                    <a:pt x="70" y="260"/>
                  </a:lnTo>
                  <a:lnTo>
                    <a:pt x="70" y="258"/>
                  </a:lnTo>
                  <a:close/>
                  <a:moveTo>
                    <a:pt x="52" y="237"/>
                  </a:moveTo>
                  <a:lnTo>
                    <a:pt x="54" y="237"/>
                  </a:lnTo>
                  <a:lnTo>
                    <a:pt x="52" y="239"/>
                  </a:lnTo>
                  <a:lnTo>
                    <a:pt x="52" y="237"/>
                  </a:lnTo>
                  <a:lnTo>
                    <a:pt x="52" y="237"/>
                  </a:lnTo>
                  <a:close/>
                  <a:moveTo>
                    <a:pt x="55" y="232"/>
                  </a:moveTo>
                  <a:lnTo>
                    <a:pt x="55" y="232"/>
                  </a:lnTo>
                  <a:lnTo>
                    <a:pt x="55" y="233"/>
                  </a:lnTo>
                  <a:lnTo>
                    <a:pt x="54" y="233"/>
                  </a:lnTo>
                  <a:lnTo>
                    <a:pt x="54" y="232"/>
                  </a:lnTo>
                  <a:lnTo>
                    <a:pt x="55" y="232"/>
                  </a:lnTo>
                  <a:close/>
                  <a:moveTo>
                    <a:pt x="51" y="232"/>
                  </a:moveTo>
                  <a:lnTo>
                    <a:pt x="51" y="232"/>
                  </a:lnTo>
                  <a:lnTo>
                    <a:pt x="51" y="232"/>
                  </a:lnTo>
                  <a:lnTo>
                    <a:pt x="52" y="235"/>
                  </a:lnTo>
                  <a:lnTo>
                    <a:pt x="52" y="236"/>
                  </a:lnTo>
                  <a:lnTo>
                    <a:pt x="51" y="236"/>
                  </a:lnTo>
                  <a:lnTo>
                    <a:pt x="51" y="235"/>
                  </a:lnTo>
                  <a:lnTo>
                    <a:pt x="50" y="232"/>
                  </a:lnTo>
                  <a:lnTo>
                    <a:pt x="51" y="232"/>
                  </a:lnTo>
                  <a:close/>
                  <a:moveTo>
                    <a:pt x="37" y="228"/>
                  </a:moveTo>
                  <a:lnTo>
                    <a:pt x="37" y="229"/>
                  </a:lnTo>
                  <a:lnTo>
                    <a:pt x="38" y="229"/>
                  </a:lnTo>
                  <a:lnTo>
                    <a:pt x="39" y="232"/>
                  </a:lnTo>
                  <a:lnTo>
                    <a:pt x="38" y="233"/>
                  </a:lnTo>
                  <a:lnTo>
                    <a:pt x="37" y="232"/>
                  </a:lnTo>
                  <a:lnTo>
                    <a:pt x="35" y="229"/>
                  </a:lnTo>
                  <a:lnTo>
                    <a:pt x="35" y="228"/>
                  </a:lnTo>
                  <a:lnTo>
                    <a:pt x="37" y="228"/>
                  </a:lnTo>
                  <a:close/>
                  <a:moveTo>
                    <a:pt x="38" y="227"/>
                  </a:moveTo>
                  <a:lnTo>
                    <a:pt x="39" y="227"/>
                  </a:lnTo>
                  <a:lnTo>
                    <a:pt x="38" y="228"/>
                  </a:lnTo>
                  <a:lnTo>
                    <a:pt x="38" y="227"/>
                  </a:lnTo>
                  <a:close/>
                  <a:moveTo>
                    <a:pt x="41" y="226"/>
                  </a:moveTo>
                  <a:lnTo>
                    <a:pt x="41" y="226"/>
                  </a:lnTo>
                  <a:lnTo>
                    <a:pt x="39" y="226"/>
                  </a:lnTo>
                  <a:lnTo>
                    <a:pt x="41" y="226"/>
                  </a:lnTo>
                  <a:close/>
                  <a:moveTo>
                    <a:pt x="41" y="224"/>
                  </a:moveTo>
                  <a:lnTo>
                    <a:pt x="42" y="224"/>
                  </a:lnTo>
                  <a:lnTo>
                    <a:pt x="41" y="224"/>
                  </a:lnTo>
                  <a:lnTo>
                    <a:pt x="41" y="224"/>
                  </a:lnTo>
                  <a:close/>
                  <a:moveTo>
                    <a:pt x="42" y="222"/>
                  </a:moveTo>
                  <a:lnTo>
                    <a:pt x="43" y="223"/>
                  </a:lnTo>
                  <a:lnTo>
                    <a:pt x="42" y="223"/>
                  </a:lnTo>
                  <a:lnTo>
                    <a:pt x="41" y="223"/>
                  </a:lnTo>
                  <a:lnTo>
                    <a:pt x="41" y="222"/>
                  </a:lnTo>
                  <a:lnTo>
                    <a:pt x="42" y="222"/>
                  </a:lnTo>
                  <a:close/>
                  <a:moveTo>
                    <a:pt x="92" y="203"/>
                  </a:moveTo>
                  <a:lnTo>
                    <a:pt x="96" y="203"/>
                  </a:lnTo>
                  <a:lnTo>
                    <a:pt x="97" y="204"/>
                  </a:lnTo>
                  <a:lnTo>
                    <a:pt x="99" y="204"/>
                  </a:lnTo>
                  <a:lnTo>
                    <a:pt x="101" y="206"/>
                  </a:lnTo>
                  <a:lnTo>
                    <a:pt x="103" y="207"/>
                  </a:lnTo>
                  <a:lnTo>
                    <a:pt x="103" y="208"/>
                  </a:lnTo>
                  <a:lnTo>
                    <a:pt x="103" y="210"/>
                  </a:lnTo>
                  <a:lnTo>
                    <a:pt x="100" y="212"/>
                  </a:lnTo>
                  <a:lnTo>
                    <a:pt x="99" y="216"/>
                  </a:lnTo>
                  <a:lnTo>
                    <a:pt x="97" y="218"/>
                  </a:lnTo>
                  <a:lnTo>
                    <a:pt x="96" y="216"/>
                  </a:lnTo>
                  <a:lnTo>
                    <a:pt x="93" y="214"/>
                  </a:lnTo>
                  <a:lnTo>
                    <a:pt x="91" y="214"/>
                  </a:lnTo>
                  <a:lnTo>
                    <a:pt x="89" y="215"/>
                  </a:lnTo>
                  <a:lnTo>
                    <a:pt x="87" y="216"/>
                  </a:lnTo>
                  <a:lnTo>
                    <a:pt x="85" y="220"/>
                  </a:lnTo>
                  <a:lnTo>
                    <a:pt x="85" y="222"/>
                  </a:lnTo>
                  <a:lnTo>
                    <a:pt x="87" y="224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4" y="226"/>
                  </a:lnTo>
                  <a:lnTo>
                    <a:pt x="84" y="227"/>
                  </a:lnTo>
                  <a:lnTo>
                    <a:pt x="83" y="226"/>
                  </a:lnTo>
                  <a:lnTo>
                    <a:pt x="83" y="224"/>
                  </a:lnTo>
                  <a:lnTo>
                    <a:pt x="80" y="224"/>
                  </a:lnTo>
                  <a:lnTo>
                    <a:pt x="79" y="222"/>
                  </a:lnTo>
                  <a:lnTo>
                    <a:pt x="79" y="220"/>
                  </a:lnTo>
                  <a:lnTo>
                    <a:pt x="79" y="219"/>
                  </a:lnTo>
                  <a:lnTo>
                    <a:pt x="79" y="218"/>
                  </a:lnTo>
                  <a:lnTo>
                    <a:pt x="75" y="216"/>
                  </a:lnTo>
                  <a:lnTo>
                    <a:pt x="76" y="214"/>
                  </a:lnTo>
                  <a:lnTo>
                    <a:pt x="78" y="211"/>
                  </a:lnTo>
                  <a:lnTo>
                    <a:pt x="78" y="210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3" y="210"/>
                  </a:lnTo>
                  <a:lnTo>
                    <a:pt x="84" y="210"/>
                  </a:lnTo>
                  <a:lnTo>
                    <a:pt x="87" y="208"/>
                  </a:lnTo>
                  <a:lnTo>
                    <a:pt x="88" y="208"/>
                  </a:lnTo>
                  <a:lnTo>
                    <a:pt x="89" y="206"/>
                  </a:lnTo>
                  <a:lnTo>
                    <a:pt x="89" y="204"/>
                  </a:lnTo>
                  <a:lnTo>
                    <a:pt x="92" y="203"/>
                  </a:lnTo>
                  <a:close/>
                  <a:moveTo>
                    <a:pt x="96" y="199"/>
                  </a:moveTo>
                  <a:lnTo>
                    <a:pt x="97" y="199"/>
                  </a:lnTo>
                  <a:lnTo>
                    <a:pt x="97" y="200"/>
                  </a:lnTo>
                  <a:lnTo>
                    <a:pt x="96" y="202"/>
                  </a:lnTo>
                  <a:lnTo>
                    <a:pt x="93" y="200"/>
                  </a:lnTo>
                  <a:lnTo>
                    <a:pt x="96" y="199"/>
                  </a:lnTo>
                  <a:close/>
                  <a:moveTo>
                    <a:pt x="103" y="198"/>
                  </a:moveTo>
                  <a:lnTo>
                    <a:pt x="104" y="199"/>
                  </a:lnTo>
                  <a:lnTo>
                    <a:pt x="104" y="200"/>
                  </a:lnTo>
                  <a:lnTo>
                    <a:pt x="104" y="202"/>
                  </a:lnTo>
                  <a:lnTo>
                    <a:pt x="104" y="203"/>
                  </a:lnTo>
                  <a:lnTo>
                    <a:pt x="103" y="203"/>
                  </a:lnTo>
                  <a:lnTo>
                    <a:pt x="101" y="200"/>
                  </a:lnTo>
                  <a:lnTo>
                    <a:pt x="101" y="199"/>
                  </a:lnTo>
                  <a:lnTo>
                    <a:pt x="103" y="198"/>
                  </a:lnTo>
                  <a:lnTo>
                    <a:pt x="103" y="198"/>
                  </a:lnTo>
                  <a:close/>
                  <a:moveTo>
                    <a:pt x="75" y="173"/>
                  </a:moveTo>
                  <a:lnTo>
                    <a:pt x="76" y="174"/>
                  </a:lnTo>
                  <a:lnTo>
                    <a:pt x="75" y="175"/>
                  </a:lnTo>
                  <a:lnTo>
                    <a:pt x="75" y="174"/>
                  </a:lnTo>
                  <a:lnTo>
                    <a:pt x="75" y="173"/>
                  </a:lnTo>
                  <a:close/>
                  <a:moveTo>
                    <a:pt x="79" y="170"/>
                  </a:moveTo>
                  <a:lnTo>
                    <a:pt x="79" y="173"/>
                  </a:lnTo>
                  <a:lnTo>
                    <a:pt x="78" y="173"/>
                  </a:lnTo>
                  <a:lnTo>
                    <a:pt x="78" y="173"/>
                  </a:lnTo>
                  <a:lnTo>
                    <a:pt x="76" y="173"/>
                  </a:lnTo>
                  <a:lnTo>
                    <a:pt x="78" y="172"/>
                  </a:lnTo>
                  <a:lnTo>
                    <a:pt x="79" y="170"/>
                  </a:lnTo>
                  <a:close/>
                  <a:moveTo>
                    <a:pt x="129" y="133"/>
                  </a:moveTo>
                  <a:lnTo>
                    <a:pt x="129" y="135"/>
                  </a:lnTo>
                  <a:lnTo>
                    <a:pt x="129" y="136"/>
                  </a:lnTo>
                  <a:lnTo>
                    <a:pt x="132" y="137"/>
                  </a:lnTo>
                  <a:lnTo>
                    <a:pt x="132" y="139"/>
                  </a:lnTo>
                  <a:lnTo>
                    <a:pt x="130" y="141"/>
                  </a:lnTo>
                  <a:lnTo>
                    <a:pt x="129" y="143"/>
                  </a:lnTo>
                  <a:lnTo>
                    <a:pt x="129" y="143"/>
                  </a:lnTo>
                  <a:lnTo>
                    <a:pt x="129" y="140"/>
                  </a:lnTo>
                  <a:lnTo>
                    <a:pt x="129" y="139"/>
                  </a:lnTo>
                  <a:lnTo>
                    <a:pt x="129" y="139"/>
                  </a:lnTo>
                  <a:lnTo>
                    <a:pt x="128" y="139"/>
                  </a:lnTo>
                  <a:lnTo>
                    <a:pt x="128" y="137"/>
                  </a:lnTo>
                  <a:lnTo>
                    <a:pt x="129" y="133"/>
                  </a:lnTo>
                  <a:lnTo>
                    <a:pt x="129" y="133"/>
                  </a:lnTo>
                  <a:close/>
                  <a:moveTo>
                    <a:pt x="141" y="74"/>
                  </a:moveTo>
                  <a:lnTo>
                    <a:pt x="142" y="74"/>
                  </a:lnTo>
                  <a:lnTo>
                    <a:pt x="145" y="75"/>
                  </a:lnTo>
                  <a:lnTo>
                    <a:pt x="145" y="75"/>
                  </a:lnTo>
                  <a:lnTo>
                    <a:pt x="146" y="75"/>
                  </a:lnTo>
                  <a:lnTo>
                    <a:pt x="147" y="75"/>
                  </a:lnTo>
                  <a:lnTo>
                    <a:pt x="147" y="77"/>
                  </a:lnTo>
                  <a:lnTo>
                    <a:pt x="147" y="79"/>
                  </a:lnTo>
                  <a:lnTo>
                    <a:pt x="149" y="83"/>
                  </a:lnTo>
                  <a:lnTo>
                    <a:pt x="150" y="86"/>
                  </a:lnTo>
                  <a:lnTo>
                    <a:pt x="155" y="91"/>
                  </a:lnTo>
                  <a:lnTo>
                    <a:pt x="157" y="94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99"/>
                  </a:lnTo>
                  <a:lnTo>
                    <a:pt x="162" y="103"/>
                  </a:lnTo>
                  <a:lnTo>
                    <a:pt x="163" y="107"/>
                  </a:lnTo>
                  <a:lnTo>
                    <a:pt x="163" y="110"/>
                  </a:lnTo>
                  <a:lnTo>
                    <a:pt x="163" y="111"/>
                  </a:lnTo>
                  <a:lnTo>
                    <a:pt x="163" y="114"/>
                  </a:lnTo>
                  <a:lnTo>
                    <a:pt x="164" y="115"/>
                  </a:lnTo>
                  <a:lnTo>
                    <a:pt x="163" y="116"/>
                  </a:lnTo>
                  <a:lnTo>
                    <a:pt x="163" y="118"/>
                  </a:lnTo>
                  <a:lnTo>
                    <a:pt x="163" y="119"/>
                  </a:lnTo>
                  <a:lnTo>
                    <a:pt x="163" y="120"/>
                  </a:lnTo>
                  <a:lnTo>
                    <a:pt x="163" y="122"/>
                  </a:lnTo>
                  <a:lnTo>
                    <a:pt x="163" y="124"/>
                  </a:lnTo>
                  <a:lnTo>
                    <a:pt x="164" y="124"/>
                  </a:lnTo>
                  <a:lnTo>
                    <a:pt x="164" y="127"/>
                  </a:lnTo>
                  <a:lnTo>
                    <a:pt x="164" y="129"/>
                  </a:lnTo>
                  <a:lnTo>
                    <a:pt x="164" y="131"/>
                  </a:lnTo>
                  <a:lnTo>
                    <a:pt x="163" y="128"/>
                  </a:lnTo>
                  <a:lnTo>
                    <a:pt x="162" y="128"/>
                  </a:lnTo>
                  <a:lnTo>
                    <a:pt x="158" y="131"/>
                  </a:lnTo>
                  <a:lnTo>
                    <a:pt x="158" y="135"/>
                  </a:lnTo>
                  <a:lnTo>
                    <a:pt x="158" y="137"/>
                  </a:lnTo>
                  <a:lnTo>
                    <a:pt x="160" y="141"/>
                  </a:lnTo>
                  <a:lnTo>
                    <a:pt x="162" y="149"/>
                  </a:lnTo>
                  <a:lnTo>
                    <a:pt x="162" y="154"/>
                  </a:lnTo>
                  <a:lnTo>
                    <a:pt x="162" y="161"/>
                  </a:lnTo>
                  <a:lnTo>
                    <a:pt x="162" y="166"/>
                  </a:lnTo>
                  <a:lnTo>
                    <a:pt x="163" y="169"/>
                  </a:lnTo>
                  <a:lnTo>
                    <a:pt x="166" y="173"/>
                  </a:lnTo>
                  <a:lnTo>
                    <a:pt x="167" y="174"/>
                  </a:lnTo>
                  <a:lnTo>
                    <a:pt x="167" y="175"/>
                  </a:lnTo>
                  <a:lnTo>
                    <a:pt x="164" y="178"/>
                  </a:lnTo>
                  <a:lnTo>
                    <a:pt x="166" y="179"/>
                  </a:lnTo>
                  <a:lnTo>
                    <a:pt x="164" y="183"/>
                  </a:lnTo>
                  <a:lnTo>
                    <a:pt x="162" y="186"/>
                  </a:lnTo>
                  <a:lnTo>
                    <a:pt x="160" y="186"/>
                  </a:lnTo>
                  <a:lnTo>
                    <a:pt x="159" y="187"/>
                  </a:lnTo>
                  <a:lnTo>
                    <a:pt x="158" y="189"/>
                  </a:lnTo>
                  <a:lnTo>
                    <a:pt x="157" y="189"/>
                  </a:lnTo>
                  <a:lnTo>
                    <a:pt x="157" y="182"/>
                  </a:lnTo>
                  <a:lnTo>
                    <a:pt x="157" y="178"/>
                  </a:lnTo>
                  <a:lnTo>
                    <a:pt x="158" y="177"/>
                  </a:lnTo>
                  <a:lnTo>
                    <a:pt x="158" y="175"/>
                  </a:lnTo>
                  <a:lnTo>
                    <a:pt x="155" y="175"/>
                  </a:lnTo>
                  <a:lnTo>
                    <a:pt x="154" y="175"/>
                  </a:lnTo>
                  <a:lnTo>
                    <a:pt x="153" y="178"/>
                  </a:lnTo>
                  <a:lnTo>
                    <a:pt x="154" y="179"/>
                  </a:lnTo>
                  <a:lnTo>
                    <a:pt x="154" y="181"/>
                  </a:lnTo>
                  <a:lnTo>
                    <a:pt x="153" y="181"/>
                  </a:lnTo>
                  <a:lnTo>
                    <a:pt x="149" y="183"/>
                  </a:lnTo>
                  <a:lnTo>
                    <a:pt x="149" y="186"/>
                  </a:lnTo>
                  <a:lnTo>
                    <a:pt x="150" y="190"/>
                  </a:lnTo>
                  <a:lnTo>
                    <a:pt x="147" y="193"/>
                  </a:lnTo>
                  <a:lnTo>
                    <a:pt x="146" y="193"/>
                  </a:lnTo>
                  <a:lnTo>
                    <a:pt x="145" y="191"/>
                  </a:lnTo>
                  <a:lnTo>
                    <a:pt x="146" y="189"/>
                  </a:lnTo>
                  <a:lnTo>
                    <a:pt x="146" y="186"/>
                  </a:lnTo>
                  <a:lnTo>
                    <a:pt x="143" y="186"/>
                  </a:lnTo>
                  <a:lnTo>
                    <a:pt x="141" y="187"/>
                  </a:lnTo>
                  <a:lnTo>
                    <a:pt x="141" y="190"/>
                  </a:lnTo>
                  <a:lnTo>
                    <a:pt x="141" y="193"/>
                  </a:lnTo>
                  <a:lnTo>
                    <a:pt x="142" y="194"/>
                  </a:lnTo>
                  <a:lnTo>
                    <a:pt x="138" y="194"/>
                  </a:lnTo>
                  <a:lnTo>
                    <a:pt x="133" y="193"/>
                  </a:lnTo>
                  <a:lnTo>
                    <a:pt x="130" y="195"/>
                  </a:lnTo>
                  <a:lnTo>
                    <a:pt x="128" y="195"/>
                  </a:lnTo>
                  <a:lnTo>
                    <a:pt x="128" y="195"/>
                  </a:lnTo>
                  <a:lnTo>
                    <a:pt x="128" y="194"/>
                  </a:lnTo>
                  <a:lnTo>
                    <a:pt x="130" y="194"/>
                  </a:lnTo>
                  <a:lnTo>
                    <a:pt x="130" y="193"/>
                  </a:lnTo>
                  <a:lnTo>
                    <a:pt x="129" y="193"/>
                  </a:lnTo>
                  <a:lnTo>
                    <a:pt x="128" y="193"/>
                  </a:lnTo>
                  <a:lnTo>
                    <a:pt x="126" y="193"/>
                  </a:lnTo>
                  <a:lnTo>
                    <a:pt x="125" y="191"/>
                  </a:lnTo>
                  <a:lnTo>
                    <a:pt x="125" y="193"/>
                  </a:lnTo>
                  <a:lnTo>
                    <a:pt x="124" y="193"/>
                  </a:lnTo>
                  <a:lnTo>
                    <a:pt x="122" y="193"/>
                  </a:lnTo>
                  <a:lnTo>
                    <a:pt x="122" y="190"/>
                  </a:lnTo>
                  <a:lnTo>
                    <a:pt x="124" y="189"/>
                  </a:lnTo>
                  <a:lnTo>
                    <a:pt x="122" y="189"/>
                  </a:lnTo>
                  <a:lnTo>
                    <a:pt x="121" y="190"/>
                  </a:lnTo>
                  <a:lnTo>
                    <a:pt x="120" y="194"/>
                  </a:lnTo>
                  <a:lnTo>
                    <a:pt x="121" y="195"/>
                  </a:lnTo>
                  <a:lnTo>
                    <a:pt x="125" y="197"/>
                  </a:lnTo>
                  <a:lnTo>
                    <a:pt x="125" y="199"/>
                  </a:lnTo>
                  <a:lnTo>
                    <a:pt x="126" y="199"/>
                  </a:lnTo>
                  <a:lnTo>
                    <a:pt x="125" y="200"/>
                  </a:lnTo>
                  <a:lnTo>
                    <a:pt x="124" y="200"/>
                  </a:lnTo>
                  <a:lnTo>
                    <a:pt x="121" y="202"/>
                  </a:lnTo>
                  <a:lnTo>
                    <a:pt x="120" y="204"/>
                  </a:lnTo>
                  <a:lnTo>
                    <a:pt x="120" y="206"/>
                  </a:lnTo>
                  <a:lnTo>
                    <a:pt x="120" y="207"/>
                  </a:lnTo>
                  <a:lnTo>
                    <a:pt x="118" y="207"/>
                  </a:lnTo>
                  <a:lnTo>
                    <a:pt x="118" y="210"/>
                  </a:lnTo>
                  <a:lnTo>
                    <a:pt x="116" y="214"/>
                  </a:lnTo>
                  <a:lnTo>
                    <a:pt x="114" y="214"/>
                  </a:lnTo>
                  <a:lnTo>
                    <a:pt x="112" y="214"/>
                  </a:lnTo>
                  <a:lnTo>
                    <a:pt x="109" y="211"/>
                  </a:lnTo>
                  <a:lnTo>
                    <a:pt x="106" y="210"/>
                  </a:lnTo>
                  <a:lnTo>
                    <a:pt x="106" y="207"/>
                  </a:lnTo>
                  <a:lnTo>
                    <a:pt x="106" y="206"/>
                  </a:lnTo>
                  <a:lnTo>
                    <a:pt x="106" y="204"/>
                  </a:lnTo>
                  <a:lnTo>
                    <a:pt x="106" y="202"/>
                  </a:lnTo>
                  <a:lnTo>
                    <a:pt x="105" y="202"/>
                  </a:lnTo>
                  <a:lnTo>
                    <a:pt x="105" y="199"/>
                  </a:lnTo>
                  <a:lnTo>
                    <a:pt x="106" y="197"/>
                  </a:lnTo>
                  <a:lnTo>
                    <a:pt x="106" y="195"/>
                  </a:lnTo>
                  <a:lnTo>
                    <a:pt x="106" y="194"/>
                  </a:lnTo>
                  <a:lnTo>
                    <a:pt x="104" y="194"/>
                  </a:lnTo>
                  <a:lnTo>
                    <a:pt x="101" y="194"/>
                  </a:lnTo>
                  <a:lnTo>
                    <a:pt x="97" y="195"/>
                  </a:lnTo>
                  <a:lnTo>
                    <a:pt x="95" y="197"/>
                  </a:lnTo>
                  <a:lnTo>
                    <a:pt x="95" y="198"/>
                  </a:lnTo>
                  <a:lnTo>
                    <a:pt x="92" y="199"/>
                  </a:lnTo>
                  <a:lnTo>
                    <a:pt x="92" y="200"/>
                  </a:lnTo>
                  <a:lnTo>
                    <a:pt x="91" y="200"/>
                  </a:lnTo>
                  <a:lnTo>
                    <a:pt x="89" y="200"/>
                  </a:lnTo>
                  <a:lnTo>
                    <a:pt x="87" y="200"/>
                  </a:lnTo>
                  <a:lnTo>
                    <a:pt x="84" y="202"/>
                  </a:lnTo>
                  <a:lnTo>
                    <a:pt x="80" y="203"/>
                  </a:lnTo>
                  <a:lnTo>
                    <a:pt x="78" y="203"/>
                  </a:lnTo>
                  <a:lnTo>
                    <a:pt x="76" y="203"/>
                  </a:lnTo>
                  <a:lnTo>
                    <a:pt x="75" y="202"/>
                  </a:lnTo>
                  <a:lnTo>
                    <a:pt x="74" y="202"/>
                  </a:lnTo>
                  <a:lnTo>
                    <a:pt x="72" y="203"/>
                  </a:lnTo>
                  <a:lnTo>
                    <a:pt x="74" y="206"/>
                  </a:lnTo>
                  <a:lnTo>
                    <a:pt x="74" y="207"/>
                  </a:lnTo>
                  <a:lnTo>
                    <a:pt x="74" y="210"/>
                  </a:lnTo>
                  <a:lnTo>
                    <a:pt x="72" y="210"/>
                  </a:lnTo>
                  <a:lnTo>
                    <a:pt x="71" y="210"/>
                  </a:lnTo>
                  <a:lnTo>
                    <a:pt x="67" y="208"/>
                  </a:lnTo>
                  <a:lnTo>
                    <a:pt x="64" y="208"/>
                  </a:lnTo>
                  <a:lnTo>
                    <a:pt x="60" y="211"/>
                  </a:lnTo>
                  <a:lnTo>
                    <a:pt x="60" y="211"/>
                  </a:lnTo>
                  <a:lnTo>
                    <a:pt x="63" y="215"/>
                  </a:lnTo>
                  <a:lnTo>
                    <a:pt x="64" y="215"/>
                  </a:lnTo>
                  <a:lnTo>
                    <a:pt x="66" y="214"/>
                  </a:lnTo>
                  <a:lnTo>
                    <a:pt x="66" y="214"/>
                  </a:lnTo>
                  <a:lnTo>
                    <a:pt x="68" y="214"/>
                  </a:lnTo>
                  <a:lnTo>
                    <a:pt x="70" y="214"/>
                  </a:lnTo>
                  <a:lnTo>
                    <a:pt x="70" y="218"/>
                  </a:lnTo>
                  <a:lnTo>
                    <a:pt x="70" y="219"/>
                  </a:lnTo>
                  <a:lnTo>
                    <a:pt x="67" y="220"/>
                  </a:lnTo>
                  <a:lnTo>
                    <a:pt x="68" y="220"/>
                  </a:lnTo>
                  <a:lnTo>
                    <a:pt x="72" y="220"/>
                  </a:lnTo>
                  <a:lnTo>
                    <a:pt x="72" y="222"/>
                  </a:lnTo>
                  <a:lnTo>
                    <a:pt x="74" y="223"/>
                  </a:lnTo>
                  <a:lnTo>
                    <a:pt x="74" y="224"/>
                  </a:lnTo>
                  <a:lnTo>
                    <a:pt x="74" y="226"/>
                  </a:lnTo>
                  <a:lnTo>
                    <a:pt x="75" y="227"/>
                  </a:lnTo>
                  <a:lnTo>
                    <a:pt x="72" y="229"/>
                  </a:lnTo>
                  <a:lnTo>
                    <a:pt x="71" y="231"/>
                  </a:lnTo>
                  <a:lnTo>
                    <a:pt x="71" y="235"/>
                  </a:lnTo>
                  <a:lnTo>
                    <a:pt x="71" y="241"/>
                  </a:lnTo>
                  <a:lnTo>
                    <a:pt x="72" y="243"/>
                  </a:lnTo>
                  <a:lnTo>
                    <a:pt x="72" y="247"/>
                  </a:lnTo>
                  <a:lnTo>
                    <a:pt x="71" y="249"/>
                  </a:lnTo>
                  <a:lnTo>
                    <a:pt x="71" y="249"/>
                  </a:lnTo>
                  <a:lnTo>
                    <a:pt x="68" y="248"/>
                  </a:lnTo>
                  <a:lnTo>
                    <a:pt x="67" y="249"/>
                  </a:lnTo>
                  <a:lnTo>
                    <a:pt x="68" y="251"/>
                  </a:lnTo>
                  <a:lnTo>
                    <a:pt x="70" y="252"/>
                  </a:lnTo>
                  <a:lnTo>
                    <a:pt x="67" y="256"/>
                  </a:lnTo>
                  <a:lnTo>
                    <a:pt x="66" y="257"/>
                  </a:lnTo>
                  <a:lnTo>
                    <a:pt x="66" y="254"/>
                  </a:lnTo>
                  <a:lnTo>
                    <a:pt x="66" y="253"/>
                  </a:lnTo>
                  <a:lnTo>
                    <a:pt x="64" y="251"/>
                  </a:lnTo>
                  <a:lnTo>
                    <a:pt x="63" y="248"/>
                  </a:lnTo>
                  <a:lnTo>
                    <a:pt x="63" y="247"/>
                  </a:lnTo>
                  <a:lnTo>
                    <a:pt x="64" y="245"/>
                  </a:lnTo>
                  <a:lnTo>
                    <a:pt x="63" y="245"/>
                  </a:lnTo>
                  <a:lnTo>
                    <a:pt x="62" y="247"/>
                  </a:lnTo>
                  <a:lnTo>
                    <a:pt x="62" y="251"/>
                  </a:lnTo>
                  <a:lnTo>
                    <a:pt x="63" y="253"/>
                  </a:lnTo>
                  <a:lnTo>
                    <a:pt x="63" y="254"/>
                  </a:lnTo>
                  <a:lnTo>
                    <a:pt x="63" y="254"/>
                  </a:lnTo>
                  <a:lnTo>
                    <a:pt x="60" y="254"/>
                  </a:lnTo>
                  <a:lnTo>
                    <a:pt x="59" y="254"/>
                  </a:lnTo>
                  <a:lnTo>
                    <a:pt x="58" y="252"/>
                  </a:lnTo>
                  <a:lnTo>
                    <a:pt x="59" y="251"/>
                  </a:lnTo>
                  <a:lnTo>
                    <a:pt x="59" y="249"/>
                  </a:lnTo>
                  <a:lnTo>
                    <a:pt x="56" y="247"/>
                  </a:lnTo>
                  <a:lnTo>
                    <a:pt x="56" y="243"/>
                  </a:lnTo>
                  <a:lnTo>
                    <a:pt x="54" y="240"/>
                  </a:lnTo>
                  <a:lnTo>
                    <a:pt x="54" y="239"/>
                  </a:lnTo>
                  <a:lnTo>
                    <a:pt x="55" y="237"/>
                  </a:lnTo>
                  <a:lnTo>
                    <a:pt x="58" y="235"/>
                  </a:lnTo>
                  <a:lnTo>
                    <a:pt x="58" y="229"/>
                  </a:lnTo>
                  <a:lnTo>
                    <a:pt x="56" y="229"/>
                  </a:lnTo>
                  <a:lnTo>
                    <a:pt x="56" y="227"/>
                  </a:lnTo>
                  <a:lnTo>
                    <a:pt x="54" y="223"/>
                  </a:lnTo>
                  <a:lnTo>
                    <a:pt x="52" y="222"/>
                  </a:lnTo>
                  <a:lnTo>
                    <a:pt x="51" y="223"/>
                  </a:lnTo>
                  <a:lnTo>
                    <a:pt x="51" y="226"/>
                  </a:lnTo>
                  <a:lnTo>
                    <a:pt x="51" y="226"/>
                  </a:lnTo>
                  <a:lnTo>
                    <a:pt x="51" y="227"/>
                  </a:lnTo>
                  <a:lnTo>
                    <a:pt x="52" y="227"/>
                  </a:lnTo>
                  <a:lnTo>
                    <a:pt x="54" y="228"/>
                  </a:lnTo>
                  <a:lnTo>
                    <a:pt x="54" y="229"/>
                  </a:lnTo>
                  <a:lnTo>
                    <a:pt x="52" y="231"/>
                  </a:lnTo>
                  <a:lnTo>
                    <a:pt x="51" y="229"/>
                  </a:lnTo>
                  <a:lnTo>
                    <a:pt x="52" y="229"/>
                  </a:lnTo>
                  <a:lnTo>
                    <a:pt x="51" y="228"/>
                  </a:lnTo>
                  <a:lnTo>
                    <a:pt x="50" y="229"/>
                  </a:lnTo>
                  <a:lnTo>
                    <a:pt x="49" y="231"/>
                  </a:lnTo>
                  <a:lnTo>
                    <a:pt x="47" y="231"/>
                  </a:lnTo>
                  <a:lnTo>
                    <a:pt x="49" y="229"/>
                  </a:lnTo>
                  <a:lnTo>
                    <a:pt x="49" y="228"/>
                  </a:lnTo>
                  <a:lnTo>
                    <a:pt x="47" y="228"/>
                  </a:lnTo>
                  <a:lnTo>
                    <a:pt x="46" y="226"/>
                  </a:lnTo>
                  <a:lnTo>
                    <a:pt x="47" y="224"/>
                  </a:lnTo>
                  <a:lnTo>
                    <a:pt x="47" y="226"/>
                  </a:lnTo>
                  <a:lnTo>
                    <a:pt x="49" y="227"/>
                  </a:lnTo>
                  <a:lnTo>
                    <a:pt x="49" y="227"/>
                  </a:lnTo>
                  <a:lnTo>
                    <a:pt x="47" y="223"/>
                  </a:lnTo>
                  <a:lnTo>
                    <a:pt x="47" y="222"/>
                  </a:lnTo>
                  <a:lnTo>
                    <a:pt x="46" y="222"/>
                  </a:lnTo>
                  <a:lnTo>
                    <a:pt x="45" y="222"/>
                  </a:lnTo>
                  <a:lnTo>
                    <a:pt x="47" y="220"/>
                  </a:lnTo>
                  <a:lnTo>
                    <a:pt x="49" y="220"/>
                  </a:lnTo>
                  <a:lnTo>
                    <a:pt x="50" y="218"/>
                  </a:lnTo>
                  <a:lnTo>
                    <a:pt x="52" y="216"/>
                  </a:lnTo>
                  <a:lnTo>
                    <a:pt x="54" y="215"/>
                  </a:lnTo>
                  <a:lnTo>
                    <a:pt x="54" y="214"/>
                  </a:lnTo>
                  <a:lnTo>
                    <a:pt x="56" y="211"/>
                  </a:lnTo>
                  <a:lnTo>
                    <a:pt x="59" y="211"/>
                  </a:lnTo>
                  <a:lnTo>
                    <a:pt x="59" y="210"/>
                  </a:lnTo>
                  <a:lnTo>
                    <a:pt x="59" y="208"/>
                  </a:lnTo>
                  <a:lnTo>
                    <a:pt x="58" y="208"/>
                  </a:lnTo>
                  <a:lnTo>
                    <a:pt x="56" y="204"/>
                  </a:lnTo>
                  <a:lnTo>
                    <a:pt x="58" y="203"/>
                  </a:lnTo>
                  <a:lnTo>
                    <a:pt x="62" y="202"/>
                  </a:lnTo>
                  <a:lnTo>
                    <a:pt x="63" y="200"/>
                  </a:lnTo>
                  <a:lnTo>
                    <a:pt x="63" y="199"/>
                  </a:lnTo>
                  <a:lnTo>
                    <a:pt x="66" y="197"/>
                  </a:lnTo>
                  <a:lnTo>
                    <a:pt x="67" y="195"/>
                  </a:lnTo>
                  <a:lnTo>
                    <a:pt x="71" y="191"/>
                  </a:lnTo>
                  <a:lnTo>
                    <a:pt x="71" y="190"/>
                  </a:lnTo>
                  <a:lnTo>
                    <a:pt x="72" y="189"/>
                  </a:lnTo>
                  <a:lnTo>
                    <a:pt x="74" y="186"/>
                  </a:lnTo>
                  <a:lnTo>
                    <a:pt x="78" y="183"/>
                  </a:lnTo>
                  <a:lnTo>
                    <a:pt x="80" y="183"/>
                  </a:lnTo>
                  <a:lnTo>
                    <a:pt x="81" y="183"/>
                  </a:lnTo>
                  <a:lnTo>
                    <a:pt x="84" y="182"/>
                  </a:lnTo>
                  <a:lnTo>
                    <a:pt x="87" y="182"/>
                  </a:lnTo>
                  <a:lnTo>
                    <a:pt x="89" y="181"/>
                  </a:lnTo>
                  <a:lnTo>
                    <a:pt x="92" y="181"/>
                  </a:lnTo>
                  <a:lnTo>
                    <a:pt x="97" y="178"/>
                  </a:lnTo>
                  <a:lnTo>
                    <a:pt x="99" y="179"/>
                  </a:lnTo>
                  <a:lnTo>
                    <a:pt x="100" y="179"/>
                  </a:lnTo>
                  <a:lnTo>
                    <a:pt x="101" y="178"/>
                  </a:lnTo>
                  <a:lnTo>
                    <a:pt x="103" y="178"/>
                  </a:lnTo>
                  <a:lnTo>
                    <a:pt x="103" y="181"/>
                  </a:lnTo>
                  <a:lnTo>
                    <a:pt x="104" y="181"/>
                  </a:lnTo>
                  <a:lnTo>
                    <a:pt x="105" y="179"/>
                  </a:lnTo>
                  <a:lnTo>
                    <a:pt x="106" y="181"/>
                  </a:lnTo>
                  <a:lnTo>
                    <a:pt x="108" y="179"/>
                  </a:lnTo>
                  <a:lnTo>
                    <a:pt x="108" y="179"/>
                  </a:lnTo>
                  <a:lnTo>
                    <a:pt x="109" y="179"/>
                  </a:lnTo>
                  <a:lnTo>
                    <a:pt x="109" y="177"/>
                  </a:lnTo>
                  <a:lnTo>
                    <a:pt x="109" y="177"/>
                  </a:lnTo>
                  <a:lnTo>
                    <a:pt x="109" y="175"/>
                  </a:lnTo>
                  <a:lnTo>
                    <a:pt x="109" y="174"/>
                  </a:lnTo>
                  <a:lnTo>
                    <a:pt x="108" y="173"/>
                  </a:lnTo>
                  <a:lnTo>
                    <a:pt x="109" y="169"/>
                  </a:lnTo>
                  <a:lnTo>
                    <a:pt x="109" y="168"/>
                  </a:lnTo>
                  <a:lnTo>
                    <a:pt x="109" y="166"/>
                  </a:lnTo>
                  <a:lnTo>
                    <a:pt x="112" y="164"/>
                  </a:lnTo>
                  <a:lnTo>
                    <a:pt x="113" y="161"/>
                  </a:lnTo>
                  <a:lnTo>
                    <a:pt x="112" y="156"/>
                  </a:lnTo>
                  <a:lnTo>
                    <a:pt x="110" y="153"/>
                  </a:lnTo>
                  <a:lnTo>
                    <a:pt x="112" y="150"/>
                  </a:lnTo>
                  <a:lnTo>
                    <a:pt x="113" y="149"/>
                  </a:lnTo>
                  <a:lnTo>
                    <a:pt x="116" y="148"/>
                  </a:lnTo>
                  <a:lnTo>
                    <a:pt x="118" y="147"/>
                  </a:lnTo>
                  <a:lnTo>
                    <a:pt x="118" y="147"/>
                  </a:lnTo>
                  <a:lnTo>
                    <a:pt x="117" y="149"/>
                  </a:lnTo>
                  <a:lnTo>
                    <a:pt x="117" y="150"/>
                  </a:lnTo>
                  <a:lnTo>
                    <a:pt x="116" y="152"/>
                  </a:lnTo>
                  <a:lnTo>
                    <a:pt x="114" y="153"/>
                  </a:lnTo>
                  <a:lnTo>
                    <a:pt x="114" y="154"/>
                  </a:lnTo>
                  <a:lnTo>
                    <a:pt x="117" y="157"/>
                  </a:lnTo>
                  <a:lnTo>
                    <a:pt x="121" y="160"/>
                  </a:lnTo>
                  <a:lnTo>
                    <a:pt x="121" y="157"/>
                  </a:lnTo>
                  <a:lnTo>
                    <a:pt x="124" y="156"/>
                  </a:lnTo>
                  <a:lnTo>
                    <a:pt x="129" y="153"/>
                  </a:lnTo>
                  <a:lnTo>
                    <a:pt x="133" y="150"/>
                  </a:lnTo>
                  <a:lnTo>
                    <a:pt x="133" y="148"/>
                  </a:lnTo>
                  <a:lnTo>
                    <a:pt x="134" y="145"/>
                  </a:lnTo>
                  <a:lnTo>
                    <a:pt x="134" y="141"/>
                  </a:lnTo>
                  <a:lnTo>
                    <a:pt x="135" y="139"/>
                  </a:lnTo>
                  <a:lnTo>
                    <a:pt x="138" y="136"/>
                  </a:lnTo>
                  <a:lnTo>
                    <a:pt x="139" y="133"/>
                  </a:lnTo>
                  <a:lnTo>
                    <a:pt x="138" y="129"/>
                  </a:lnTo>
                  <a:lnTo>
                    <a:pt x="141" y="122"/>
                  </a:lnTo>
                  <a:lnTo>
                    <a:pt x="141" y="116"/>
                  </a:lnTo>
                  <a:lnTo>
                    <a:pt x="141" y="112"/>
                  </a:lnTo>
                  <a:lnTo>
                    <a:pt x="139" y="107"/>
                  </a:lnTo>
                  <a:lnTo>
                    <a:pt x="138" y="102"/>
                  </a:lnTo>
                  <a:lnTo>
                    <a:pt x="135" y="103"/>
                  </a:lnTo>
                  <a:lnTo>
                    <a:pt x="134" y="104"/>
                  </a:lnTo>
                  <a:lnTo>
                    <a:pt x="133" y="102"/>
                  </a:lnTo>
                  <a:lnTo>
                    <a:pt x="133" y="100"/>
                  </a:lnTo>
                  <a:lnTo>
                    <a:pt x="134" y="100"/>
                  </a:lnTo>
                  <a:lnTo>
                    <a:pt x="137" y="100"/>
                  </a:lnTo>
                  <a:lnTo>
                    <a:pt x="137" y="97"/>
                  </a:lnTo>
                  <a:lnTo>
                    <a:pt x="137" y="95"/>
                  </a:lnTo>
                  <a:lnTo>
                    <a:pt x="133" y="93"/>
                  </a:lnTo>
                  <a:lnTo>
                    <a:pt x="133" y="90"/>
                  </a:lnTo>
                  <a:lnTo>
                    <a:pt x="135" y="89"/>
                  </a:lnTo>
                  <a:lnTo>
                    <a:pt x="137" y="87"/>
                  </a:lnTo>
                  <a:lnTo>
                    <a:pt x="137" y="86"/>
                  </a:lnTo>
                  <a:lnTo>
                    <a:pt x="135" y="82"/>
                  </a:lnTo>
                  <a:lnTo>
                    <a:pt x="135" y="81"/>
                  </a:lnTo>
                  <a:lnTo>
                    <a:pt x="137" y="81"/>
                  </a:lnTo>
                  <a:lnTo>
                    <a:pt x="138" y="81"/>
                  </a:lnTo>
                  <a:lnTo>
                    <a:pt x="139" y="82"/>
                  </a:lnTo>
                  <a:lnTo>
                    <a:pt x="139" y="85"/>
                  </a:lnTo>
                  <a:lnTo>
                    <a:pt x="139" y="86"/>
                  </a:lnTo>
                  <a:lnTo>
                    <a:pt x="142" y="87"/>
                  </a:lnTo>
                  <a:lnTo>
                    <a:pt x="143" y="86"/>
                  </a:lnTo>
                  <a:lnTo>
                    <a:pt x="142" y="83"/>
                  </a:lnTo>
                  <a:lnTo>
                    <a:pt x="142" y="83"/>
                  </a:lnTo>
                  <a:lnTo>
                    <a:pt x="145" y="83"/>
                  </a:lnTo>
                  <a:lnTo>
                    <a:pt x="146" y="83"/>
                  </a:lnTo>
                  <a:lnTo>
                    <a:pt x="146" y="81"/>
                  </a:lnTo>
                  <a:lnTo>
                    <a:pt x="145" y="78"/>
                  </a:lnTo>
                  <a:lnTo>
                    <a:pt x="142" y="81"/>
                  </a:lnTo>
                  <a:lnTo>
                    <a:pt x="142" y="81"/>
                  </a:lnTo>
                  <a:lnTo>
                    <a:pt x="141" y="79"/>
                  </a:lnTo>
                  <a:lnTo>
                    <a:pt x="141" y="78"/>
                  </a:lnTo>
                  <a:lnTo>
                    <a:pt x="142" y="75"/>
                  </a:lnTo>
                  <a:lnTo>
                    <a:pt x="141" y="74"/>
                  </a:lnTo>
                  <a:close/>
                  <a:moveTo>
                    <a:pt x="120" y="60"/>
                  </a:moveTo>
                  <a:lnTo>
                    <a:pt x="120" y="62"/>
                  </a:lnTo>
                  <a:lnTo>
                    <a:pt x="120" y="64"/>
                  </a:lnTo>
                  <a:lnTo>
                    <a:pt x="118" y="65"/>
                  </a:lnTo>
                  <a:lnTo>
                    <a:pt x="117" y="64"/>
                  </a:lnTo>
                  <a:lnTo>
                    <a:pt x="117" y="62"/>
                  </a:lnTo>
                  <a:lnTo>
                    <a:pt x="118" y="61"/>
                  </a:lnTo>
                  <a:lnTo>
                    <a:pt x="120" y="60"/>
                  </a:lnTo>
                  <a:close/>
                  <a:moveTo>
                    <a:pt x="129" y="0"/>
                  </a:moveTo>
                  <a:lnTo>
                    <a:pt x="132" y="0"/>
                  </a:lnTo>
                  <a:lnTo>
                    <a:pt x="133" y="3"/>
                  </a:lnTo>
                  <a:lnTo>
                    <a:pt x="137" y="6"/>
                  </a:lnTo>
                  <a:lnTo>
                    <a:pt x="139" y="6"/>
                  </a:lnTo>
                  <a:lnTo>
                    <a:pt x="142" y="10"/>
                  </a:lnTo>
                  <a:lnTo>
                    <a:pt x="147" y="15"/>
                  </a:lnTo>
                  <a:lnTo>
                    <a:pt x="150" y="16"/>
                  </a:lnTo>
                  <a:lnTo>
                    <a:pt x="151" y="19"/>
                  </a:lnTo>
                  <a:lnTo>
                    <a:pt x="153" y="19"/>
                  </a:lnTo>
                  <a:lnTo>
                    <a:pt x="155" y="22"/>
                  </a:lnTo>
                  <a:lnTo>
                    <a:pt x="159" y="23"/>
                  </a:lnTo>
                  <a:lnTo>
                    <a:pt x="162" y="23"/>
                  </a:lnTo>
                  <a:lnTo>
                    <a:pt x="164" y="25"/>
                  </a:lnTo>
                  <a:lnTo>
                    <a:pt x="166" y="25"/>
                  </a:lnTo>
                  <a:lnTo>
                    <a:pt x="167" y="25"/>
                  </a:lnTo>
                  <a:lnTo>
                    <a:pt x="170" y="25"/>
                  </a:lnTo>
                  <a:lnTo>
                    <a:pt x="174" y="23"/>
                  </a:lnTo>
                  <a:lnTo>
                    <a:pt x="175" y="20"/>
                  </a:lnTo>
                  <a:lnTo>
                    <a:pt x="176" y="18"/>
                  </a:lnTo>
                  <a:lnTo>
                    <a:pt x="176" y="18"/>
                  </a:lnTo>
                  <a:lnTo>
                    <a:pt x="176" y="19"/>
                  </a:lnTo>
                  <a:lnTo>
                    <a:pt x="176" y="20"/>
                  </a:lnTo>
                  <a:lnTo>
                    <a:pt x="176" y="24"/>
                  </a:lnTo>
                  <a:lnTo>
                    <a:pt x="176" y="27"/>
                  </a:lnTo>
                  <a:lnTo>
                    <a:pt x="176" y="28"/>
                  </a:lnTo>
                  <a:lnTo>
                    <a:pt x="179" y="31"/>
                  </a:lnTo>
                  <a:lnTo>
                    <a:pt x="182" y="32"/>
                  </a:lnTo>
                  <a:lnTo>
                    <a:pt x="182" y="35"/>
                  </a:lnTo>
                  <a:lnTo>
                    <a:pt x="182" y="36"/>
                  </a:lnTo>
                  <a:lnTo>
                    <a:pt x="183" y="36"/>
                  </a:lnTo>
                  <a:lnTo>
                    <a:pt x="184" y="33"/>
                  </a:lnTo>
                  <a:lnTo>
                    <a:pt x="185" y="32"/>
                  </a:lnTo>
                  <a:lnTo>
                    <a:pt x="187" y="32"/>
                  </a:lnTo>
                  <a:lnTo>
                    <a:pt x="187" y="33"/>
                  </a:lnTo>
                  <a:lnTo>
                    <a:pt x="185" y="35"/>
                  </a:lnTo>
                  <a:lnTo>
                    <a:pt x="185" y="36"/>
                  </a:lnTo>
                  <a:lnTo>
                    <a:pt x="184" y="37"/>
                  </a:lnTo>
                  <a:lnTo>
                    <a:pt x="182" y="39"/>
                  </a:lnTo>
                  <a:lnTo>
                    <a:pt x="182" y="40"/>
                  </a:lnTo>
                  <a:lnTo>
                    <a:pt x="180" y="41"/>
                  </a:lnTo>
                  <a:lnTo>
                    <a:pt x="179" y="41"/>
                  </a:lnTo>
                  <a:lnTo>
                    <a:pt x="178" y="41"/>
                  </a:lnTo>
                  <a:lnTo>
                    <a:pt x="176" y="43"/>
                  </a:lnTo>
                  <a:lnTo>
                    <a:pt x="176" y="44"/>
                  </a:lnTo>
                  <a:lnTo>
                    <a:pt x="174" y="44"/>
                  </a:lnTo>
                  <a:lnTo>
                    <a:pt x="171" y="43"/>
                  </a:lnTo>
                  <a:lnTo>
                    <a:pt x="170" y="44"/>
                  </a:lnTo>
                  <a:lnTo>
                    <a:pt x="166" y="48"/>
                  </a:lnTo>
                  <a:lnTo>
                    <a:pt x="164" y="53"/>
                  </a:lnTo>
                  <a:lnTo>
                    <a:pt x="164" y="57"/>
                  </a:lnTo>
                  <a:lnTo>
                    <a:pt x="164" y="60"/>
                  </a:lnTo>
                  <a:lnTo>
                    <a:pt x="164" y="61"/>
                  </a:lnTo>
                  <a:lnTo>
                    <a:pt x="164" y="64"/>
                  </a:lnTo>
                  <a:lnTo>
                    <a:pt x="163" y="62"/>
                  </a:lnTo>
                  <a:lnTo>
                    <a:pt x="162" y="61"/>
                  </a:lnTo>
                  <a:lnTo>
                    <a:pt x="158" y="60"/>
                  </a:lnTo>
                  <a:lnTo>
                    <a:pt x="154" y="58"/>
                  </a:lnTo>
                  <a:lnTo>
                    <a:pt x="151" y="54"/>
                  </a:lnTo>
                  <a:lnTo>
                    <a:pt x="149" y="53"/>
                  </a:lnTo>
                  <a:lnTo>
                    <a:pt x="147" y="53"/>
                  </a:lnTo>
                  <a:lnTo>
                    <a:pt x="145" y="53"/>
                  </a:lnTo>
                  <a:lnTo>
                    <a:pt x="145" y="52"/>
                  </a:lnTo>
                  <a:lnTo>
                    <a:pt x="142" y="52"/>
                  </a:lnTo>
                  <a:lnTo>
                    <a:pt x="139" y="53"/>
                  </a:lnTo>
                  <a:lnTo>
                    <a:pt x="137" y="57"/>
                  </a:lnTo>
                  <a:lnTo>
                    <a:pt x="135" y="57"/>
                  </a:lnTo>
                  <a:lnTo>
                    <a:pt x="133" y="54"/>
                  </a:lnTo>
                  <a:lnTo>
                    <a:pt x="130" y="54"/>
                  </a:lnTo>
                  <a:lnTo>
                    <a:pt x="129" y="56"/>
                  </a:lnTo>
                  <a:lnTo>
                    <a:pt x="129" y="58"/>
                  </a:lnTo>
                  <a:lnTo>
                    <a:pt x="130" y="61"/>
                  </a:lnTo>
                  <a:lnTo>
                    <a:pt x="133" y="62"/>
                  </a:lnTo>
                  <a:lnTo>
                    <a:pt x="135" y="61"/>
                  </a:lnTo>
                  <a:lnTo>
                    <a:pt x="138" y="65"/>
                  </a:lnTo>
                  <a:lnTo>
                    <a:pt x="141" y="65"/>
                  </a:lnTo>
                  <a:lnTo>
                    <a:pt x="143" y="65"/>
                  </a:lnTo>
                  <a:lnTo>
                    <a:pt x="145" y="66"/>
                  </a:lnTo>
                  <a:lnTo>
                    <a:pt x="142" y="69"/>
                  </a:lnTo>
                  <a:lnTo>
                    <a:pt x="142" y="70"/>
                  </a:lnTo>
                  <a:lnTo>
                    <a:pt x="141" y="69"/>
                  </a:lnTo>
                  <a:lnTo>
                    <a:pt x="137" y="69"/>
                  </a:lnTo>
                  <a:lnTo>
                    <a:pt x="135" y="70"/>
                  </a:lnTo>
                  <a:lnTo>
                    <a:pt x="135" y="72"/>
                  </a:lnTo>
                  <a:lnTo>
                    <a:pt x="135" y="74"/>
                  </a:lnTo>
                  <a:lnTo>
                    <a:pt x="133" y="77"/>
                  </a:lnTo>
                  <a:lnTo>
                    <a:pt x="130" y="75"/>
                  </a:lnTo>
                  <a:lnTo>
                    <a:pt x="129" y="74"/>
                  </a:lnTo>
                  <a:lnTo>
                    <a:pt x="130" y="73"/>
                  </a:lnTo>
                  <a:lnTo>
                    <a:pt x="129" y="69"/>
                  </a:lnTo>
                  <a:lnTo>
                    <a:pt x="128" y="65"/>
                  </a:lnTo>
                  <a:lnTo>
                    <a:pt x="126" y="64"/>
                  </a:lnTo>
                  <a:lnTo>
                    <a:pt x="124" y="62"/>
                  </a:lnTo>
                  <a:lnTo>
                    <a:pt x="122" y="62"/>
                  </a:lnTo>
                  <a:lnTo>
                    <a:pt x="122" y="60"/>
                  </a:lnTo>
                  <a:lnTo>
                    <a:pt x="122" y="57"/>
                  </a:lnTo>
                  <a:lnTo>
                    <a:pt x="122" y="54"/>
                  </a:lnTo>
                  <a:lnTo>
                    <a:pt x="124" y="53"/>
                  </a:lnTo>
                  <a:lnTo>
                    <a:pt x="125" y="52"/>
                  </a:lnTo>
                  <a:lnTo>
                    <a:pt x="125" y="50"/>
                  </a:lnTo>
                  <a:lnTo>
                    <a:pt x="126" y="50"/>
                  </a:lnTo>
                  <a:lnTo>
                    <a:pt x="128" y="48"/>
                  </a:lnTo>
                  <a:lnTo>
                    <a:pt x="129" y="47"/>
                  </a:lnTo>
                  <a:lnTo>
                    <a:pt x="128" y="47"/>
                  </a:lnTo>
                  <a:lnTo>
                    <a:pt x="126" y="44"/>
                  </a:lnTo>
                  <a:lnTo>
                    <a:pt x="125" y="44"/>
                  </a:lnTo>
                  <a:lnTo>
                    <a:pt x="124" y="44"/>
                  </a:lnTo>
                  <a:lnTo>
                    <a:pt x="125" y="41"/>
                  </a:lnTo>
                  <a:lnTo>
                    <a:pt x="126" y="41"/>
                  </a:lnTo>
                  <a:lnTo>
                    <a:pt x="130" y="43"/>
                  </a:lnTo>
                  <a:lnTo>
                    <a:pt x="134" y="44"/>
                  </a:lnTo>
                  <a:lnTo>
                    <a:pt x="135" y="43"/>
                  </a:lnTo>
                  <a:lnTo>
                    <a:pt x="135" y="41"/>
                  </a:lnTo>
                  <a:lnTo>
                    <a:pt x="137" y="40"/>
                  </a:lnTo>
                  <a:lnTo>
                    <a:pt x="135" y="39"/>
                  </a:lnTo>
                  <a:lnTo>
                    <a:pt x="134" y="37"/>
                  </a:lnTo>
                  <a:lnTo>
                    <a:pt x="134" y="37"/>
                  </a:lnTo>
                  <a:lnTo>
                    <a:pt x="133" y="35"/>
                  </a:lnTo>
                  <a:lnTo>
                    <a:pt x="133" y="32"/>
                  </a:lnTo>
                  <a:lnTo>
                    <a:pt x="134" y="31"/>
                  </a:lnTo>
                  <a:lnTo>
                    <a:pt x="135" y="31"/>
                  </a:lnTo>
                  <a:lnTo>
                    <a:pt x="135" y="29"/>
                  </a:lnTo>
                  <a:lnTo>
                    <a:pt x="134" y="27"/>
                  </a:lnTo>
                  <a:lnTo>
                    <a:pt x="133" y="23"/>
                  </a:lnTo>
                  <a:lnTo>
                    <a:pt x="134" y="22"/>
                  </a:lnTo>
                  <a:lnTo>
                    <a:pt x="133" y="18"/>
                  </a:lnTo>
                  <a:lnTo>
                    <a:pt x="133" y="15"/>
                  </a:lnTo>
                  <a:lnTo>
                    <a:pt x="129" y="8"/>
                  </a:lnTo>
                  <a:lnTo>
                    <a:pt x="128" y="6"/>
                  </a:lnTo>
                  <a:lnTo>
                    <a:pt x="126" y="4"/>
                  </a:lnTo>
                  <a:lnTo>
                    <a:pt x="128" y="3"/>
                  </a:lnTo>
                  <a:lnTo>
                    <a:pt x="129" y="3"/>
                  </a:lnTo>
                  <a:lnTo>
                    <a:pt x="130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3" name="Freeform 345">
              <a:extLst>
                <a:ext uri="{FF2B5EF4-FFF2-40B4-BE49-F238E27FC236}">
                  <a16:creationId xmlns:a16="http://schemas.microsoft.com/office/drawing/2014/main" id="{76EC36CA-0469-435F-A301-00A1271D0D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37771" y="3122906"/>
              <a:ext cx="489631" cy="779781"/>
            </a:xfrm>
            <a:custGeom>
              <a:avLst/>
              <a:gdLst>
                <a:gd name="T0" fmla="*/ 28 w 54"/>
                <a:gd name="T1" fmla="*/ 81 h 86"/>
                <a:gd name="T2" fmla="*/ 27 w 54"/>
                <a:gd name="T3" fmla="*/ 85 h 86"/>
                <a:gd name="T4" fmla="*/ 20 w 54"/>
                <a:gd name="T5" fmla="*/ 86 h 86"/>
                <a:gd name="T6" fmla="*/ 20 w 54"/>
                <a:gd name="T7" fmla="*/ 82 h 86"/>
                <a:gd name="T8" fmla="*/ 52 w 54"/>
                <a:gd name="T9" fmla="*/ 70 h 86"/>
                <a:gd name="T10" fmla="*/ 53 w 54"/>
                <a:gd name="T11" fmla="*/ 71 h 86"/>
                <a:gd name="T12" fmla="*/ 52 w 54"/>
                <a:gd name="T13" fmla="*/ 73 h 86"/>
                <a:gd name="T14" fmla="*/ 52 w 54"/>
                <a:gd name="T15" fmla="*/ 70 h 86"/>
                <a:gd name="T16" fmla="*/ 19 w 54"/>
                <a:gd name="T17" fmla="*/ 67 h 86"/>
                <a:gd name="T18" fmla="*/ 17 w 54"/>
                <a:gd name="T19" fmla="*/ 69 h 86"/>
                <a:gd name="T20" fmla="*/ 16 w 54"/>
                <a:gd name="T21" fmla="*/ 69 h 86"/>
                <a:gd name="T22" fmla="*/ 17 w 54"/>
                <a:gd name="T23" fmla="*/ 67 h 86"/>
                <a:gd name="T24" fmla="*/ 54 w 54"/>
                <a:gd name="T25" fmla="*/ 63 h 86"/>
                <a:gd name="T26" fmla="*/ 54 w 54"/>
                <a:gd name="T27" fmla="*/ 66 h 86"/>
                <a:gd name="T28" fmla="*/ 53 w 54"/>
                <a:gd name="T29" fmla="*/ 69 h 86"/>
                <a:gd name="T30" fmla="*/ 52 w 54"/>
                <a:gd name="T31" fmla="*/ 65 h 86"/>
                <a:gd name="T32" fmla="*/ 54 w 54"/>
                <a:gd name="T33" fmla="*/ 63 h 86"/>
                <a:gd name="T34" fmla="*/ 36 w 54"/>
                <a:gd name="T35" fmla="*/ 62 h 86"/>
                <a:gd name="T36" fmla="*/ 33 w 54"/>
                <a:gd name="T37" fmla="*/ 61 h 86"/>
                <a:gd name="T38" fmla="*/ 44 w 54"/>
                <a:gd name="T39" fmla="*/ 57 h 86"/>
                <a:gd name="T40" fmla="*/ 45 w 54"/>
                <a:gd name="T41" fmla="*/ 60 h 86"/>
                <a:gd name="T42" fmla="*/ 42 w 54"/>
                <a:gd name="T43" fmla="*/ 62 h 86"/>
                <a:gd name="T44" fmla="*/ 42 w 54"/>
                <a:gd name="T45" fmla="*/ 58 h 86"/>
                <a:gd name="T46" fmla="*/ 27 w 54"/>
                <a:gd name="T47" fmla="*/ 0 h 86"/>
                <a:gd name="T48" fmla="*/ 37 w 54"/>
                <a:gd name="T49" fmla="*/ 15 h 86"/>
                <a:gd name="T50" fmla="*/ 44 w 54"/>
                <a:gd name="T51" fmla="*/ 28 h 86"/>
                <a:gd name="T52" fmla="*/ 48 w 54"/>
                <a:gd name="T53" fmla="*/ 38 h 86"/>
                <a:gd name="T54" fmla="*/ 49 w 54"/>
                <a:gd name="T55" fmla="*/ 41 h 86"/>
                <a:gd name="T56" fmla="*/ 50 w 54"/>
                <a:gd name="T57" fmla="*/ 49 h 86"/>
                <a:gd name="T58" fmla="*/ 49 w 54"/>
                <a:gd name="T59" fmla="*/ 52 h 86"/>
                <a:gd name="T60" fmla="*/ 44 w 54"/>
                <a:gd name="T61" fmla="*/ 56 h 86"/>
                <a:gd name="T62" fmla="*/ 41 w 54"/>
                <a:gd name="T63" fmla="*/ 60 h 86"/>
                <a:gd name="T64" fmla="*/ 39 w 54"/>
                <a:gd name="T65" fmla="*/ 60 h 86"/>
                <a:gd name="T66" fmla="*/ 36 w 54"/>
                <a:gd name="T67" fmla="*/ 58 h 86"/>
                <a:gd name="T68" fmla="*/ 33 w 54"/>
                <a:gd name="T69" fmla="*/ 60 h 86"/>
                <a:gd name="T70" fmla="*/ 31 w 54"/>
                <a:gd name="T71" fmla="*/ 60 h 86"/>
                <a:gd name="T72" fmla="*/ 23 w 54"/>
                <a:gd name="T73" fmla="*/ 66 h 86"/>
                <a:gd name="T74" fmla="*/ 23 w 54"/>
                <a:gd name="T75" fmla="*/ 67 h 86"/>
                <a:gd name="T76" fmla="*/ 20 w 54"/>
                <a:gd name="T77" fmla="*/ 67 h 86"/>
                <a:gd name="T78" fmla="*/ 19 w 54"/>
                <a:gd name="T79" fmla="*/ 63 h 86"/>
                <a:gd name="T80" fmla="*/ 15 w 54"/>
                <a:gd name="T81" fmla="*/ 58 h 86"/>
                <a:gd name="T82" fmla="*/ 15 w 54"/>
                <a:gd name="T83" fmla="*/ 56 h 86"/>
                <a:gd name="T84" fmla="*/ 16 w 54"/>
                <a:gd name="T85" fmla="*/ 53 h 86"/>
                <a:gd name="T86" fmla="*/ 15 w 54"/>
                <a:gd name="T87" fmla="*/ 49 h 86"/>
                <a:gd name="T88" fmla="*/ 19 w 54"/>
                <a:gd name="T89" fmla="*/ 45 h 86"/>
                <a:gd name="T90" fmla="*/ 16 w 54"/>
                <a:gd name="T91" fmla="*/ 42 h 86"/>
                <a:gd name="T92" fmla="*/ 14 w 54"/>
                <a:gd name="T93" fmla="*/ 36 h 86"/>
                <a:gd name="T94" fmla="*/ 12 w 54"/>
                <a:gd name="T95" fmla="*/ 33 h 86"/>
                <a:gd name="T96" fmla="*/ 8 w 54"/>
                <a:gd name="T97" fmla="*/ 28 h 86"/>
                <a:gd name="T98" fmla="*/ 11 w 54"/>
                <a:gd name="T99" fmla="*/ 27 h 86"/>
                <a:gd name="T100" fmla="*/ 16 w 54"/>
                <a:gd name="T101" fmla="*/ 29 h 86"/>
                <a:gd name="T102" fmla="*/ 14 w 54"/>
                <a:gd name="T103" fmla="*/ 24 h 86"/>
                <a:gd name="T104" fmla="*/ 12 w 54"/>
                <a:gd name="T105" fmla="*/ 23 h 86"/>
                <a:gd name="T106" fmla="*/ 4 w 54"/>
                <a:gd name="T107" fmla="*/ 15 h 86"/>
                <a:gd name="T108" fmla="*/ 3 w 54"/>
                <a:gd name="T109" fmla="*/ 13 h 86"/>
                <a:gd name="T110" fmla="*/ 0 w 54"/>
                <a:gd name="T111" fmla="*/ 15 h 86"/>
                <a:gd name="T112" fmla="*/ 6 w 54"/>
                <a:gd name="T113" fmla="*/ 8 h 86"/>
                <a:gd name="T114" fmla="*/ 14 w 54"/>
                <a:gd name="T115" fmla="*/ 3 h 86"/>
                <a:gd name="T116" fmla="*/ 27 w 54"/>
                <a:gd name="T117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4" h="86">
                  <a:moveTo>
                    <a:pt x="25" y="81"/>
                  </a:moveTo>
                  <a:lnTo>
                    <a:pt x="28" y="81"/>
                  </a:lnTo>
                  <a:lnTo>
                    <a:pt x="28" y="82"/>
                  </a:lnTo>
                  <a:lnTo>
                    <a:pt x="27" y="85"/>
                  </a:lnTo>
                  <a:lnTo>
                    <a:pt x="21" y="86"/>
                  </a:lnTo>
                  <a:lnTo>
                    <a:pt x="20" y="86"/>
                  </a:lnTo>
                  <a:lnTo>
                    <a:pt x="19" y="83"/>
                  </a:lnTo>
                  <a:lnTo>
                    <a:pt x="20" y="82"/>
                  </a:lnTo>
                  <a:lnTo>
                    <a:pt x="25" y="81"/>
                  </a:lnTo>
                  <a:close/>
                  <a:moveTo>
                    <a:pt x="52" y="70"/>
                  </a:moveTo>
                  <a:lnTo>
                    <a:pt x="54" y="70"/>
                  </a:lnTo>
                  <a:lnTo>
                    <a:pt x="53" y="71"/>
                  </a:lnTo>
                  <a:lnTo>
                    <a:pt x="53" y="73"/>
                  </a:lnTo>
                  <a:lnTo>
                    <a:pt x="52" y="73"/>
                  </a:lnTo>
                  <a:lnTo>
                    <a:pt x="52" y="71"/>
                  </a:lnTo>
                  <a:lnTo>
                    <a:pt x="52" y="70"/>
                  </a:lnTo>
                  <a:close/>
                  <a:moveTo>
                    <a:pt x="17" y="66"/>
                  </a:moveTo>
                  <a:lnTo>
                    <a:pt x="19" y="67"/>
                  </a:lnTo>
                  <a:lnTo>
                    <a:pt x="19" y="69"/>
                  </a:lnTo>
                  <a:lnTo>
                    <a:pt x="17" y="69"/>
                  </a:lnTo>
                  <a:lnTo>
                    <a:pt x="16" y="70"/>
                  </a:lnTo>
                  <a:lnTo>
                    <a:pt x="16" y="69"/>
                  </a:lnTo>
                  <a:lnTo>
                    <a:pt x="16" y="67"/>
                  </a:lnTo>
                  <a:lnTo>
                    <a:pt x="17" y="67"/>
                  </a:lnTo>
                  <a:lnTo>
                    <a:pt x="17" y="66"/>
                  </a:lnTo>
                  <a:close/>
                  <a:moveTo>
                    <a:pt x="54" y="63"/>
                  </a:moveTo>
                  <a:lnTo>
                    <a:pt x="54" y="63"/>
                  </a:lnTo>
                  <a:lnTo>
                    <a:pt x="54" y="66"/>
                  </a:lnTo>
                  <a:lnTo>
                    <a:pt x="53" y="67"/>
                  </a:lnTo>
                  <a:lnTo>
                    <a:pt x="53" y="69"/>
                  </a:lnTo>
                  <a:lnTo>
                    <a:pt x="52" y="67"/>
                  </a:lnTo>
                  <a:lnTo>
                    <a:pt x="52" y="65"/>
                  </a:lnTo>
                  <a:lnTo>
                    <a:pt x="53" y="63"/>
                  </a:lnTo>
                  <a:lnTo>
                    <a:pt x="54" y="63"/>
                  </a:lnTo>
                  <a:close/>
                  <a:moveTo>
                    <a:pt x="35" y="61"/>
                  </a:moveTo>
                  <a:lnTo>
                    <a:pt x="36" y="62"/>
                  </a:lnTo>
                  <a:lnTo>
                    <a:pt x="35" y="62"/>
                  </a:lnTo>
                  <a:lnTo>
                    <a:pt x="33" y="61"/>
                  </a:lnTo>
                  <a:lnTo>
                    <a:pt x="35" y="61"/>
                  </a:lnTo>
                  <a:close/>
                  <a:moveTo>
                    <a:pt x="44" y="57"/>
                  </a:moveTo>
                  <a:lnTo>
                    <a:pt x="45" y="58"/>
                  </a:lnTo>
                  <a:lnTo>
                    <a:pt x="45" y="60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2" y="60"/>
                  </a:lnTo>
                  <a:lnTo>
                    <a:pt x="42" y="58"/>
                  </a:lnTo>
                  <a:lnTo>
                    <a:pt x="44" y="57"/>
                  </a:lnTo>
                  <a:close/>
                  <a:moveTo>
                    <a:pt x="27" y="0"/>
                  </a:moveTo>
                  <a:lnTo>
                    <a:pt x="31" y="8"/>
                  </a:lnTo>
                  <a:lnTo>
                    <a:pt x="37" y="15"/>
                  </a:lnTo>
                  <a:lnTo>
                    <a:pt x="44" y="23"/>
                  </a:lnTo>
                  <a:lnTo>
                    <a:pt x="44" y="28"/>
                  </a:lnTo>
                  <a:lnTo>
                    <a:pt x="46" y="31"/>
                  </a:lnTo>
                  <a:lnTo>
                    <a:pt x="48" y="38"/>
                  </a:lnTo>
                  <a:lnTo>
                    <a:pt x="48" y="41"/>
                  </a:lnTo>
                  <a:lnTo>
                    <a:pt x="49" y="41"/>
                  </a:lnTo>
                  <a:lnTo>
                    <a:pt x="49" y="41"/>
                  </a:lnTo>
                  <a:lnTo>
                    <a:pt x="50" y="49"/>
                  </a:lnTo>
                  <a:lnTo>
                    <a:pt x="48" y="50"/>
                  </a:lnTo>
                  <a:lnTo>
                    <a:pt x="49" y="52"/>
                  </a:lnTo>
                  <a:lnTo>
                    <a:pt x="46" y="56"/>
                  </a:lnTo>
                  <a:lnTo>
                    <a:pt x="44" y="56"/>
                  </a:lnTo>
                  <a:lnTo>
                    <a:pt x="40" y="58"/>
                  </a:lnTo>
                  <a:lnTo>
                    <a:pt x="41" y="60"/>
                  </a:lnTo>
                  <a:lnTo>
                    <a:pt x="40" y="61"/>
                  </a:lnTo>
                  <a:lnTo>
                    <a:pt x="39" y="60"/>
                  </a:lnTo>
                  <a:lnTo>
                    <a:pt x="37" y="61"/>
                  </a:lnTo>
                  <a:lnTo>
                    <a:pt x="36" y="58"/>
                  </a:lnTo>
                  <a:lnTo>
                    <a:pt x="35" y="58"/>
                  </a:lnTo>
                  <a:lnTo>
                    <a:pt x="33" y="60"/>
                  </a:lnTo>
                  <a:lnTo>
                    <a:pt x="32" y="58"/>
                  </a:lnTo>
                  <a:lnTo>
                    <a:pt x="31" y="60"/>
                  </a:lnTo>
                  <a:lnTo>
                    <a:pt x="25" y="63"/>
                  </a:lnTo>
                  <a:lnTo>
                    <a:pt x="23" y="66"/>
                  </a:lnTo>
                  <a:lnTo>
                    <a:pt x="23" y="65"/>
                  </a:lnTo>
                  <a:lnTo>
                    <a:pt x="23" y="67"/>
                  </a:lnTo>
                  <a:lnTo>
                    <a:pt x="20" y="69"/>
                  </a:lnTo>
                  <a:lnTo>
                    <a:pt x="20" y="67"/>
                  </a:lnTo>
                  <a:lnTo>
                    <a:pt x="20" y="66"/>
                  </a:lnTo>
                  <a:lnTo>
                    <a:pt x="19" y="63"/>
                  </a:lnTo>
                  <a:lnTo>
                    <a:pt x="17" y="63"/>
                  </a:lnTo>
                  <a:lnTo>
                    <a:pt x="15" y="58"/>
                  </a:lnTo>
                  <a:lnTo>
                    <a:pt x="16" y="58"/>
                  </a:lnTo>
                  <a:lnTo>
                    <a:pt x="15" y="56"/>
                  </a:lnTo>
                  <a:lnTo>
                    <a:pt x="15" y="53"/>
                  </a:lnTo>
                  <a:lnTo>
                    <a:pt x="16" y="53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8"/>
                  </a:lnTo>
                  <a:lnTo>
                    <a:pt x="19" y="45"/>
                  </a:lnTo>
                  <a:lnTo>
                    <a:pt x="16" y="41"/>
                  </a:lnTo>
                  <a:lnTo>
                    <a:pt x="16" y="42"/>
                  </a:lnTo>
                  <a:lnTo>
                    <a:pt x="14" y="41"/>
                  </a:lnTo>
                  <a:lnTo>
                    <a:pt x="14" y="36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7" y="32"/>
                  </a:lnTo>
                  <a:lnTo>
                    <a:pt x="8" y="28"/>
                  </a:lnTo>
                  <a:lnTo>
                    <a:pt x="11" y="28"/>
                  </a:lnTo>
                  <a:lnTo>
                    <a:pt x="11" y="27"/>
                  </a:lnTo>
                  <a:lnTo>
                    <a:pt x="12" y="28"/>
                  </a:lnTo>
                  <a:lnTo>
                    <a:pt x="16" y="29"/>
                  </a:lnTo>
                  <a:lnTo>
                    <a:pt x="15" y="27"/>
                  </a:lnTo>
                  <a:lnTo>
                    <a:pt x="14" y="24"/>
                  </a:lnTo>
                  <a:lnTo>
                    <a:pt x="14" y="23"/>
                  </a:lnTo>
                  <a:lnTo>
                    <a:pt x="12" y="23"/>
                  </a:lnTo>
                  <a:lnTo>
                    <a:pt x="10" y="19"/>
                  </a:lnTo>
                  <a:lnTo>
                    <a:pt x="4" y="15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2"/>
                  </a:lnTo>
                  <a:lnTo>
                    <a:pt x="6" y="8"/>
                  </a:lnTo>
                  <a:lnTo>
                    <a:pt x="10" y="7"/>
                  </a:lnTo>
                  <a:lnTo>
                    <a:pt x="14" y="3"/>
                  </a:lnTo>
                  <a:lnTo>
                    <a:pt x="21" y="3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4" name="Freeform 346">
              <a:extLst>
                <a:ext uri="{FF2B5EF4-FFF2-40B4-BE49-F238E27FC236}">
                  <a16:creationId xmlns:a16="http://schemas.microsoft.com/office/drawing/2014/main" id="{9B9652C8-15F2-45EA-B02E-EBD197FCC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9224" y="2406595"/>
              <a:ext cx="507766" cy="870451"/>
            </a:xfrm>
            <a:custGeom>
              <a:avLst/>
              <a:gdLst>
                <a:gd name="T0" fmla="*/ 48 w 56"/>
                <a:gd name="T1" fmla="*/ 2 h 96"/>
                <a:gd name="T2" fmla="*/ 50 w 56"/>
                <a:gd name="T3" fmla="*/ 6 h 96"/>
                <a:gd name="T4" fmla="*/ 56 w 56"/>
                <a:gd name="T5" fmla="*/ 10 h 96"/>
                <a:gd name="T6" fmla="*/ 51 w 56"/>
                <a:gd name="T7" fmla="*/ 14 h 96"/>
                <a:gd name="T8" fmla="*/ 50 w 56"/>
                <a:gd name="T9" fmla="*/ 16 h 96"/>
                <a:gd name="T10" fmla="*/ 48 w 56"/>
                <a:gd name="T11" fmla="*/ 25 h 96"/>
                <a:gd name="T12" fmla="*/ 51 w 56"/>
                <a:gd name="T13" fmla="*/ 35 h 96"/>
                <a:gd name="T14" fmla="*/ 52 w 56"/>
                <a:gd name="T15" fmla="*/ 39 h 96"/>
                <a:gd name="T16" fmla="*/ 50 w 56"/>
                <a:gd name="T17" fmla="*/ 41 h 96"/>
                <a:gd name="T18" fmla="*/ 44 w 56"/>
                <a:gd name="T19" fmla="*/ 49 h 96"/>
                <a:gd name="T20" fmla="*/ 42 w 56"/>
                <a:gd name="T21" fmla="*/ 53 h 96"/>
                <a:gd name="T22" fmla="*/ 38 w 56"/>
                <a:gd name="T23" fmla="*/ 54 h 96"/>
                <a:gd name="T24" fmla="*/ 34 w 56"/>
                <a:gd name="T25" fmla="*/ 58 h 96"/>
                <a:gd name="T26" fmla="*/ 34 w 56"/>
                <a:gd name="T27" fmla="*/ 64 h 96"/>
                <a:gd name="T28" fmla="*/ 34 w 56"/>
                <a:gd name="T29" fmla="*/ 69 h 96"/>
                <a:gd name="T30" fmla="*/ 39 w 56"/>
                <a:gd name="T31" fmla="*/ 71 h 96"/>
                <a:gd name="T32" fmla="*/ 50 w 56"/>
                <a:gd name="T33" fmla="*/ 79 h 96"/>
                <a:gd name="T34" fmla="*/ 37 w 56"/>
                <a:gd name="T35" fmla="*/ 82 h 96"/>
                <a:gd name="T36" fmla="*/ 29 w 56"/>
                <a:gd name="T37" fmla="*/ 87 h 96"/>
                <a:gd name="T38" fmla="*/ 23 w 56"/>
                <a:gd name="T39" fmla="*/ 94 h 96"/>
                <a:gd name="T40" fmla="*/ 19 w 56"/>
                <a:gd name="T41" fmla="*/ 91 h 96"/>
                <a:gd name="T42" fmla="*/ 18 w 56"/>
                <a:gd name="T43" fmla="*/ 95 h 96"/>
                <a:gd name="T44" fmla="*/ 14 w 56"/>
                <a:gd name="T45" fmla="*/ 96 h 96"/>
                <a:gd name="T46" fmla="*/ 15 w 56"/>
                <a:gd name="T47" fmla="*/ 91 h 96"/>
                <a:gd name="T48" fmla="*/ 11 w 56"/>
                <a:gd name="T49" fmla="*/ 92 h 96"/>
                <a:gd name="T50" fmla="*/ 10 w 56"/>
                <a:gd name="T51" fmla="*/ 90 h 96"/>
                <a:gd name="T52" fmla="*/ 13 w 56"/>
                <a:gd name="T53" fmla="*/ 81 h 96"/>
                <a:gd name="T54" fmla="*/ 18 w 56"/>
                <a:gd name="T55" fmla="*/ 79 h 96"/>
                <a:gd name="T56" fmla="*/ 11 w 56"/>
                <a:gd name="T57" fmla="*/ 79 h 96"/>
                <a:gd name="T58" fmla="*/ 10 w 56"/>
                <a:gd name="T59" fmla="*/ 73 h 96"/>
                <a:gd name="T60" fmla="*/ 11 w 56"/>
                <a:gd name="T61" fmla="*/ 66 h 96"/>
                <a:gd name="T62" fmla="*/ 14 w 56"/>
                <a:gd name="T63" fmla="*/ 64 h 96"/>
                <a:gd name="T64" fmla="*/ 11 w 56"/>
                <a:gd name="T65" fmla="*/ 65 h 96"/>
                <a:gd name="T66" fmla="*/ 6 w 56"/>
                <a:gd name="T67" fmla="*/ 64 h 96"/>
                <a:gd name="T68" fmla="*/ 4 w 56"/>
                <a:gd name="T69" fmla="*/ 65 h 96"/>
                <a:gd name="T70" fmla="*/ 1 w 56"/>
                <a:gd name="T71" fmla="*/ 61 h 96"/>
                <a:gd name="T72" fmla="*/ 0 w 56"/>
                <a:gd name="T73" fmla="*/ 61 h 96"/>
                <a:gd name="T74" fmla="*/ 2 w 56"/>
                <a:gd name="T75" fmla="*/ 52 h 96"/>
                <a:gd name="T76" fmla="*/ 4 w 56"/>
                <a:gd name="T77" fmla="*/ 46 h 96"/>
                <a:gd name="T78" fmla="*/ 9 w 56"/>
                <a:gd name="T79" fmla="*/ 40 h 96"/>
                <a:gd name="T80" fmla="*/ 13 w 56"/>
                <a:gd name="T81" fmla="*/ 33 h 96"/>
                <a:gd name="T82" fmla="*/ 14 w 56"/>
                <a:gd name="T83" fmla="*/ 31 h 96"/>
                <a:gd name="T84" fmla="*/ 17 w 56"/>
                <a:gd name="T85" fmla="*/ 24 h 96"/>
                <a:gd name="T86" fmla="*/ 21 w 56"/>
                <a:gd name="T87" fmla="*/ 28 h 96"/>
                <a:gd name="T88" fmla="*/ 25 w 56"/>
                <a:gd name="T89" fmla="*/ 28 h 96"/>
                <a:gd name="T90" fmla="*/ 31 w 56"/>
                <a:gd name="T91" fmla="*/ 29 h 96"/>
                <a:gd name="T92" fmla="*/ 37 w 56"/>
                <a:gd name="T93" fmla="*/ 27 h 96"/>
                <a:gd name="T94" fmla="*/ 34 w 56"/>
                <a:gd name="T95" fmla="*/ 23 h 96"/>
                <a:gd name="T96" fmla="*/ 33 w 56"/>
                <a:gd name="T97" fmla="*/ 19 h 96"/>
                <a:gd name="T98" fmla="*/ 40 w 56"/>
                <a:gd name="T99" fmla="*/ 15 h 96"/>
                <a:gd name="T100" fmla="*/ 42 w 56"/>
                <a:gd name="T101" fmla="*/ 10 h 96"/>
                <a:gd name="T102" fmla="*/ 46 w 56"/>
                <a:gd name="T103" fmla="*/ 7 h 96"/>
                <a:gd name="T104" fmla="*/ 44 w 56"/>
                <a:gd name="T105" fmla="*/ 3 h 96"/>
                <a:gd name="T106" fmla="*/ 47 w 56"/>
                <a:gd name="T10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6" h="96">
                  <a:moveTo>
                    <a:pt x="47" y="0"/>
                  </a:moveTo>
                  <a:lnTo>
                    <a:pt x="48" y="2"/>
                  </a:lnTo>
                  <a:lnTo>
                    <a:pt x="48" y="4"/>
                  </a:lnTo>
                  <a:lnTo>
                    <a:pt x="50" y="6"/>
                  </a:lnTo>
                  <a:lnTo>
                    <a:pt x="54" y="6"/>
                  </a:lnTo>
                  <a:lnTo>
                    <a:pt x="56" y="10"/>
                  </a:lnTo>
                  <a:lnTo>
                    <a:pt x="55" y="10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50" y="16"/>
                  </a:lnTo>
                  <a:lnTo>
                    <a:pt x="48" y="23"/>
                  </a:lnTo>
                  <a:lnTo>
                    <a:pt x="48" y="25"/>
                  </a:lnTo>
                  <a:lnTo>
                    <a:pt x="51" y="28"/>
                  </a:lnTo>
                  <a:lnTo>
                    <a:pt x="51" y="35"/>
                  </a:lnTo>
                  <a:lnTo>
                    <a:pt x="54" y="36"/>
                  </a:lnTo>
                  <a:lnTo>
                    <a:pt x="52" y="39"/>
                  </a:lnTo>
                  <a:lnTo>
                    <a:pt x="48" y="41"/>
                  </a:lnTo>
                  <a:lnTo>
                    <a:pt x="50" y="41"/>
                  </a:lnTo>
                  <a:lnTo>
                    <a:pt x="43" y="48"/>
                  </a:lnTo>
                  <a:lnTo>
                    <a:pt x="44" y="49"/>
                  </a:lnTo>
                  <a:lnTo>
                    <a:pt x="43" y="52"/>
                  </a:lnTo>
                  <a:lnTo>
                    <a:pt x="42" y="53"/>
                  </a:lnTo>
                  <a:lnTo>
                    <a:pt x="39" y="53"/>
                  </a:lnTo>
                  <a:lnTo>
                    <a:pt x="38" y="54"/>
                  </a:lnTo>
                  <a:lnTo>
                    <a:pt x="37" y="57"/>
                  </a:lnTo>
                  <a:lnTo>
                    <a:pt x="34" y="58"/>
                  </a:lnTo>
                  <a:lnTo>
                    <a:pt x="34" y="61"/>
                  </a:lnTo>
                  <a:lnTo>
                    <a:pt x="34" y="64"/>
                  </a:lnTo>
                  <a:lnTo>
                    <a:pt x="33" y="65"/>
                  </a:lnTo>
                  <a:lnTo>
                    <a:pt x="34" y="69"/>
                  </a:lnTo>
                  <a:lnTo>
                    <a:pt x="38" y="69"/>
                  </a:lnTo>
                  <a:lnTo>
                    <a:pt x="39" y="71"/>
                  </a:lnTo>
                  <a:lnTo>
                    <a:pt x="48" y="77"/>
                  </a:lnTo>
                  <a:lnTo>
                    <a:pt x="50" y="79"/>
                  </a:lnTo>
                  <a:lnTo>
                    <a:pt x="44" y="82"/>
                  </a:lnTo>
                  <a:lnTo>
                    <a:pt x="37" y="82"/>
                  </a:lnTo>
                  <a:lnTo>
                    <a:pt x="33" y="86"/>
                  </a:lnTo>
                  <a:lnTo>
                    <a:pt x="29" y="87"/>
                  </a:lnTo>
                  <a:lnTo>
                    <a:pt x="25" y="91"/>
                  </a:lnTo>
                  <a:lnTo>
                    <a:pt x="23" y="94"/>
                  </a:lnTo>
                  <a:lnTo>
                    <a:pt x="21" y="91"/>
                  </a:lnTo>
                  <a:lnTo>
                    <a:pt x="19" y="91"/>
                  </a:lnTo>
                  <a:lnTo>
                    <a:pt x="21" y="92"/>
                  </a:lnTo>
                  <a:lnTo>
                    <a:pt x="18" y="95"/>
                  </a:lnTo>
                  <a:lnTo>
                    <a:pt x="17" y="95"/>
                  </a:lnTo>
                  <a:lnTo>
                    <a:pt x="14" y="96"/>
                  </a:lnTo>
                  <a:lnTo>
                    <a:pt x="13" y="95"/>
                  </a:lnTo>
                  <a:lnTo>
                    <a:pt x="15" y="91"/>
                  </a:lnTo>
                  <a:lnTo>
                    <a:pt x="13" y="91"/>
                  </a:lnTo>
                  <a:lnTo>
                    <a:pt x="11" y="92"/>
                  </a:lnTo>
                  <a:lnTo>
                    <a:pt x="10" y="91"/>
                  </a:lnTo>
                  <a:lnTo>
                    <a:pt x="10" y="90"/>
                  </a:lnTo>
                  <a:lnTo>
                    <a:pt x="10" y="85"/>
                  </a:lnTo>
                  <a:lnTo>
                    <a:pt x="13" y="81"/>
                  </a:lnTo>
                  <a:lnTo>
                    <a:pt x="15" y="81"/>
                  </a:lnTo>
                  <a:lnTo>
                    <a:pt x="18" y="79"/>
                  </a:lnTo>
                  <a:lnTo>
                    <a:pt x="15" y="79"/>
                  </a:lnTo>
                  <a:lnTo>
                    <a:pt x="11" y="79"/>
                  </a:lnTo>
                  <a:lnTo>
                    <a:pt x="10" y="79"/>
                  </a:lnTo>
                  <a:lnTo>
                    <a:pt x="10" y="73"/>
                  </a:lnTo>
                  <a:lnTo>
                    <a:pt x="13" y="69"/>
                  </a:lnTo>
                  <a:lnTo>
                    <a:pt x="11" y="66"/>
                  </a:lnTo>
                  <a:lnTo>
                    <a:pt x="13" y="65"/>
                  </a:lnTo>
                  <a:lnTo>
                    <a:pt x="14" y="64"/>
                  </a:lnTo>
                  <a:lnTo>
                    <a:pt x="13" y="64"/>
                  </a:lnTo>
                  <a:lnTo>
                    <a:pt x="11" y="65"/>
                  </a:lnTo>
                  <a:lnTo>
                    <a:pt x="8" y="65"/>
                  </a:lnTo>
                  <a:lnTo>
                    <a:pt x="6" y="64"/>
                  </a:lnTo>
                  <a:lnTo>
                    <a:pt x="4" y="62"/>
                  </a:lnTo>
                  <a:lnTo>
                    <a:pt x="4" y="65"/>
                  </a:lnTo>
                  <a:lnTo>
                    <a:pt x="1" y="65"/>
                  </a:lnTo>
                  <a:lnTo>
                    <a:pt x="1" y="61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54"/>
                  </a:lnTo>
                  <a:lnTo>
                    <a:pt x="2" y="52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8" y="44"/>
                  </a:lnTo>
                  <a:lnTo>
                    <a:pt x="9" y="40"/>
                  </a:lnTo>
                  <a:lnTo>
                    <a:pt x="11" y="39"/>
                  </a:lnTo>
                  <a:lnTo>
                    <a:pt x="13" y="33"/>
                  </a:lnTo>
                  <a:lnTo>
                    <a:pt x="14" y="32"/>
                  </a:lnTo>
                  <a:lnTo>
                    <a:pt x="14" y="31"/>
                  </a:lnTo>
                  <a:lnTo>
                    <a:pt x="14" y="27"/>
                  </a:lnTo>
                  <a:lnTo>
                    <a:pt x="17" y="24"/>
                  </a:lnTo>
                  <a:lnTo>
                    <a:pt x="18" y="27"/>
                  </a:lnTo>
                  <a:lnTo>
                    <a:pt x="21" y="28"/>
                  </a:lnTo>
                  <a:lnTo>
                    <a:pt x="22" y="29"/>
                  </a:lnTo>
                  <a:lnTo>
                    <a:pt x="25" y="28"/>
                  </a:lnTo>
                  <a:lnTo>
                    <a:pt x="27" y="29"/>
                  </a:lnTo>
                  <a:lnTo>
                    <a:pt x="31" y="29"/>
                  </a:lnTo>
                  <a:lnTo>
                    <a:pt x="35" y="29"/>
                  </a:lnTo>
                  <a:lnTo>
                    <a:pt x="37" y="27"/>
                  </a:lnTo>
                  <a:lnTo>
                    <a:pt x="37" y="24"/>
                  </a:lnTo>
                  <a:lnTo>
                    <a:pt x="34" y="23"/>
                  </a:lnTo>
                  <a:lnTo>
                    <a:pt x="31" y="20"/>
                  </a:lnTo>
                  <a:lnTo>
                    <a:pt x="33" y="19"/>
                  </a:lnTo>
                  <a:lnTo>
                    <a:pt x="35" y="19"/>
                  </a:lnTo>
                  <a:lnTo>
                    <a:pt x="40" y="15"/>
                  </a:lnTo>
                  <a:lnTo>
                    <a:pt x="40" y="12"/>
                  </a:lnTo>
                  <a:lnTo>
                    <a:pt x="42" y="10"/>
                  </a:lnTo>
                  <a:lnTo>
                    <a:pt x="44" y="10"/>
                  </a:lnTo>
                  <a:lnTo>
                    <a:pt x="46" y="7"/>
                  </a:lnTo>
                  <a:lnTo>
                    <a:pt x="44" y="6"/>
                  </a:lnTo>
                  <a:lnTo>
                    <a:pt x="44" y="3"/>
                  </a:lnTo>
                  <a:lnTo>
                    <a:pt x="44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5" name="Freeform 347">
              <a:extLst>
                <a:ext uri="{FF2B5EF4-FFF2-40B4-BE49-F238E27FC236}">
                  <a16:creationId xmlns:a16="http://schemas.microsoft.com/office/drawing/2014/main" id="{BC5ECEFA-E633-47CD-BEAF-546E3D45C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576" y="1264125"/>
              <a:ext cx="3309538" cy="1559561"/>
            </a:xfrm>
            <a:custGeom>
              <a:avLst/>
              <a:gdLst>
                <a:gd name="T0" fmla="*/ 117 w 365"/>
                <a:gd name="T1" fmla="*/ 5 h 172"/>
                <a:gd name="T2" fmla="*/ 133 w 365"/>
                <a:gd name="T3" fmla="*/ 8 h 172"/>
                <a:gd name="T4" fmla="*/ 145 w 365"/>
                <a:gd name="T5" fmla="*/ 13 h 172"/>
                <a:gd name="T6" fmla="*/ 150 w 365"/>
                <a:gd name="T7" fmla="*/ 24 h 172"/>
                <a:gd name="T8" fmla="*/ 163 w 365"/>
                <a:gd name="T9" fmla="*/ 30 h 172"/>
                <a:gd name="T10" fmla="*/ 174 w 365"/>
                <a:gd name="T11" fmla="*/ 29 h 172"/>
                <a:gd name="T12" fmla="*/ 192 w 365"/>
                <a:gd name="T13" fmla="*/ 22 h 172"/>
                <a:gd name="T14" fmla="*/ 213 w 365"/>
                <a:gd name="T15" fmla="*/ 29 h 172"/>
                <a:gd name="T16" fmla="*/ 224 w 365"/>
                <a:gd name="T17" fmla="*/ 37 h 172"/>
                <a:gd name="T18" fmla="*/ 248 w 365"/>
                <a:gd name="T19" fmla="*/ 40 h 172"/>
                <a:gd name="T20" fmla="*/ 261 w 365"/>
                <a:gd name="T21" fmla="*/ 34 h 172"/>
                <a:gd name="T22" fmla="*/ 277 w 365"/>
                <a:gd name="T23" fmla="*/ 28 h 172"/>
                <a:gd name="T24" fmla="*/ 284 w 365"/>
                <a:gd name="T25" fmla="*/ 17 h 172"/>
                <a:gd name="T26" fmla="*/ 298 w 365"/>
                <a:gd name="T27" fmla="*/ 20 h 172"/>
                <a:gd name="T28" fmla="*/ 307 w 365"/>
                <a:gd name="T29" fmla="*/ 18 h 172"/>
                <a:gd name="T30" fmla="*/ 313 w 365"/>
                <a:gd name="T31" fmla="*/ 46 h 172"/>
                <a:gd name="T32" fmla="*/ 329 w 365"/>
                <a:gd name="T33" fmla="*/ 57 h 172"/>
                <a:gd name="T34" fmla="*/ 342 w 365"/>
                <a:gd name="T35" fmla="*/ 50 h 172"/>
                <a:gd name="T36" fmla="*/ 363 w 365"/>
                <a:gd name="T37" fmla="*/ 66 h 172"/>
                <a:gd name="T38" fmla="*/ 363 w 365"/>
                <a:gd name="T39" fmla="*/ 75 h 172"/>
                <a:gd name="T40" fmla="*/ 350 w 365"/>
                <a:gd name="T41" fmla="*/ 74 h 172"/>
                <a:gd name="T42" fmla="*/ 340 w 365"/>
                <a:gd name="T43" fmla="*/ 82 h 172"/>
                <a:gd name="T44" fmla="*/ 333 w 365"/>
                <a:gd name="T45" fmla="*/ 91 h 172"/>
                <a:gd name="T46" fmla="*/ 319 w 365"/>
                <a:gd name="T47" fmla="*/ 99 h 172"/>
                <a:gd name="T48" fmla="*/ 308 w 365"/>
                <a:gd name="T49" fmla="*/ 112 h 172"/>
                <a:gd name="T50" fmla="*/ 292 w 365"/>
                <a:gd name="T51" fmla="*/ 107 h 172"/>
                <a:gd name="T52" fmla="*/ 283 w 365"/>
                <a:gd name="T53" fmla="*/ 121 h 172"/>
                <a:gd name="T54" fmla="*/ 284 w 365"/>
                <a:gd name="T55" fmla="*/ 140 h 172"/>
                <a:gd name="T56" fmla="*/ 269 w 365"/>
                <a:gd name="T57" fmla="*/ 153 h 172"/>
                <a:gd name="T58" fmla="*/ 241 w 365"/>
                <a:gd name="T59" fmla="*/ 161 h 172"/>
                <a:gd name="T60" fmla="*/ 217 w 365"/>
                <a:gd name="T61" fmla="*/ 171 h 172"/>
                <a:gd name="T62" fmla="*/ 200 w 365"/>
                <a:gd name="T63" fmla="*/ 168 h 172"/>
                <a:gd name="T64" fmla="*/ 163 w 365"/>
                <a:gd name="T65" fmla="*/ 157 h 172"/>
                <a:gd name="T66" fmla="*/ 140 w 365"/>
                <a:gd name="T67" fmla="*/ 161 h 172"/>
                <a:gd name="T68" fmla="*/ 115 w 365"/>
                <a:gd name="T69" fmla="*/ 155 h 172"/>
                <a:gd name="T70" fmla="*/ 107 w 365"/>
                <a:gd name="T71" fmla="*/ 140 h 172"/>
                <a:gd name="T72" fmla="*/ 101 w 365"/>
                <a:gd name="T73" fmla="*/ 136 h 172"/>
                <a:gd name="T74" fmla="*/ 86 w 365"/>
                <a:gd name="T75" fmla="*/ 130 h 172"/>
                <a:gd name="T76" fmla="*/ 69 w 365"/>
                <a:gd name="T77" fmla="*/ 125 h 172"/>
                <a:gd name="T78" fmla="*/ 46 w 365"/>
                <a:gd name="T79" fmla="*/ 115 h 172"/>
                <a:gd name="T80" fmla="*/ 47 w 365"/>
                <a:gd name="T81" fmla="*/ 104 h 172"/>
                <a:gd name="T82" fmla="*/ 41 w 365"/>
                <a:gd name="T83" fmla="*/ 92 h 172"/>
                <a:gd name="T84" fmla="*/ 33 w 365"/>
                <a:gd name="T85" fmla="*/ 83 h 172"/>
                <a:gd name="T86" fmla="*/ 25 w 365"/>
                <a:gd name="T87" fmla="*/ 82 h 172"/>
                <a:gd name="T88" fmla="*/ 16 w 365"/>
                <a:gd name="T89" fmla="*/ 83 h 172"/>
                <a:gd name="T90" fmla="*/ 8 w 365"/>
                <a:gd name="T91" fmla="*/ 75 h 172"/>
                <a:gd name="T92" fmla="*/ 3 w 365"/>
                <a:gd name="T93" fmla="*/ 67 h 172"/>
                <a:gd name="T94" fmla="*/ 0 w 365"/>
                <a:gd name="T95" fmla="*/ 63 h 172"/>
                <a:gd name="T96" fmla="*/ 12 w 365"/>
                <a:gd name="T97" fmla="*/ 53 h 172"/>
                <a:gd name="T98" fmla="*/ 21 w 365"/>
                <a:gd name="T99" fmla="*/ 42 h 172"/>
                <a:gd name="T100" fmla="*/ 25 w 365"/>
                <a:gd name="T101" fmla="*/ 34 h 172"/>
                <a:gd name="T102" fmla="*/ 41 w 365"/>
                <a:gd name="T103" fmla="*/ 30 h 172"/>
                <a:gd name="T104" fmla="*/ 50 w 365"/>
                <a:gd name="T105" fmla="*/ 32 h 172"/>
                <a:gd name="T106" fmla="*/ 62 w 365"/>
                <a:gd name="T107" fmla="*/ 32 h 172"/>
                <a:gd name="T108" fmla="*/ 76 w 365"/>
                <a:gd name="T109" fmla="*/ 45 h 172"/>
                <a:gd name="T110" fmla="*/ 90 w 365"/>
                <a:gd name="T111" fmla="*/ 42 h 172"/>
                <a:gd name="T112" fmla="*/ 103 w 365"/>
                <a:gd name="T113" fmla="*/ 42 h 172"/>
                <a:gd name="T114" fmla="*/ 107 w 365"/>
                <a:gd name="T115" fmla="*/ 28 h 172"/>
                <a:gd name="T116" fmla="*/ 99 w 365"/>
                <a:gd name="T117" fmla="*/ 15 h 172"/>
                <a:gd name="T118" fmla="*/ 105 w 365"/>
                <a:gd name="T119" fmla="*/ 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65" h="172">
                  <a:moveTo>
                    <a:pt x="107" y="0"/>
                  </a:moveTo>
                  <a:lnTo>
                    <a:pt x="109" y="0"/>
                  </a:lnTo>
                  <a:lnTo>
                    <a:pt x="111" y="1"/>
                  </a:lnTo>
                  <a:lnTo>
                    <a:pt x="113" y="3"/>
                  </a:lnTo>
                  <a:lnTo>
                    <a:pt x="117" y="4"/>
                  </a:lnTo>
                  <a:lnTo>
                    <a:pt x="117" y="5"/>
                  </a:lnTo>
                  <a:lnTo>
                    <a:pt x="120" y="5"/>
                  </a:lnTo>
                  <a:lnTo>
                    <a:pt x="124" y="5"/>
                  </a:lnTo>
                  <a:lnTo>
                    <a:pt x="128" y="5"/>
                  </a:lnTo>
                  <a:lnTo>
                    <a:pt x="129" y="7"/>
                  </a:lnTo>
                  <a:lnTo>
                    <a:pt x="130" y="8"/>
                  </a:lnTo>
                  <a:lnTo>
                    <a:pt x="133" y="8"/>
                  </a:lnTo>
                  <a:lnTo>
                    <a:pt x="134" y="9"/>
                  </a:lnTo>
                  <a:lnTo>
                    <a:pt x="137" y="9"/>
                  </a:lnTo>
                  <a:lnTo>
                    <a:pt x="142" y="9"/>
                  </a:lnTo>
                  <a:lnTo>
                    <a:pt x="144" y="11"/>
                  </a:lnTo>
                  <a:lnTo>
                    <a:pt x="145" y="12"/>
                  </a:lnTo>
                  <a:lnTo>
                    <a:pt x="145" y="13"/>
                  </a:lnTo>
                  <a:lnTo>
                    <a:pt x="146" y="15"/>
                  </a:lnTo>
                  <a:lnTo>
                    <a:pt x="146" y="17"/>
                  </a:lnTo>
                  <a:lnTo>
                    <a:pt x="148" y="18"/>
                  </a:lnTo>
                  <a:lnTo>
                    <a:pt x="149" y="21"/>
                  </a:lnTo>
                  <a:lnTo>
                    <a:pt x="148" y="22"/>
                  </a:lnTo>
                  <a:lnTo>
                    <a:pt x="150" y="24"/>
                  </a:lnTo>
                  <a:lnTo>
                    <a:pt x="151" y="24"/>
                  </a:lnTo>
                  <a:lnTo>
                    <a:pt x="153" y="26"/>
                  </a:lnTo>
                  <a:lnTo>
                    <a:pt x="154" y="28"/>
                  </a:lnTo>
                  <a:lnTo>
                    <a:pt x="158" y="29"/>
                  </a:lnTo>
                  <a:lnTo>
                    <a:pt x="161" y="30"/>
                  </a:lnTo>
                  <a:lnTo>
                    <a:pt x="163" y="30"/>
                  </a:lnTo>
                  <a:lnTo>
                    <a:pt x="163" y="29"/>
                  </a:lnTo>
                  <a:lnTo>
                    <a:pt x="167" y="30"/>
                  </a:lnTo>
                  <a:lnTo>
                    <a:pt x="169" y="29"/>
                  </a:lnTo>
                  <a:lnTo>
                    <a:pt x="171" y="29"/>
                  </a:lnTo>
                  <a:lnTo>
                    <a:pt x="173" y="29"/>
                  </a:lnTo>
                  <a:lnTo>
                    <a:pt x="174" y="29"/>
                  </a:lnTo>
                  <a:lnTo>
                    <a:pt x="175" y="26"/>
                  </a:lnTo>
                  <a:lnTo>
                    <a:pt x="179" y="25"/>
                  </a:lnTo>
                  <a:lnTo>
                    <a:pt x="184" y="25"/>
                  </a:lnTo>
                  <a:lnTo>
                    <a:pt x="186" y="24"/>
                  </a:lnTo>
                  <a:lnTo>
                    <a:pt x="190" y="24"/>
                  </a:lnTo>
                  <a:lnTo>
                    <a:pt x="192" y="22"/>
                  </a:lnTo>
                  <a:lnTo>
                    <a:pt x="195" y="24"/>
                  </a:lnTo>
                  <a:lnTo>
                    <a:pt x="199" y="25"/>
                  </a:lnTo>
                  <a:lnTo>
                    <a:pt x="203" y="25"/>
                  </a:lnTo>
                  <a:lnTo>
                    <a:pt x="205" y="28"/>
                  </a:lnTo>
                  <a:lnTo>
                    <a:pt x="209" y="29"/>
                  </a:lnTo>
                  <a:lnTo>
                    <a:pt x="213" y="29"/>
                  </a:lnTo>
                  <a:lnTo>
                    <a:pt x="216" y="29"/>
                  </a:lnTo>
                  <a:lnTo>
                    <a:pt x="217" y="30"/>
                  </a:lnTo>
                  <a:lnTo>
                    <a:pt x="219" y="34"/>
                  </a:lnTo>
                  <a:lnTo>
                    <a:pt x="220" y="36"/>
                  </a:lnTo>
                  <a:lnTo>
                    <a:pt x="221" y="36"/>
                  </a:lnTo>
                  <a:lnTo>
                    <a:pt x="224" y="37"/>
                  </a:lnTo>
                  <a:lnTo>
                    <a:pt x="225" y="38"/>
                  </a:lnTo>
                  <a:lnTo>
                    <a:pt x="228" y="38"/>
                  </a:lnTo>
                  <a:lnTo>
                    <a:pt x="233" y="38"/>
                  </a:lnTo>
                  <a:lnTo>
                    <a:pt x="237" y="40"/>
                  </a:lnTo>
                  <a:lnTo>
                    <a:pt x="245" y="40"/>
                  </a:lnTo>
                  <a:lnTo>
                    <a:pt x="248" y="40"/>
                  </a:lnTo>
                  <a:lnTo>
                    <a:pt x="249" y="38"/>
                  </a:lnTo>
                  <a:lnTo>
                    <a:pt x="252" y="38"/>
                  </a:lnTo>
                  <a:lnTo>
                    <a:pt x="253" y="40"/>
                  </a:lnTo>
                  <a:lnTo>
                    <a:pt x="254" y="40"/>
                  </a:lnTo>
                  <a:lnTo>
                    <a:pt x="257" y="37"/>
                  </a:lnTo>
                  <a:lnTo>
                    <a:pt x="261" y="34"/>
                  </a:lnTo>
                  <a:lnTo>
                    <a:pt x="263" y="34"/>
                  </a:lnTo>
                  <a:lnTo>
                    <a:pt x="266" y="32"/>
                  </a:lnTo>
                  <a:lnTo>
                    <a:pt x="267" y="32"/>
                  </a:lnTo>
                  <a:lnTo>
                    <a:pt x="273" y="32"/>
                  </a:lnTo>
                  <a:lnTo>
                    <a:pt x="275" y="29"/>
                  </a:lnTo>
                  <a:lnTo>
                    <a:pt x="277" y="28"/>
                  </a:lnTo>
                  <a:lnTo>
                    <a:pt x="277" y="26"/>
                  </a:lnTo>
                  <a:lnTo>
                    <a:pt x="278" y="24"/>
                  </a:lnTo>
                  <a:lnTo>
                    <a:pt x="281" y="22"/>
                  </a:lnTo>
                  <a:lnTo>
                    <a:pt x="282" y="21"/>
                  </a:lnTo>
                  <a:lnTo>
                    <a:pt x="283" y="18"/>
                  </a:lnTo>
                  <a:lnTo>
                    <a:pt x="284" y="17"/>
                  </a:lnTo>
                  <a:lnTo>
                    <a:pt x="287" y="17"/>
                  </a:lnTo>
                  <a:lnTo>
                    <a:pt x="287" y="17"/>
                  </a:lnTo>
                  <a:lnTo>
                    <a:pt x="291" y="16"/>
                  </a:lnTo>
                  <a:lnTo>
                    <a:pt x="294" y="17"/>
                  </a:lnTo>
                  <a:lnTo>
                    <a:pt x="296" y="18"/>
                  </a:lnTo>
                  <a:lnTo>
                    <a:pt x="298" y="20"/>
                  </a:lnTo>
                  <a:lnTo>
                    <a:pt x="299" y="21"/>
                  </a:lnTo>
                  <a:lnTo>
                    <a:pt x="302" y="20"/>
                  </a:lnTo>
                  <a:lnTo>
                    <a:pt x="303" y="21"/>
                  </a:lnTo>
                  <a:lnTo>
                    <a:pt x="304" y="21"/>
                  </a:lnTo>
                  <a:lnTo>
                    <a:pt x="307" y="20"/>
                  </a:lnTo>
                  <a:lnTo>
                    <a:pt x="307" y="18"/>
                  </a:lnTo>
                  <a:lnTo>
                    <a:pt x="311" y="17"/>
                  </a:lnTo>
                  <a:lnTo>
                    <a:pt x="316" y="18"/>
                  </a:lnTo>
                  <a:lnTo>
                    <a:pt x="317" y="20"/>
                  </a:lnTo>
                  <a:lnTo>
                    <a:pt x="315" y="38"/>
                  </a:lnTo>
                  <a:lnTo>
                    <a:pt x="315" y="42"/>
                  </a:lnTo>
                  <a:lnTo>
                    <a:pt x="313" y="46"/>
                  </a:lnTo>
                  <a:lnTo>
                    <a:pt x="315" y="49"/>
                  </a:lnTo>
                  <a:lnTo>
                    <a:pt x="312" y="53"/>
                  </a:lnTo>
                  <a:lnTo>
                    <a:pt x="315" y="57"/>
                  </a:lnTo>
                  <a:lnTo>
                    <a:pt x="320" y="59"/>
                  </a:lnTo>
                  <a:lnTo>
                    <a:pt x="324" y="57"/>
                  </a:lnTo>
                  <a:lnTo>
                    <a:pt x="329" y="57"/>
                  </a:lnTo>
                  <a:lnTo>
                    <a:pt x="334" y="58"/>
                  </a:lnTo>
                  <a:lnTo>
                    <a:pt x="336" y="61"/>
                  </a:lnTo>
                  <a:lnTo>
                    <a:pt x="340" y="55"/>
                  </a:lnTo>
                  <a:lnTo>
                    <a:pt x="338" y="53"/>
                  </a:lnTo>
                  <a:lnTo>
                    <a:pt x="338" y="51"/>
                  </a:lnTo>
                  <a:lnTo>
                    <a:pt x="342" y="50"/>
                  </a:lnTo>
                  <a:lnTo>
                    <a:pt x="344" y="49"/>
                  </a:lnTo>
                  <a:lnTo>
                    <a:pt x="349" y="50"/>
                  </a:lnTo>
                  <a:lnTo>
                    <a:pt x="352" y="54"/>
                  </a:lnTo>
                  <a:lnTo>
                    <a:pt x="356" y="58"/>
                  </a:lnTo>
                  <a:lnTo>
                    <a:pt x="360" y="62"/>
                  </a:lnTo>
                  <a:lnTo>
                    <a:pt x="363" y="66"/>
                  </a:lnTo>
                  <a:lnTo>
                    <a:pt x="363" y="67"/>
                  </a:lnTo>
                  <a:lnTo>
                    <a:pt x="365" y="68"/>
                  </a:lnTo>
                  <a:lnTo>
                    <a:pt x="365" y="71"/>
                  </a:lnTo>
                  <a:lnTo>
                    <a:pt x="363" y="72"/>
                  </a:lnTo>
                  <a:lnTo>
                    <a:pt x="363" y="74"/>
                  </a:lnTo>
                  <a:lnTo>
                    <a:pt x="363" y="75"/>
                  </a:lnTo>
                  <a:lnTo>
                    <a:pt x="361" y="75"/>
                  </a:lnTo>
                  <a:lnTo>
                    <a:pt x="360" y="74"/>
                  </a:lnTo>
                  <a:lnTo>
                    <a:pt x="357" y="74"/>
                  </a:lnTo>
                  <a:lnTo>
                    <a:pt x="356" y="75"/>
                  </a:lnTo>
                  <a:lnTo>
                    <a:pt x="353" y="74"/>
                  </a:lnTo>
                  <a:lnTo>
                    <a:pt x="350" y="74"/>
                  </a:lnTo>
                  <a:lnTo>
                    <a:pt x="349" y="78"/>
                  </a:lnTo>
                  <a:lnTo>
                    <a:pt x="345" y="80"/>
                  </a:lnTo>
                  <a:lnTo>
                    <a:pt x="344" y="80"/>
                  </a:lnTo>
                  <a:lnTo>
                    <a:pt x="341" y="79"/>
                  </a:lnTo>
                  <a:lnTo>
                    <a:pt x="341" y="80"/>
                  </a:lnTo>
                  <a:lnTo>
                    <a:pt x="340" y="82"/>
                  </a:lnTo>
                  <a:lnTo>
                    <a:pt x="340" y="83"/>
                  </a:lnTo>
                  <a:lnTo>
                    <a:pt x="338" y="83"/>
                  </a:lnTo>
                  <a:lnTo>
                    <a:pt x="337" y="83"/>
                  </a:lnTo>
                  <a:lnTo>
                    <a:pt x="336" y="84"/>
                  </a:lnTo>
                  <a:lnTo>
                    <a:pt x="333" y="88"/>
                  </a:lnTo>
                  <a:lnTo>
                    <a:pt x="333" y="91"/>
                  </a:lnTo>
                  <a:lnTo>
                    <a:pt x="333" y="93"/>
                  </a:lnTo>
                  <a:lnTo>
                    <a:pt x="332" y="95"/>
                  </a:lnTo>
                  <a:lnTo>
                    <a:pt x="329" y="96"/>
                  </a:lnTo>
                  <a:lnTo>
                    <a:pt x="324" y="100"/>
                  </a:lnTo>
                  <a:lnTo>
                    <a:pt x="321" y="100"/>
                  </a:lnTo>
                  <a:lnTo>
                    <a:pt x="319" y="99"/>
                  </a:lnTo>
                  <a:lnTo>
                    <a:pt x="317" y="100"/>
                  </a:lnTo>
                  <a:lnTo>
                    <a:pt x="315" y="105"/>
                  </a:lnTo>
                  <a:lnTo>
                    <a:pt x="312" y="107"/>
                  </a:lnTo>
                  <a:lnTo>
                    <a:pt x="309" y="108"/>
                  </a:lnTo>
                  <a:lnTo>
                    <a:pt x="308" y="111"/>
                  </a:lnTo>
                  <a:lnTo>
                    <a:pt x="308" y="112"/>
                  </a:lnTo>
                  <a:lnTo>
                    <a:pt x="307" y="112"/>
                  </a:lnTo>
                  <a:lnTo>
                    <a:pt x="304" y="111"/>
                  </a:lnTo>
                  <a:lnTo>
                    <a:pt x="302" y="111"/>
                  </a:lnTo>
                  <a:lnTo>
                    <a:pt x="298" y="109"/>
                  </a:lnTo>
                  <a:lnTo>
                    <a:pt x="295" y="107"/>
                  </a:lnTo>
                  <a:lnTo>
                    <a:pt x="292" y="107"/>
                  </a:lnTo>
                  <a:lnTo>
                    <a:pt x="287" y="108"/>
                  </a:lnTo>
                  <a:lnTo>
                    <a:pt x="284" y="109"/>
                  </a:lnTo>
                  <a:lnTo>
                    <a:pt x="283" y="112"/>
                  </a:lnTo>
                  <a:lnTo>
                    <a:pt x="283" y="117"/>
                  </a:lnTo>
                  <a:lnTo>
                    <a:pt x="283" y="120"/>
                  </a:lnTo>
                  <a:lnTo>
                    <a:pt x="283" y="121"/>
                  </a:lnTo>
                  <a:lnTo>
                    <a:pt x="288" y="125"/>
                  </a:lnTo>
                  <a:lnTo>
                    <a:pt x="292" y="128"/>
                  </a:lnTo>
                  <a:lnTo>
                    <a:pt x="292" y="129"/>
                  </a:lnTo>
                  <a:lnTo>
                    <a:pt x="291" y="132"/>
                  </a:lnTo>
                  <a:lnTo>
                    <a:pt x="290" y="134"/>
                  </a:lnTo>
                  <a:lnTo>
                    <a:pt x="284" y="140"/>
                  </a:lnTo>
                  <a:lnTo>
                    <a:pt x="282" y="145"/>
                  </a:lnTo>
                  <a:lnTo>
                    <a:pt x="281" y="149"/>
                  </a:lnTo>
                  <a:lnTo>
                    <a:pt x="278" y="149"/>
                  </a:lnTo>
                  <a:lnTo>
                    <a:pt x="274" y="150"/>
                  </a:lnTo>
                  <a:lnTo>
                    <a:pt x="271" y="150"/>
                  </a:lnTo>
                  <a:lnTo>
                    <a:pt x="269" y="153"/>
                  </a:lnTo>
                  <a:lnTo>
                    <a:pt x="265" y="155"/>
                  </a:lnTo>
                  <a:lnTo>
                    <a:pt x="262" y="155"/>
                  </a:lnTo>
                  <a:lnTo>
                    <a:pt x="257" y="155"/>
                  </a:lnTo>
                  <a:lnTo>
                    <a:pt x="254" y="157"/>
                  </a:lnTo>
                  <a:lnTo>
                    <a:pt x="250" y="158"/>
                  </a:lnTo>
                  <a:lnTo>
                    <a:pt x="241" y="161"/>
                  </a:lnTo>
                  <a:lnTo>
                    <a:pt x="234" y="163"/>
                  </a:lnTo>
                  <a:lnTo>
                    <a:pt x="232" y="167"/>
                  </a:lnTo>
                  <a:lnTo>
                    <a:pt x="227" y="171"/>
                  </a:lnTo>
                  <a:lnTo>
                    <a:pt x="224" y="172"/>
                  </a:lnTo>
                  <a:lnTo>
                    <a:pt x="221" y="172"/>
                  </a:lnTo>
                  <a:lnTo>
                    <a:pt x="217" y="171"/>
                  </a:lnTo>
                  <a:lnTo>
                    <a:pt x="217" y="170"/>
                  </a:lnTo>
                  <a:lnTo>
                    <a:pt x="217" y="168"/>
                  </a:lnTo>
                  <a:lnTo>
                    <a:pt x="212" y="170"/>
                  </a:lnTo>
                  <a:lnTo>
                    <a:pt x="208" y="171"/>
                  </a:lnTo>
                  <a:lnTo>
                    <a:pt x="204" y="168"/>
                  </a:lnTo>
                  <a:lnTo>
                    <a:pt x="200" y="168"/>
                  </a:lnTo>
                  <a:lnTo>
                    <a:pt x="194" y="166"/>
                  </a:lnTo>
                  <a:lnTo>
                    <a:pt x="186" y="162"/>
                  </a:lnTo>
                  <a:lnTo>
                    <a:pt x="182" y="158"/>
                  </a:lnTo>
                  <a:lnTo>
                    <a:pt x="179" y="158"/>
                  </a:lnTo>
                  <a:lnTo>
                    <a:pt x="170" y="157"/>
                  </a:lnTo>
                  <a:lnTo>
                    <a:pt x="163" y="157"/>
                  </a:lnTo>
                  <a:lnTo>
                    <a:pt x="161" y="157"/>
                  </a:lnTo>
                  <a:lnTo>
                    <a:pt x="159" y="158"/>
                  </a:lnTo>
                  <a:lnTo>
                    <a:pt x="159" y="159"/>
                  </a:lnTo>
                  <a:lnTo>
                    <a:pt x="155" y="161"/>
                  </a:lnTo>
                  <a:lnTo>
                    <a:pt x="149" y="161"/>
                  </a:lnTo>
                  <a:lnTo>
                    <a:pt x="140" y="161"/>
                  </a:lnTo>
                  <a:lnTo>
                    <a:pt x="133" y="161"/>
                  </a:lnTo>
                  <a:lnTo>
                    <a:pt x="126" y="161"/>
                  </a:lnTo>
                  <a:lnTo>
                    <a:pt x="122" y="161"/>
                  </a:lnTo>
                  <a:lnTo>
                    <a:pt x="120" y="161"/>
                  </a:lnTo>
                  <a:lnTo>
                    <a:pt x="119" y="161"/>
                  </a:lnTo>
                  <a:lnTo>
                    <a:pt x="115" y="155"/>
                  </a:lnTo>
                  <a:lnTo>
                    <a:pt x="115" y="153"/>
                  </a:lnTo>
                  <a:lnTo>
                    <a:pt x="112" y="149"/>
                  </a:lnTo>
                  <a:lnTo>
                    <a:pt x="109" y="146"/>
                  </a:lnTo>
                  <a:lnTo>
                    <a:pt x="108" y="143"/>
                  </a:lnTo>
                  <a:lnTo>
                    <a:pt x="108" y="141"/>
                  </a:lnTo>
                  <a:lnTo>
                    <a:pt x="107" y="140"/>
                  </a:lnTo>
                  <a:lnTo>
                    <a:pt x="104" y="140"/>
                  </a:lnTo>
                  <a:lnTo>
                    <a:pt x="104" y="138"/>
                  </a:lnTo>
                  <a:lnTo>
                    <a:pt x="103" y="137"/>
                  </a:lnTo>
                  <a:lnTo>
                    <a:pt x="103" y="136"/>
                  </a:lnTo>
                  <a:lnTo>
                    <a:pt x="101" y="136"/>
                  </a:lnTo>
                  <a:lnTo>
                    <a:pt x="101" y="136"/>
                  </a:lnTo>
                  <a:lnTo>
                    <a:pt x="97" y="136"/>
                  </a:lnTo>
                  <a:lnTo>
                    <a:pt x="95" y="134"/>
                  </a:lnTo>
                  <a:lnTo>
                    <a:pt x="91" y="130"/>
                  </a:lnTo>
                  <a:lnTo>
                    <a:pt x="88" y="130"/>
                  </a:lnTo>
                  <a:lnTo>
                    <a:pt x="88" y="130"/>
                  </a:lnTo>
                  <a:lnTo>
                    <a:pt x="86" y="130"/>
                  </a:lnTo>
                  <a:lnTo>
                    <a:pt x="84" y="129"/>
                  </a:lnTo>
                  <a:lnTo>
                    <a:pt x="80" y="126"/>
                  </a:lnTo>
                  <a:lnTo>
                    <a:pt x="72" y="124"/>
                  </a:lnTo>
                  <a:lnTo>
                    <a:pt x="72" y="125"/>
                  </a:lnTo>
                  <a:lnTo>
                    <a:pt x="71" y="125"/>
                  </a:lnTo>
                  <a:lnTo>
                    <a:pt x="69" y="125"/>
                  </a:lnTo>
                  <a:lnTo>
                    <a:pt x="63" y="126"/>
                  </a:lnTo>
                  <a:lnTo>
                    <a:pt x="51" y="124"/>
                  </a:lnTo>
                  <a:lnTo>
                    <a:pt x="49" y="122"/>
                  </a:lnTo>
                  <a:lnTo>
                    <a:pt x="46" y="117"/>
                  </a:lnTo>
                  <a:lnTo>
                    <a:pt x="46" y="116"/>
                  </a:lnTo>
                  <a:lnTo>
                    <a:pt x="46" y="115"/>
                  </a:lnTo>
                  <a:lnTo>
                    <a:pt x="46" y="113"/>
                  </a:lnTo>
                  <a:lnTo>
                    <a:pt x="47" y="112"/>
                  </a:lnTo>
                  <a:lnTo>
                    <a:pt x="49" y="109"/>
                  </a:lnTo>
                  <a:lnTo>
                    <a:pt x="47" y="108"/>
                  </a:lnTo>
                  <a:lnTo>
                    <a:pt x="46" y="105"/>
                  </a:lnTo>
                  <a:lnTo>
                    <a:pt x="47" y="104"/>
                  </a:lnTo>
                  <a:lnTo>
                    <a:pt x="47" y="101"/>
                  </a:lnTo>
                  <a:lnTo>
                    <a:pt x="46" y="100"/>
                  </a:lnTo>
                  <a:lnTo>
                    <a:pt x="45" y="97"/>
                  </a:lnTo>
                  <a:lnTo>
                    <a:pt x="43" y="96"/>
                  </a:lnTo>
                  <a:lnTo>
                    <a:pt x="41" y="95"/>
                  </a:lnTo>
                  <a:lnTo>
                    <a:pt x="41" y="92"/>
                  </a:lnTo>
                  <a:lnTo>
                    <a:pt x="40" y="91"/>
                  </a:lnTo>
                  <a:lnTo>
                    <a:pt x="38" y="88"/>
                  </a:lnTo>
                  <a:lnTo>
                    <a:pt x="38" y="87"/>
                  </a:lnTo>
                  <a:lnTo>
                    <a:pt x="37" y="86"/>
                  </a:lnTo>
                  <a:lnTo>
                    <a:pt x="34" y="83"/>
                  </a:lnTo>
                  <a:lnTo>
                    <a:pt x="33" y="83"/>
                  </a:lnTo>
                  <a:lnTo>
                    <a:pt x="32" y="82"/>
                  </a:lnTo>
                  <a:lnTo>
                    <a:pt x="30" y="80"/>
                  </a:lnTo>
                  <a:lnTo>
                    <a:pt x="29" y="80"/>
                  </a:lnTo>
                  <a:lnTo>
                    <a:pt x="28" y="82"/>
                  </a:lnTo>
                  <a:lnTo>
                    <a:pt x="26" y="83"/>
                  </a:lnTo>
                  <a:lnTo>
                    <a:pt x="25" y="82"/>
                  </a:lnTo>
                  <a:lnTo>
                    <a:pt x="22" y="80"/>
                  </a:lnTo>
                  <a:lnTo>
                    <a:pt x="22" y="79"/>
                  </a:lnTo>
                  <a:lnTo>
                    <a:pt x="20" y="79"/>
                  </a:lnTo>
                  <a:lnTo>
                    <a:pt x="17" y="80"/>
                  </a:lnTo>
                  <a:lnTo>
                    <a:pt x="17" y="82"/>
                  </a:lnTo>
                  <a:lnTo>
                    <a:pt x="16" y="83"/>
                  </a:lnTo>
                  <a:lnTo>
                    <a:pt x="16" y="83"/>
                  </a:lnTo>
                  <a:lnTo>
                    <a:pt x="13" y="82"/>
                  </a:lnTo>
                  <a:lnTo>
                    <a:pt x="12" y="79"/>
                  </a:lnTo>
                  <a:lnTo>
                    <a:pt x="12" y="79"/>
                  </a:lnTo>
                  <a:lnTo>
                    <a:pt x="11" y="76"/>
                  </a:lnTo>
                  <a:lnTo>
                    <a:pt x="8" y="75"/>
                  </a:lnTo>
                  <a:lnTo>
                    <a:pt x="7" y="72"/>
                  </a:lnTo>
                  <a:lnTo>
                    <a:pt x="5" y="72"/>
                  </a:lnTo>
                  <a:lnTo>
                    <a:pt x="4" y="71"/>
                  </a:lnTo>
                  <a:lnTo>
                    <a:pt x="3" y="70"/>
                  </a:lnTo>
                  <a:lnTo>
                    <a:pt x="3" y="68"/>
                  </a:lnTo>
                  <a:lnTo>
                    <a:pt x="3" y="67"/>
                  </a:lnTo>
                  <a:lnTo>
                    <a:pt x="3" y="67"/>
                  </a:lnTo>
                  <a:lnTo>
                    <a:pt x="1" y="67"/>
                  </a:lnTo>
                  <a:lnTo>
                    <a:pt x="1" y="6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0" y="62"/>
                  </a:lnTo>
                  <a:lnTo>
                    <a:pt x="1" y="58"/>
                  </a:lnTo>
                  <a:lnTo>
                    <a:pt x="4" y="57"/>
                  </a:lnTo>
                  <a:lnTo>
                    <a:pt x="9" y="57"/>
                  </a:lnTo>
                  <a:lnTo>
                    <a:pt x="9" y="55"/>
                  </a:lnTo>
                  <a:lnTo>
                    <a:pt x="12" y="53"/>
                  </a:lnTo>
                  <a:lnTo>
                    <a:pt x="16" y="51"/>
                  </a:lnTo>
                  <a:lnTo>
                    <a:pt x="16" y="49"/>
                  </a:lnTo>
                  <a:lnTo>
                    <a:pt x="17" y="47"/>
                  </a:lnTo>
                  <a:lnTo>
                    <a:pt x="20" y="46"/>
                  </a:lnTo>
                  <a:lnTo>
                    <a:pt x="20" y="43"/>
                  </a:lnTo>
                  <a:lnTo>
                    <a:pt x="21" y="42"/>
                  </a:lnTo>
                  <a:lnTo>
                    <a:pt x="24" y="41"/>
                  </a:lnTo>
                  <a:lnTo>
                    <a:pt x="25" y="40"/>
                  </a:lnTo>
                  <a:lnTo>
                    <a:pt x="26" y="38"/>
                  </a:lnTo>
                  <a:lnTo>
                    <a:pt x="25" y="37"/>
                  </a:lnTo>
                  <a:lnTo>
                    <a:pt x="25" y="36"/>
                  </a:lnTo>
                  <a:lnTo>
                    <a:pt x="25" y="34"/>
                  </a:lnTo>
                  <a:lnTo>
                    <a:pt x="29" y="36"/>
                  </a:lnTo>
                  <a:lnTo>
                    <a:pt x="32" y="34"/>
                  </a:lnTo>
                  <a:lnTo>
                    <a:pt x="33" y="32"/>
                  </a:lnTo>
                  <a:lnTo>
                    <a:pt x="34" y="32"/>
                  </a:lnTo>
                  <a:lnTo>
                    <a:pt x="38" y="30"/>
                  </a:lnTo>
                  <a:lnTo>
                    <a:pt x="41" y="30"/>
                  </a:lnTo>
                  <a:lnTo>
                    <a:pt x="42" y="30"/>
                  </a:lnTo>
                  <a:lnTo>
                    <a:pt x="45" y="30"/>
                  </a:lnTo>
                  <a:lnTo>
                    <a:pt x="47" y="29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0" y="32"/>
                  </a:lnTo>
                  <a:lnTo>
                    <a:pt x="51" y="34"/>
                  </a:lnTo>
                  <a:lnTo>
                    <a:pt x="54" y="33"/>
                  </a:lnTo>
                  <a:lnTo>
                    <a:pt x="54" y="33"/>
                  </a:lnTo>
                  <a:lnTo>
                    <a:pt x="57" y="33"/>
                  </a:lnTo>
                  <a:lnTo>
                    <a:pt x="58" y="32"/>
                  </a:lnTo>
                  <a:lnTo>
                    <a:pt x="62" y="32"/>
                  </a:lnTo>
                  <a:lnTo>
                    <a:pt x="63" y="34"/>
                  </a:lnTo>
                  <a:lnTo>
                    <a:pt x="63" y="36"/>
                  </a:lnTo>
                  <a:lnTo>
                    <a:pt x="65" y="37"/>
                  </a:lnTo>
                  <a:lnTo>
                    <a:pt x="70" y="41"/>
                  </a:lnTo>
                  <a:lnTo>
                    <a:pt x="72" y="42"/>
                  </a:lnTo>
                  <a:lnTo>
                    <a:pt x="76" y="45"/>
                  </a:lnTo>
                  <a:lnTo>
                    <a:pt x="78" y="43"/>
                  </a:lnTo>
                  <a:lnTo>
                    <a:pt x="80" y="42"/>
                  </a:lnTo>
                  <a:lnTo>
                    <a:pt x="83" y="41"/>
                  </a:lnTo>
                  <a:lnTo>
                    <a:pt x="86" y="41"/>
                  </a:lnTo>
                  <a:lnTo>
                    <a:pt x="87" y="41"/>
                  </a:lnTo>
                  <a:lnTo>
                    <a:pt x="90" y="42"/>
                  </a:lnTo>
                  <a:lnTo>
                    <a:pt x="91" y="42"/>
                  </a:lnTo>
                  <a:lnTo>
                    <a:pt x="96" y="42"/>
                  </a:lnTo>
                  <a:lnTo>
                    <a:pt x="97" y="42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103" y="42"/>
                  </a:lnTo>
                  <a:lnTo>
                    <a:pt x="107" y="42"/>
                  </a:lnTo>
                  <a:lnTo>
                    <a:pt x="109" y="38"/>
                  </a:lnTo>
                  <a:lnTo>
                    <a:pt x="108" y="37"/>
                  </a:lnTo>
                  <a:lnTo>
                    <a:pt x="105" y="36"/>
                  </a:lnTo>
                  <a:lnTo>
                    <a:pt x="105" y="32"/>
                  </a:lnTo>
                  <a:lnTo>
                    <a:pt x="107" y="28"/>
                  </a:lnTo>
                  <a:lnTo>
                    <a:pt x="105" y="26"/>
                  </a:lnTo>
                  <a:lnTo>
                    <a:pt x="104" y="25"/>
                  </a:lnTo>
                  <a:lnTo>
                    <a:pt x="103" y="24"/>
                  </a:lnTo>
                  <a:lnTo>
                    <a:pt x="99" y="22"/>
                  </a:lnTo>
                  <a:lnTo>
                    <a:pt x="97" y="20"/>
                  </a:lnTo>
                  <a:lnTo>
                    <a:pt x="99" y="15"/>
                  </a:lnTo>
                  <a:lnTo>
                    <a:pt x="100" y="12"/>
                  </a:lnTo>
                  <a:lnTo>
                    <a:pt x="100" y="9"/>
                  </a:lnTo>
                  <a:lnTo>
                    <a:pt x="101" y="8"/>
                  </a:lnTo>
                  <a:lnTo>
                    <a:pt x="104" y="7"/>
                  </a:lnTo>
                  <a:lnTo>
                    <a:pt x="105" y="8"/>
                  </a:lnTo>
                  <a:lnTo>
                    <a:pt x="105" y="5"/>
                  </a:lnTo>
                  <a:lnTo>
                    <a:pt x="105" y="4"/>
                  </a:lnTo>
                  <a:lnTo>
                    <a:pt x="105" y="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6" name="Freeform 348">
              <a:extLst>
                <a:ext uri="{FF2B5EF4-FFF2-40B4-BE49-F238E27FC236}">
                  <a16:creationId xmlns:a16="http://schemas.microsoft.com/office/drawing/2014/main" id="{4F9D640D-F029-4583-902A-AAA782973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40077" y="973973"/>
              <a:ext cx="4089320" cy="2148932"/>
            </a:xfrm>
            <a:custGeom>
              <a:avLst/>
              <a:gdLst>
                <a:gd name="T0" fmla="*/ 245 w 451"/>
                <a:gd name="T1" fmla="*/ 7 h 237"/>
                <a:gd name="T2" fmla="*/ 249 w 451"/>
                <a:gd name="T3" fmla="*/ 22 h 237"/>
                <a:gd name="T4" fmla="*/ 260 w 451"/>
                <a:gd name="T5" fmla="*/ 19 h 237"/>
                <a:gd name="T6" fmla="*/ 268 w 451"/>
                <a:gd name="T7" fmla="*/ 22 h 237"/>
                <a:gd name="T8" fmla="*/ 278 w 451"/>
                <a:gd name="T9" fmla="*/ 32 h 237"/>
                <a:gd name="T10" fmla="*/ 297 w 451"/>
                <a:gd name="T11" fmla="*/ 27 h 237"/>
                <a:gd name="T12" fmla="*/ 314 w 451"/>
                <a:gd name="T13" fmla="*/ 12 h 237"/>
                <a:gd name="T14" fmla="*/ 368 w 451"/>
                <a:gd name="T15" fmla="*/ 70 h 237"/>
                <a:gd name="T16" fmla="*/ 377 w 451"/>
                <a:gd name="T17" fmla="*/ 73 h 237"/>
                <a:gd name="T18" fmla="*/ 392 w 451"/>
                <a:gd name="T19" fmla="*/ 69 h 237"/>
                <a:gd name="T20" fmla="*/ 414 w 451"/>
                <a:gd name="T21" fmla="*/ 78 h 237"/>
                <a:gd name="T22" fmla="*/ 422 w 451"/>
                <a:gd name="T23" fmla="*/ 87 h 237"/>
                <a:gd name="T24" fmla="*/ 442 w 451"/>
                <a:gd name="T25" fmla="*/ 83 h 237"/>
                <a:gd name="T26" fmla="*/ 447 w 451"/>
                <a:gd name="T27" fmla="*/ 97 h 237"/>
                <a:gd name="T28" fmla="*/ 439 w 451"/>
                <a:gd name="T29" fmla="*/ 122 h 237"/>
                <a:gd name="T30" fmla="*/ 428 w 451"/>
                <a:gd name="T31" fmla="*/ 131 h 237"/>
                <a:gd name="T32" fmla="*/ 409 w 451"/>
                <a:gd name="T33" fmla="*/ 148 h 237"/>
                <a:gd name="T34" fmla="*/ 406 w 451"/>
                <a:gd name="T35" fmla="*/ 162 h 237"/>
                <a:gd name="T36" fmla="*/ 384 w 451"/>
                <a:gd name="T37" fmla="*/ 168 h 237"/>
                <a:gd name="T38" fmla="*/ 393 w 451"/>
                <a:gd name="T39" fmla="*/ 181 h 237"/>
                <a:gd name="T40" fmla="*/ 398 w 451"/>
                <a:gd name="T41" fmla="*/ 202 h 237"/>
                <a:gd name="T42" fmla="*/ 369 w 451"/>
                <a:gd name="T43" fmla="*/ 199 h 237"/>
                <a:gd name="T44" fmla="*/ 332 w 451"/>
                <a:gd name="T45" fmla="*/ 200 h 237"/>
                <a:gd name="T46" fmla="*/ 319 w 451"/>
                <a:gd name="T47" fmla="*/ 208 h 237"/>
                <a:gd name="T48" fmla="*/ 289 w 451"/>
                <a:gd name="T49" fmla="*/ 214 h 237"/>
                <a:gd name="T50" fmla="*/ 268 w 451"/>
                <a:gd name="T51" fmla="*/ 236 h 237"/>
                <a:gd name="T52" fmla="*/ 230 w 451"/>
                <a:gd name="T53" fmla="*/ 206 h 237"/>
                <a:gd name="T54" fmla="*/ 126 w 451"/>
                <a:gd name="T55" fmla="*/ 236 h 237"/>
                <a:gd name="T56" fmla="*/ 81 w 451"/>
                <a:gd name="T57" fmla="*/ 225 h 237"/>
                <a:gd name="T58" fmla="*/ 74 w 451"/>
                <a:gd name="T59" fmla="*/ 216 h 237"/>
                <a:gd name="T60" fmla="*/ 65 w 451"/>
                <a:gd name="T61" fmla="*/ 208 h 237"/>
                <a:gd name="T62" fmla="*/ 53 w 451"/>
                <a:gd name="T63" fmla="*/ 194 h 237"/>
                <a:gd name="T64" fmla="*/ 62 w 451"/>
                <a:gd name="T65" fmla="*/ 190 h 237"/>
                <a:gd name="T66" fmla="*/ 60 w 451"/>
                <a:gd name="T67" fmla="*/ 182 h 237"/>
                <a:gd name="T68" fmla="*/ 73 w 451"/>
                <a:gd name="T69" fmla="*/ 175 h 237"/>
                <a:gd name="T70" fmla="*/ 79 w 451"/>
                <a:gd name="T71" fmla="*/ 174 h 237"/>
                <a:gd name="T72" fmla="*/ 79 w 451"/>
                <a:gd name="T73" fmla="*/ 160 h 237"/>
                <a:gd name="T74" fmla="*/ 70 w 451"/>
                <a:gd name="T75" fmla="*/ 152 h 237"/>
                <a:gd name="T76" fmla="*/ 62 w 451"/>
                <a:gd name="T77" fmla="*/ 154 h 237"/>
                <a:gd name="T78" fmla="*/ 52 w 451"/>
                <a:gd name="T79" fmla="*/ 154 h 237"/>
                <a:gd name="T80" fmla="*/ 41 w 451"/>
                <a:gd name="T81" fmla="*/ 160 h 237"/>
                <a:gd name="T82" fmla="*/ 29 w 451"/>
                <a:gd name="T83" fmla="*/ 158 h 237"/>
                <a:gd name="T84" fmla="*/ 7 w 451"/>
                <a:gd name="T85" fmla="*/ 135 h 237"/>
                <a:gd name="T86" fmla="*/ 7 w 451"/>
                <a:gd name="T87" fmla="*/ 103 h 237"/>
                <a:gd name="T88" fmla="*/ 24 w 451"/>
                <a:gd name="T89" fmla="*/ 97 h 237"/>
                <a:gd name="T90" fmla="*/ 39 w 451"/>
                <a:gd name="T91" fmla="*/ 82 h 237"/>
                <a:gd name="T92" fmla="*/ 47 w 451"/>
                <a:gd name="T93" fmla="*/ 83 h 237"/>
                <a:gd name="T94" fmla="*/ 58 w 451"/>
                <a:gd name="T95" fmla="*/ 81 h 237"/>
                <a:gd name="T96" fmla="*/ 79 w 451"/>
                <a:gd name="T97" fmla="*/ 91 h 237"/>
                <a:gd name="T98" fmla="*/ 94 w 451"/>
                <a:gd name="T99" fmla="*/ 91 h 237"/>
                <a:gd name="T100" fmla="*/ 107 w 451"/>
                <a:gd name="T101" fmla="*/ 85 h 237"/>
                <a:gd name="T102" fmla="*/ 126 w 451"/>
                <a:gd name="T103" fmla="*/ 85 h 237"/>
                <a:gd name="T104" fmla="*/ 140 w 451"/>
                <a:gd name="T105" fmla="*/ 94 h 237"/>
                <a:gd name="T106" fmla="*/ 157 w 451"/>
                <a:gd name="T107" fmla="*/ 78 h 237"/>
                <a:gd name="T108" fmla="*/ 141 w 451"/>
                <a:gd name="T109" fmla="*/ 69 h 237"/>
                <a:gd name="T110" fmla="*/ 149 w 451"/>
                <a:gd name="T111" fmla="*/ 50 h 237"/>
                <a:gd name="T112" fmla="*/ 147 w 451"/>
                <a:gd name="T113" fmla="*/ 45 h 237"/>
                <a:gd name="T114" fmla="*/ 141 w 451"/>
                <a:gd name="T115" fmla="*/ 36 h 237"/>
                <a:gd name="T116" fmla="*/ 154 w 451"/>
                <a:gd name="T117" fmla="*/ 33 h 237"/>
                <a:gd name="T118" fmla="*/ 174 w 451"/>
                <a:gd name="T119" fmla="*/ 28 h 237"/>
                <a:gd name="T120" fmla="*/ 189 w 451"/>
                <a:gd name="T121" fmla="*/ 20 h 237"/>
                <a:gd name="T122" fmla="*/ 207 w 451"/>
                <a:gd name="T123" fmla="*/ 12 h 237"/>
                <a:gd name="T124" fmla="*/ 220 w 451"/>
                <a:gd name="T125" fmla="*/ 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51" h="237">
                  <a:moveTo>
                    <a:pt x="227" y="0"/>
                  </a:moveTo>
                  <a:lnTo>
                    <a:pt x="230" y="2"/>
                  </a:lnTo>
                  <a:lnTo>
                    <a:pt x="234" y="2"/>
                  </a:lnTo>
                  <a:lnTo>
                    <a:pt x="236" y="4"/>
                  </a:lnTo>
                  <a:lnTo>
                    <a:pt x="239" y="4"/>
                  </a:lnTo>
                  <a:lnTo>
                    <a:pt x="241" y="3"/>
                  </a:lnTo>
                  <a:lnTo>
                    <a:pt x="244" y="3"/>
                  </a:lnTo>
                  <a:lnTo>
                    <a:pt x="244" y="6"/>
                  </a:lnTo>
                  <a:lnTo>
                    <a:pt x="245" y="7"/>
                  </a:lnTo>
                  <a:lnTo>
                    <a:pt x="247" y="8"/>
                  </a:lnTo>
                  <a:lnTo>
                    <a:pt x="248" y="11"/>
                  </a:lnTo>
                  <a:lnTo>
                    <a:pt x="249" y="12"/>
                  </a:lnTo>
                  <a:lnTo>
                    <a:pt x="249" y="14"/>
                  </a:lnTo>
                  <a:lnTo>
                    <a:pt x="249" y="15"/>
                  </a:lnTo>
                  <a:lnTo>
                    <a:pt x="249" y="18"/>
                  </a:lnTo>
                  <a:lnTo>
                    <a:pt x="249" y="19"/>
                  </a:lnTo>
                  <a:lnTo>
                    <a:pt x="248" y="19"/>
                  </a:lnTo>
                  <a:lnTo>
                    <a:pt x="249" y="22"/>
                  </a:lnTo>
                  <a:lnTo>
                    <a:pt x="251" y="22"/>
                  </a:lnTo>
                  <a:lnTo>
                    <a:pt x="253" y="20"/>
                  </a:lnTo>
                  <a:lnTo>
                    <a:pt x="255" y="22"/>
                  </a:lnTo>
                  <a:lnTo>
                    <a:pt x="256" y="22"/>
                  </a:lnTo>
                  <a:lnTo>
                    <a:pt x="256" y="19"/>
                  </a:lnTo>
                  <a:lnTo>
                    <a:pt x="259" y="19"/>
                  </a:lnTo>
                  <a:lnTo>
                    <a:pt x="259" y="22"/>
                  </a:lnTo>
                  <a:lnTo>
                    <a:pt x="260" y="22"/>
                  </a:lnTo>
                  <a:lnTo>
                    <a:pt x="260" y="19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64" y="19"/>
                  </a:lnTo>
                  <a:lnTo>
                    <a:pt x="265" y="23"/>
                  </a:lnTo>
                  <a:lnTo>
                    <a:pt x="266" y="25"/>
                  </a:lnTo>
                  <a:lnTo>
                    <a:pt x="268" y="25"/>
                  </a:lnTo>
                  <a:lnTo>
                    <a:pt x="269" y="24"/>
                  </a:lnTo>
                  <a:lnTo>
                    <a:pt x="268" y="23"/>
                  </a:lnTo>
                  <a:lnTo>
                    <a:pt x="268" y="22"/>
                  </a:lnTo>
                  <a:lnTo>
                    <a:pt x="270" y="22"/>
                  </a:lnTo>
                  <a:lnTo>
                    <a:pt x="274" y="24"/>
                  </a:lnTo>
                  <a:lnTo>
                    <a:pt x="276" y="24"/>
                  </a:lnTo>
                  <a:lnTo>
                    <a:pt x="278" y="23"/>
                  </a:lnTo>
                  <a:lnTo>
                    <a:pt x="280" y="23"/>
                  </a:lnTo>
                  <a:lnTo>
                    <a:pt x="278" y="25"/>
                  </a:lnTo>
                  <a:lnTo>
                    <a:pt x="277" y="27"/>
                  </a:lnTo>
                  <a:lnTo>
                    <a:pt x="277" y="29"/>
                  </a:lnTo>
                  <a:lnTo>
                    <a:pt x="278" y="32"/>
                  </a:lnTo>
                  <a:lnTo>
                    <a:pt x="280" y="32"/>
                  </a:lnTo>
                  <a:lnTo>
                    <a:pt x="281" y="29"/>
                  </a:lnTo>
                  <a:lnTo>
                    <a:pt x="284" y="29"/>
                  </a:lnTo>
                  <a:lnTo>
                    <a:pt x="289" y="31"/>
                  </a:lnTo>
                  <a:lnTo>
                    <a:pt x="290" y="31"/>
                  </a:lnTo>
                  <a:lnTo>
                    <a:pt x="291" y="31"/>
                  </a:lnTo>
                  <a:lnTo>
                    <a:pt x="291" y="28"/>
                  </a:lnTo>
                  <a:lnTo>
                    <a:pt x="293" y="27"/>
                  </a:lnTo>
                  <a:lnTo>
                    <a:pt x="297" y="27"/>
                  </a:lnTo>
                  <a:lnTo>
                    <a:pt x="299" y="24"/>
                  </a:lnTo>
                  <a:lnTo>
                    <a:pt x="299" y="23"/>
                  </a:lnTo>
                  <a:lnTo>
                    <a:pt x="302" y="22"/>
                  </a:lnTo>
                  <a:lnTo>
                    <a:pt x="302" y="19"/>
                  </a:lnTo>
                  <a:lnTo>
                    <a:pt x="305" y="16"/>
                  </a:lnTo>
                  <a:lnTo>
                    <a:pt x="306" y="16"/>
                  </a:lnTo>
                  <a:lnTo>
                    <a:pt x="309" y="14"/>
                  </a:lnTo>
                  <a:lnTo>
                    <a:pt x="311" y="14"/>
                  </a:lnTo>
                  <a:lnTo>
                    <a:pt x="314" y="12"/>
                  </a:lnTo>
                  <a:lnTo>
                    <a:pt x="315" y="14"/>
                  </a:lnTo>
                  <a:lnTo>
                    <a:pt x="315" y="15"/>
                  </a:lnTo>
                  <a:lnTo>
                    <a:pt x="313" y="18"/>
                  </a:lnTo>
                  <a:lnTo>
                    <a:pt x="311" y="18"/>
                  </a:lnTo>
                  <a:lnTo>
                    <a:pt x="313" y="20"/>
                  </a:lnTo>
                  <a:lnTo>
                    <a:pt x="334" y="36"/>
                  </a:lnTo>
                  <a:lnTo>
                    <a:pt x="363" y="73"/>
                  </a:lnTo>
                  <a:lnTo>
                    <a:pt x="365" y="72"/>
                  </a:lnTo>
                  <a:lnTo>
                    <a:pt x="368" y="70"/>
                  </a:lnTo>
                  <a:lnTo>
                    <a:pt x="368" y="69"/>
                  </a:lnTo>
                  <a:lnTo>
                    <a:pt x="368" y="69"/>
                  </a:lnTo>
                  <a:lnTo>
                    <a:pt x="366" y="66"/>
                  </a:lnTo>
                  <a:lnTo>
                    <a:pt x="369" y="65"/>
                  </a:lnTo>
                  <a:lnTo>
                    <a:pt x="372" y="66"/>
                  </a:lnTo>
                  <a:lnTo>
                    <a:pt x="372" y="69"/>
                  </a:lnTo>
                  <a:lnTo>
                    <a:pt x="372" y="70"/>
                  </a:lnTo>
                  <a:lnTo>
                    <a:pt x="374" y="70"/>
                  </a:lnTo>
                  <a:lnTo>
                    <a:pt x="377" y="73"/>
                  </a:lnTo>
                  <a:lnTo>
                    <a:pt x="378" y="73"/>
                  </a:lnTo>
                  <a:lnTo>
                    <a:pt x="381" y="72"/>
                  </a:lnTo>
                  <a:lnTo>
                    <a:pt x="382" y="72"/>
                  </a:lnTo>
                  <a:lnTo>
                    <a:pt x="385" y="73"/>
                  </a:lnTo>
                  <a:lnTo>
                    <a:pt x="388" y="72"/>
                  </a:lnTo>
                  <a:lnTo>
                    <a:pt x="390" y="72"/>
                  </a:lnTo>
                  <a:lnTo>
                    <a:pt x="392" y="72"/>
                  </a:lnTo>
                  <a:lnTo>
                    <a:pt x="393" y="70"/>
                  </a:lnTo>
                  <a:lnTo>
                    <a:pt x="392" y="69"/>
                  </a:lnTo>
                  <a:lnTo>
                    <a:pt x="393" y="68"/>
                  </a:lnTo>
                  <a:lnTo>
                    <a:pt x="397" y="68"/>
                  </a:lnTo>
                  <a:lnTo>
                    <a:pt x="401" y="68"/>
                  </a:lnTo>
                  <a:lnTo>
                    <a:pt x="405" y="68"/>
                  </a:lnTo>
                  <a:lnTo>
                    <a:pt x="407" y="70"/>
                  </a:lnTo>
                  <a:lnTo>
                    <a:pt x="410" y="74"/>
                  </a:lnTo>
                  <a:lnTo>
                    <a:pt x="411" y="77"/>
                  </a:lnTo>
                  <a:lnTo>
                    <a:pt x="413" y="77"/>
                  </a:lnTo>
                  <a:lnTo>
                    <a:pt x="414" y="78"/>
                  </a:lnTo>
                  <a:lnTo>
                    <a:pt x="418" y="79"/>
                  </a:lnTo>
                  <a:lnTo>
                    <a:pt x="418" y="79"/>
                  </a:lnTo>
                  <a:lnTo>
                    <a:pt x="420" y="81"/>
                  </a:lnTo>
                  <a:lnTo>
                    <a:pt x="420" y="82"/>
                  </a:lnTo>
                  <a:lnTo>
                    <a:pt x="419" y="82"/>
                  </a:lnTo>
                  <a:lnTo>
                    <a:pt x="419" y="85"/>
                  </a:lnTo>
                  <a:lnTo>
                    <a:pt x="420" y="86"/>
                  </a:lnTo>
                  <a:lnTo>
                    <a:pt x="422" y="87"/>
                  </a:lnTo>
                  <a:lnTo>
                    <a:pt x="422" y="87"/>
                  </a:lnTo>
                  <a:lnTo>
                    <a:pt x="423" y="87"/>
                  </a:lnTo>
                  <a:lnTo>
                    <a:pt x="426" y="89"/>
                  </a:lnTo>
                  <a:lnTo>
                    <a:pt x="427" y="90"/>
                  </a:lnTo>
                  <a:lnTo>
                    <a:pt x="428" y="89"/>
                  </a:lnTo>
                  <a:lnTo>
                    <a:pt x="430" y="87"/>
                  </a:lnTo>
                  <a:lnTo>
                    <a:pt x="435" y="87"/>
                  </a:lnTo>
                  <a:lnTo>
                    <a:pt x="438" y="86"/>
                  </a:lnTo>
                  <a:lnTo>
                    <a:pt x="439" y="85"/>
                  </a:lnTo>
                  <a:lnTo>
                    <a:pt x="442" y="83"/>
                  </a:lnTo>
                  <a:lnTo>
                    <a:pt x="443" y="83"/>
                  </a:lnTo>
                  <a:lnTo>
                    <a:pt x="442" y="86"/>
                  </a:lnTo>
                  <a:lnTo>
                    <a:pt x="443" y="89"/>
                  </a:lnTo>
                  <a:lnTo>
                    <a:pt x="444" y="89"/>
                  </a:lnTo>
                  <a:lnTo>
                    <a:pt x="447" y="91"/>
                  </a:lnTo>
                  <a:lnTo>
                    <a:pt x="449" y="93"/>
                  </a:lnTo>
                  <a:lnTo>
                    <a:pt x="451" y="94"/>
                  </a:lnTo>
                  <a:lnTo>
                    <a:pt x="448" y="95"/>
                  </a:lnTo>
                  <a:lnTo>
                    <a:pt x="447" y="97"/>
                  </a:lnTo>
                  <a:lnTo>
                    <a:pt x="444" y="100"/>
                  </a:lnTo>
                  <a:lnTo>
                    <a:pt x="444" y="102"/>
                  </a:lnTo>
                  <a:lnTo>
                    <a:pt x="444" y="103"/>
                  </a:lnTo>
                  <a:lnTo>
                    <a:pt x="443" y="106"/>
                  </a:lnTo>
                  <a:lnTo>
                    <a:pt x="439" y="107"/>
                  </a:lnTo>
                  <a:lnTo>
                    <a:pt x="438" y="108"/>
                  </a:lnTo>
                  <a:lnTo>
                    <a:pt x="436" y="111"/>
                  </a:lnTo>
                  <a:lnTo>
                    <a:pt x="438" y="116"/>
                  </a:lnTo>
                  <a:lnTo>
                    <a:pt x="439" y="122"/>
                  </a:lnTo>
                  <a:lnTo>
                    <a:pt x="442" y="124"/>
                  </a:lnTo>
                  <a:lnTo>
                    <a:pt x="442" y="125"/>
                  </a:lnTo>
                  <a:lnTo>
                    <a:pt x="438" y="129"/>
                  </a:lnTo>
                  <a:lnTo>
                    <a:pt x="436" y="129"/>
                  </a:lnTo>
                  <a:lnTo>
                    <a:pt x="434" y="132"/>
                  </a:lnTo>
                  <a:lnTo>
                    <a:pt x="432" y="133"/>
                  </a:lnTo>
                  <a:lnTo>
                    <a:pt x="431" y="132"/>
                  </a:lnTo>
                  <a:lnTo>
                    <a:pt x="430" y="131"/>
                  </a:lnTo>
                  <a:lnTo>
                    <a:pt x="428" y="131"/>
                  </a:lnTo>
                  <a:lnTo>
                    <a:pt x="423" y="132"/>
                  </a:lnTo>
                  <a:lnTo>
                    <a:pt x="420" y="132"/>
                  </a:lnTo>
                  <a:lnTo>
                    <a:pt x="415" y="131"/>
                  </a:lnTo>
                  <a:lnTo>
                    <a:pt x="413" y="129"/>
                  </a:lnTo>
                  <a:lnTo>
                    <a:pt x="411" y="131"/>
                  </a:lnTo>
                  <a:lnTo>
                    <a:pt x="411" y="136"/>
                  </a:lnTo>
                  <a:lnTo>
                    <a:pt x="410" y="139"/>
                  </a:lnTo>
                  <a:lnTo>
                    <a:pt x="410" y="141"/>
                  </a:lnTo>
                  <a:lnTo>
                    <a:pt x="409" y="148"/>
                  </a:lnTo>
                  <a:lnTo>
                    <a:pt x="409" y="153"/>
                  </a:lnTo>
                  <a:lnTo>
                    <a:pt x="407" y="156"/>
                  </a:lnTo>
                  <a:lnTo>
                    <a:pt x="409" y="157"/>
                  </a:lnTo>
                  <a:lnTo>
                    <a:pt x="411" y="157"/>
                  </a:lnTo>
                  <a:lnTo>
                    <a:pt x="411" y="160"/>
                  </a:lnTo>
                  <a:lnTo>
                    <a:pt x="410" y="162"/>
                  </a:lnTo>
                  <a:lnTo>
                    <a:pt x="409" y="162"/>
                  </a:lnTo>
                  <a:lnTo>
                    <a:pt x="407" y="162"/>
                  </a:lnTo>
                  <a:lnTo>
                    <a:pt x="406" y="162"/>
                  </a:lnTo>
                  <a:lnTo>
                    <a:pt x="405" y="161"/>
                  </a:lnTo>
                  <a:lnTo>
                    <a:pt x="403" y="162"/>
                  </a:lnTo>
                  <a:lnTo>
                    <a:pt x="399" y="162"/>
                  </a:lnTo>
                  <a:lnTo>
                    <a:pt x="394" y="164"/>
                  </a:lnTo>
                  <a:lnTo>
                    <a:pt x="392" y="165"/>
                  </a:lnTo>
                  <a:lnTo>
                    <a:pt x="389" y="165"/>
                  </a:lnTo>
                  <a:lnTo>
                    <a:pt x="388" y="165"/>
                  </a:lnTo>
                  <a:lnTo>
                    <a:pt x="386" y="165"/>
                  </a:lnTo>
                  <a:lnTo>
                    <a:pt x="384" y="168"/>
                  </a:lnTo>
                  <a:lnTo>
                    <a:pt x="384" y="169"/>
                  </a:lnTo>
                  <a:lnTo>
                    <a:pt x="386" y="170"/>
                  </a:lnTo>
                  <a:lnTo>
                    <a:pt x="389" y="170"/>
                  </a:lnTo>
                  <a:lnTo>
                    <a:pt x="392" y="170"/>
                  </a:lnTo>
                  <a:lnTo>
                    <a:pt x="392" y="172"/>
                  </a:lnTo>
                  <a:lnTo>
                    <a:pt x="390" y="174"/>
                  </a:lnTo>
                  <a:lnTo>
                    <a:pt x="392" y="177"/>
                  </a:lnTo>
                  <a:lnTo>
                    <a:pt x="392" y="179"/>
                  </a:lnTo>
                  <a:lnTo>
                    <a:pt x="393" y="181"/>
                  </a:lnTo>
                  <a:lnTo>
                    <a:pt x="393" y="183"/>
                  </a:lnTo>
                  <a:lnTo>
                    <a:pt x="395" y="186"/>
                  </a:lnTo>
                  <a:lnTo>
                    <a:pt x="395" y="189"/>
                  </a:lnTo>
                  <a:lnTo>
                    <a:pt x="398" y="190"/>
                  </a:lnTo>
                  <a:lnTo>
                    <a:pt x="399" y="195"/>
                  </a:lnTo>
                  <a:lnTo>
                    <a:pt x="398" y="197"/>
                  </a:lnTo>
                  <a:lnTo>
                    <a:pt x="397" y="199"/>
                  </a:lnTo>
                  <a:lnTo>
                    <a:pt x="399" y="200"/>
                  </a:lnTo>
                  <a:lnTo>
                    <a:pt x="398" y="202"/>
                  </a:lnTo>
                  <a:lnTo>
                    <a:pt x="398" y="203"/>
                  </a:lnTo>
                  <a:lnTo>
                    <a:pt x="395" y="204"/>
                  </a:lnTo>
                  <a:lnTo>
                    <a:pt x="395" y="207"/>
                  </a:lnTo>
                  <a:lnTo>
                    <a:pt x="393" y="208"/>
                  </a:lnTo>
                  <a:lnTo>
                    <a:pt x="388" y="207"/>
                  </a:lnTo>
                  <a:lnTo>
                    <a:pt x="382" y="202"/>
                  </a:lnTo>
                  <a:lnTo>
                    <a:pt x="381" y="202"/>
                  </a:lnTo>
                  <a:lnTo>
                    <a:pt x="376" y="200"/>
                  </a:lnTo>
                  <a:lnTo>
                    <a:pt x="369" y="199"/>
                  </a:lnTo>
                  <a:lnTo>
                    <a:pt x="365" y="200"/>
                  </a:lnTo>
                  <a:lnTo>
                    <a:pt x="359" y="199"/>
                  </a:lnTo>
                  <a:lnTo>
                    <a:pt x="353" y="200"/>
                  </a:lnTo>
                  <a:lnTo>
                    <a:pt x="351" y="200"/>
                  </a:lnTo>
                  <a:lnTo>
                    <a:pt x="348" y="200"/>
                  </a:lnTo>
                  <a:lnTo>
                    <a:pt x="345" y="202"/>
                  </a:lnTo>
                  <a:lnTo>
                    <a:pt x="343" y="203"/>
                  </a:lnTo>
                  <a:lnTo>
                    <a:pt x="336" y="202"/>
                  </a:lnTo>
                  <a:lnTo>
                    <a:pt x="332" y="200"/>
                  </a:lnTo>
                  <a:lnTo>
                    <a:pt x="330" y="199"/>
                  </a:lnTo>
                  <a:lnTo>
                    <a:pt x="326" y="199"/>
                  </a:lnTo>
                  <a:lnTo>
                    <a:pt x="324" y="200"/>
                  </a:lnTo>
                  <a:lnTo>
                    <a:pt x="322" y="200"/>
                  </a:lnTo>
                  <a:lnTo>
                    <a:pt x="319" y="199"/>
                  </a:lnTo>
                  <a:lnTo>
                    <a:pt x="318" y="200"/>
                  </a:lnTo>
                  <a:lnTo>
                    <a:pt x="318" y="203"/>
                  </a:lnTo>
                  <a:lnTo>
                    <a:pt x="319" y="206"/>
                  </a:lnTo>
                  <a:lnTo>
                    <a:pt x="319" y="208"/>
                  </a:lnTo>
                  <a:lnTo>
                    <a:pt x="315" y="210"/>
                  </a:lnTo>
                  <a:lnTo>
                    <a:pt x="309" y="210"/>
                  </a:lnTo>
                  <a:lnTo>
                    <a:pt x="299" y="208"/>
                  </a:lnTo>
                  <a:lnTo>
                    <a:pt x="297" y="207"/>
                  </a:lnTo>
                  <a:lnTo>
                    <a:pt x="293" y="207"/>
                  </a:lnTo>
                  <a:lnTo>
                    <a:pt x="291" y="210"/>
                  </a:lnTo>
                  <a:lnTo>
                    <a:pt x="291" y="211"/>
                  </a:lnTo>
                  <a:lnTo>
                    <a:pt x="289" y="212"/>
                  </a:lnTo>
                  <a:lnTo>
                    <a:pt x="289" y="214"/>
                  </a:lnTo>
                  <a:lnTo>
                    <a:pt x="289" y="214"/>
                  </a:lnTo>
                  <a:lnTo>
                    <a:pt x="286" y="216"/>
                  </a:lnTo>
                  <a:lnTo>
                    <a:pt x="284" y="218"/>
                  </a:lnTo>
                  <a:lnTo>
                    <a:pt x="280" y="223"/>
                  </a:lnTo>
                  <a:lnTo>
                    <a:pt x="278" y="225"/>
                  </a:lnTo>
                  <a:lnTo>
                    <a:pt x="276" y="228"/>
                  </a:lnTo>
                  <a:lnTo>
                    <a:pt x="274" y="232"/>
                  </a:lnTo>
                  <a:lnTo>
                    <a:pt x="269" y="236"/>
                  </a:lnTo>
                  <a:lnTo>
                    <a:pt x="268" y="236"/>
                  </a:lnTo>
                  <a:lnTo>
                    <a:pt x="262" y="233"/>
                  </a:lnTo>
                  <a:lnTo>
                    <a:pt x="259" y="232"/>
                  </a:lnTo>
                  <a:lnTo>
                    <a:pt x="255" y="233"/>
                  </a:lnTo>
                  <a:lnTo>
                    <a:pt x="249" y="236"/>
                  </a:lnTo>
                  <a:lnTo>
                    <a:pt x="247" y="236"/>
                  </a:lnTo>
                  <a:lnTo>
                    <a:pt x="243" y="222"/>
                  </a:lnTo>
                  <a:lnTo>
                    <a:pt x="234" y="222"/>
                  </a:lnTo>
                  <a:lnTo>
                    <a:pt x="234" y="204"/>
                  </a:lnTo>
                  <a:lnTo>
                    <a:pt x="230" y="206"/>
                  </a:lnTo>
                  <a:lnTo>
                    <a:pt x="227" y="198"/>
                  </a:lnTo>
                  <a:lnTo>
                    <a:pt x="220" y="194"/>
                  </a:lnTo>
                  <a:lnTo>
                    <a:pt x="201" y="194"/>
                  </a:lnTo>
                  <a:lnTo>
                    <a:pt x="183" y="195"/>
                  </a:lnTo>
                  <a:lnTo>
                    <a:pt x="173" y="190"/>
                  </a:lnTo>
                  <a:lnTo>
                    <a:pt x="166" y="187"/>
                  </a:lnTo>
                  <a:lnTo>
                    <a:pt x="147" y="174"/>
                  </a:lnTo>
                  <a:lnTo>
                    <a:pt x="116" y="179"/>
                  </a:lnTo>
                  <a:lnTo>
                    <a:pt x="126" y="236"/>
                  </a:lnTo>
                  <a:lnTo>
                    <a:pt x="124" y="236"/>
                  </a:lnTo>
                  <a:lnTo>
                    <a:pt x="119" y="237"/>
                  </a:lnTo>
                  <a:lnTo>
                    <a:pt x="111" y="228"/>
                  </a:lnTo>
                  <a:lnTo>
                    <a:pt x="103" y="224"/>
                  </a:lnTo>
                  <a:lnTo>
                    <a:pt x="95" y="223"/>
                  </a:lnTo>
                  <a:lnTo>
                    <a:pt x="90" y="224"/>
                  </a:lnTo>
                  <a:lnTo>
                    <a:pt x="82" y="231"/>
                  </a:lnTo>
                  <a:lnTo>
                    <a:pt x="82" y="228"/>
                  </a:lnTo>
                  <a:lnTo>
                    <a:pt x="81" y="225"/>
                  </a:lnTo>
                  <a:lnTo>
                    <a:pt x="82" y="222"/>
                  </a:lnTo>
                  <a:lnTo>
                    <a:pt x="83" y="219"/>
                  </a:lnTo>
                  <a:lnTo>
                    <a:pt x="83" y="218"/>
                  </a:lnTo>
                  <a:lnTo>
                    <a:pt x="83" y="216"/>
                  </a:lnTo>
                  <a:lnTo>
                    <a:pt x="82" y="216"/>
                  </a:lnTo>
                  <a:lnTo>
                    <a:pt x="79" y="216"/>
                  </a:lnTo>
                  <a:lnTo>
                    <a:pt x="78" y="215"/>
                  </a:lnTo>
                  <a:lnTo>
                    <a:pt x="75" y="215"/>
                  </a:lnTo>
                  <a:lnTo>
                    <a:pt x="74" y="216"/>
                  </a:lnTo>
                  <a:lnTo>
                    <a:pt x="73" y="215"/>
                  </a:lnTo>
                  <a:lnTo>
                    <a:pt x="72" y="214"/>
                  </a:lnTo>
                  <a:lnTo>
                    <a:pt x="72" y="212"/>
                  </a:lnTo>
                  <a:lnTo>
                    <a:pt x="70" y="211"/>
                  </a:lnTo>
                  <a:lnTo>
                    <a:pt x="69" y="210"/>
                  </a:lnTo>
                  <a:lnTo>
                    <a:pt x="69" y="210"/>
                  </a:lnTo>
                  <a:lnTo>
                    <a:pt x="66" y="211"/>
                  </a:lnTo>
                  <a:lnTo>
                    <a:pt x="65" y="211"/>
                  </a:lnTo>
                  <a:lnTo>
                    <a:pt x="65" y="208"/>
                  </a:lnTo>
                  <a:lnTo>
                    <a:pt x="65" y="206"/>
                  </a:lnTo>
                  <a:lnTo>
                    <a:pt x="62" y="202"/>
                  </a:lnTo>
                  <a:lnTo>
                    <a:pt x="61" y="200"/>
                  </a:lnTo>
                  <a:lnTo>
                    <a:pt x="60" y="200"/>
                  </a:lnTo>
                  <a:lnTo>
                    <a:pt x="60" y="198"/>
                  </a:lnTo>
                  <a:lnTo>
                    <a:pt x="58" y="197"/>
                  </a:lnTo>
                  <a:lnTo>
                    <a:pt x="57" y="195"/>
                  </a:lnTo>
                  <a:lnTo>
                    <a:pt x="56" y="194"/>
                  </a:lnTo>
                  <a:lnTo>
                    <a:pt x="53" y="194"/>
                  </a:lnTo>
                  <a:lnTo>
                    <a:pt x="52" y="193"/>
                  </a:lnTo>
                  <a:lnTo>
                    <a:pt x="52" y="191"/>
                  </a:lnTo>
                  <a:lnTo>
                    <a:pt x="53" y="190"/>
                  </a:lnTo>
                  <a:lnTo>
                    <a:pt x="54" y="190"/>
                  </a:lnTo>
                  <a:lnTo>
                    <a:pt x="57" y="190"/>
                  </a:lnTo>
                  <a:lnTo>
                    <a:pt x="58" y="190"/>
                  </a:lnTo>
                  <a:lnTo>
                    <a:pt x="60" y="190"/>
                  </a:lnTo>
                  <a:lnTo>
                    <a:pt x="61" y="191"/>
                  </a:lnTo>
                  <a:lnTo>
                    <a:pt x="62" y="190"/>
                  </a:lnTo>
                  <a:lnTo>
                    <a:pt x="64" y="189"/>
                  </a:lnTo>
                  <a:lnTo>
                    <a:pt x="65" y="190"/>
                  </a:lnTo>
                  <a:lnTo>
                    <a:pt x="66" y="190"/>
                  </a:lnTo>
                  <a:lnTo>
                    <a:pt x="65" y="189"/>
                  </a:lnTo>
                  <a:lnTo>
                    <a:pt x="64" y="189"/>
                  </a:lnTo>
                  <a:lnTo>
                    <a:pt x="62" y="189"/>
                  </a:lnTo>
                  <a:lnTo>
                    <a:pt x="62" y="186"/>
                  </a:lnTo>
                  <a:lnTo>
                    <a:pt x="60" y="183"/>
                  </a:lnTo>
                  <a:lnTo>
                    <a:pt x="60" y="182"/>
                  </a:lnTo>
                  <a:lnTo>
                    <a:pt x="61" y="182"/>
                  </a:lnTo>
                  <a:lnTo>
                    <a:pt x="61" y="179"/>
                  </a:lnTo>
                  <a:lnTo>
                    <a:pt x="61" y="178"/>
                  </a:lnTo>
                  <a:lnTo>
                    <a:pt x="62" y="177"/>
                  </a:lnTo>
                  <a:lnTo>
                    <a:pt x="65" y="177"/>
                  </a:lnTo>
                  <a:lnTo>
                    <a:pt x="66" y="175"/>
                  </a:lnTo>
                  <a:lnTo>
                    <a:pt x="69" y="177"/>
                  </a:lnTo>
                  <a:lnTo>
                    <a:pt x="70" y="175"/>
                  </a:lnTo>
                  <a:lnTo>
                    <a:pt x="73" y="175"/>
                  </a:lnTo>
                  <a:lnTo>
                    <a:pt x="74" y="177"/>
                  </a:lnTo>
                  <a:lnTo>
                    <a:pt x="74" y="175"/>
                  </a:lnTo>
                  <a:lnTo>
                    <a:pt x="77" y="175"/>
                  </a:lnTo>
                  <a:lnTo>
                    <a:pt x="78" y="178"/>
                  </a:lnTo>
                  <a:lnTo>
                    <a:pt x="81" y="178"/>
                  </a:lnTo>
                  <a:lnTo>
                    <a:pt x="82" y="177"/>
                  </a:lnTo>
                  <a:lnTo>
                    <a:pt x="83" y="175"/>
                  </a:lnTo>
                  <a:lnTo>
                    <a:pt x="81" y="175"/>
                  </a:lnTo>
                  <a:lnTo>
                    <a:pt x="79" y="174"/>
                  </a:lnTo>
                  <a:lnTo>
                    <a:pt x="78" y="172"/>
                  </a:lnTo>
                  <a:lnTo>
                    <a:pt x="78" y="169"/>
                  </a:lnTo>
                  <a:lnTo>
                    <a:pt x="79" y="168"/>
                  </a:lnTo>
                  <a:lnTo>
                    <a:pt x="81" y="168"/>
                  </a:lnTo>
                  <a:lnTo>
                    <a:pt x="79" y="166"/>
                  </a:lnTo>
                  <a:lnTo>
                    <a:pt x="79" y="165"/>
                  </a:lnTo>
                  <a:lnTo>
                    <a:pt x="78" y="164"/>
                  </a:lnTo>
                  <a:lnTo>
                    <a:pt x="79" y="162"/>
                  </a:lnTo>
                  <a:lnTo>
                    <a:pt x="79" y="160"/>
                  </a:lnTo>
                  <a:lnTo>
                    <a:pt x="78" y="158"/>
                  </a:lnTo>
                  <a:lnTo>
                    <a:pt x="78" y="157"/>
                  </a:lnTo>
                  <a:lnTo>
                    <a:pt x="78" y="156"/>
                  </a:lnTo>
                  <a:lnTo>
                    <a:pt x="78" y="154"/>
                  </a:lnTo>
                  <a:lnTo>
                    <a:pt x="77" y="154"/>
                  </a:lnTo>
                  <a:lnTo>
                    <a:pt x="75" y="153"/>
                  </a:lnTo>
                  <a:lnTo>
                    <a:pt x="75" y="152"/>
                  </a:lnTo>
                  <a:lnTo>
                    <a:pt x="72" y="152"/>
                  </a:lnTo>
                  <a:lnTo>
                    <a:pt x="70" y="152"/>
                  </a:lnTo>
                  <a:lnTo>
                    <a:pt x="69" y="152"/>
                  </a:lnTo>
                  <a:lnTo>
                    <a:pt x="69" y="152"/>
                  </a:lnTo>
                  <a:lnTo>
                    <a:pt x="68" y="153"/>
                  </a:lnTo>
                  <a:lnTo>
                    <a:pt x="68" y="154"/>
                  </a:lnTo>
                  <a:lnTo>
                    <a:pt x="66" y="154"/>
                  </a:lnTo>
                  <a:lnTo>
                    <a:pt x="64" y="154"/>
                  </a:lnTo>
                  <a:lnTo>
                    <a:pt x="64" y="153"/>
                  </a:lnTo>
                  <a:lnTo>
                    <a:pt x="62" y="153"/>
                  </a:lnTo>
                  <a:lnTo>
                    <a:pt x="62" y="154"/>
                  </a:lnTo>
                  <a:lnTo>
                    <a:pt x="61" y="153"/>
                  </a:lnTo>
                  <a:lnTo>
                    <a:pt x="61" y="150"/>
                  </a:lnTo>
                  <a:lnTo>
                    <a:pt x="60" y="150"/>
                  </a:lnTo>
                  <a:lnTo>
                    <a:pt x="60" y="152"/>
                  </a:lnTo>
                  <a:lnTo>
                    <a:pt x="58" y="152"/>
                  </a:lnTo>
                  <a:lnTo>
                    <a:pt x="57" y="150"/>
                  </a:lnTo>
                  <a:lnTo>
                    <a:pt x="53" y="150"/>
                  </a:lnTo>
                  <a:lnTo>
                    <a:pt x="52" y="152"/>
                  </a:lnTo>
                  <a:lnTo>
                    <a:pt x="52" y="154"/>
                  </a:lnTo>
                  <a:lnTo>
                    <a:pt x="50" y="154"/>
                  </a:lnTo>
                  <a:lnTo>
                    <a:pt x="50" y="153"/>
                  </a:lnTo>
                  <a:lnTo>
                    <a:pt x="49" y="153"/>
                  </a:lnTo>
                  <a:lnTo>
                    <a:pt x="48" y="156"/>
                  </a:lnTo>
                  <a:lnTo>
                    <a:pt x="47" y="156"/>
                  </a:lnTo>
                  <a:lnTo>
                    <a:pt x="45" y="157"/>
                  </a:lnTo>
                  <a:lnTo>
                    <a:pt x="44" y="158"/>
                  </a:lnTo>
                  <a:lnTo>
                    <a:pt x="43" y="158"/>
                  </a:lnTo>
                  <a:lnTo>
                    <a:pt x="41" y="160"/>
                  </a:lnTo>
                  <a:lnTo>
                    <a:pt x="41" y="161"/>
                  </a:lnTo>
                  <a:lnTo>
                    <a:pt x="40" y="160"/>
                  </a:lnTo>
                  <a:lnTo>
                    <a:pt x="39" y="160"/>
                  </a:lnTo>
                  <a:lnTo>
                    <a:pt x="39" y="161"/>
                  </a:lnTo>
                  <a:lnTo>
                    <a:pt x="36" y="161"/>
                  </a:lnTo>
                  <a:lnTo>
                    <a:pt x="36" y="160"/>
                  </a:lnTo>
                  <a:lnTo>
                    <a:pt x="35" y="160"/>
                  </a:lnTo>
                  <a:lnTo>
                    <a:pt x="32" y="157"/>
                  </a:lnTo>
                  <a:lnTo>
                    <a:pt x="29" y="158"/>
                  </a:lnTo>
                  <a:lnTo>
                    <a:pt x="24" y="156"/>
                  </a:lnTo>
                  <a:lnTo>
                    <a:pt x="25" y="154"/>
                  </a:lnTo>
                  <a:lnTo>
                    <a:pt x="29" y="154"/>
                  </a:lnTo>
                  <a:lnTo>
                    <a:pt x="24" y="145"/>
                  </a:lnTo>
                  <a:lnTo>
                    <a:pt x="19" y="141"/>
                  </a:lnTo>
                  <a:lnTo>
                    <a:pt x="12" y="139"/>
                  </a:lnTo>
                  <a:lnTo>
                    <a:pt x="11" y="140"/>
                  </a:lnTo>
                  <a:lnTo>
                    <a:pt x="7" y="137"/>
                  </a:lnTo>
                  <a:lnTo>
                    <a:pt x="7" y="135"/>
                  </a:lnTo>
                  <a:lnTo>
                    <a:pt x="6" y="132"/>
                  </a:lnTo>
                  <a:lnTo>
                    <a:pt x="0" y="131"/>
                  </a:lnTo>
                  <a:lnTo>
                    <a:pt x="3" y="125"/>
                  </a:lnTo>
                  <a:lnTo>
                    <a:pt x="3" y="119"/>
                  </a:lnTo>
                  <a:lnTo>
                    <a:pt x="2" y="116"/>
                  </a:lnTo>
                  <a:lnTo>
                    <a:pt x="2" y="111"/>
                  </a:lnTo>
                  <a:lnTo>
                    <a:pt x="3" y="110"/>
                  </a:lnTo>
                  <a:lnTo>
                    <a:pt x="7" y="106"/>
                  </a:lnTo>
                  <a:lnTo>
                    <a:pt x="7" y="103"/>
                  </a:lnTo>
                  <a:lnTo>
                    <a:pt x="8" y="100"/>
                  </a:lnTo>
                  <a:lnTo>
                    <a:pt x="15" y="107"/>
                  </a:lnTo>
                  <a:lnTo>
                    <a:pt x="15" y="108"/>
                  </a:lnTo>
                  <a:lnTo>
                    <a:pt x="19" y="111"/>
                  </a:lnTo>
                  <a:lnTo>
                    <a:pt x="23" y="111"/>
                  </a:lnTo>
                  <a:lnTo>
                    <a:pt x="23" y="107"/>
                  </a:lnTo>
                  <a:lnTo>
                    <a:pt x="24" y="106"/>
                  </a:lnTo>
                  <a:lnTo>
                    <a:pt x="22" y="97"/>
                  </a:lnTo>
                  <a:lnTo>
                    <a:pt x="24" y="97"/>
                  </a:lnTo>
                  <a:lnTo>
                    <a:pt x="28" y="97"/>
                  </a:lnTo>
                  <a:lnTo>
                    <a:pt x="28" y="93"/>
                  </a:lnTo>
                  <a:lnTo>
                    <a:pt x="27" y="91"/>
                  </a:lnTo>
                  <a:lnTo>
                    <a:pt x="28" y="89"/>
                  </a:lnTo>
                  <a:lnTo>
                    <a:pt x="31" y="86"/>
                  </a:lnTo>
                  <a:lnTo>
                    <a:pt x="32" y="86"/>
                  </a:lnTo>
                  <a:lnTo>
                    <a:pt x="33" y="83"/>
                  </a:lnTo>
                  <a:lnTo>
                    <a:pt x="36" y="82"/>
                  </a:lnTo>
                  <a:lnTo>
                    <a:pt x="39" y="82"/>
                  </a:lnTo>
                  <a:lnTo>
                    <a:pt x="39" y="79"/>
                  </a:lnTo>
                  <a:lnTo>
                    <a:pt x="37" y="78"/>
                  </a:lnTo>
                  <a:lnTo>
                    <a:pt x="39" y="77"/>
                  </a:lnTo>
                  <a:lnTo>
                    <a:pt x="41" y="78"/>
                  </a:lnTo>
                  <a:lnTo>
                    <a:pt x="45" y="79"/>
                  </a:lnTo>
                  <a:lnTo>
                    <a:pt x="44" y="81"/>
                  </a:lnTo>
                  <a:lnTo>
                    <a:pt x="43" y="83"/>
                  </a:lnTo>
                  <a:lnTo>
                    <a:pt x="44" y="85"/>
                  </a:lnTo>
                  <a:lnTo>
                    <a:pt x="47" y="83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8" y="82"/>
                  </a:lnTo>
                  <a:lnTo>
                    <a:pt x="50" y="81"/>
                  </a:lnTo>
                  <a:lnTo>
                    <a:pt x="50" y="79"/>
                  </a:lnTo>
                  <a:lnTo>
                    <a:pt x="53" y="79"/>
                  </a:lnTo>
                  <a:lnTo>
                    <a:pt x="54" y="77"/>
                  </a:lnTo>
                  <a:lnTo>
                    <a:pt x="57" y="77"/>
                  </a:lnTo>
                  <a:lnTo>
                    <a:pt x="58" y="81"/>
                  </a:lnTo>
                  <a:lnTo>
                    <a:pt x="61" y="82"/>
                  </a:lnTo>
                  <a:lnTo>
                    <a:pt x="65" y="81"/>
                  </a:lnTo>
                  <a:lnTo>
                    <a:pt x="68" y="81"/>
                  </a:lnTo>
                  <a:lnTo>
                    <a:pt x="69" y="82"/>
                  </a:lnTo>
                  <a:lnTo>
                    <a:pt x="70" y="82"/>
                  </a:lnTo>
                  <a:lnTo>
                    <a:pt x="73" y="86"/>
                  </a:lnTo>
                  <a:lnTo>
                    <a:pt x="75" y="86"/>
                  </a:lnTo>
                  <a:lnTo>
                    <a:pt x="77" y="89"/>
                  </a:lnTo>
                  <a:lnTo>
                    <a:pt x="79" y="91"/>
                  </a:lnTo>
                  <a:lnTo>
                    <a:pt x="82" y="91"/>
                  </a:lnTo>
                  <a:lnTo>
                    <a:pt x="83" y="93"/>
                  </a:lnTo>
                  <a:lnTo>
                    <a:pt x="83" y="95"/>
                  </a:lnTo>
                  <a:lnTo>
                    <a:pt x="85" y="95"/>
                  </a:lnTo>
                  <a:lnTo>
                    <a:pt x="86" y="94"/>
                  </a:lnTo>
                  <a:lnTo>
                    <a:pt x="86" y="90"/>
                  </a:lnTo>
                  <a:lnTo>
                    <a:pt x="89" y="89"/>
                  </a:lnTo>
                  <a:lnTo>
                    <a:pt x="90" y="91"/>
                  </a:lnTo>
                  <a:lnTo>
                    <a:pt x="94" y="91"/>
                  </a:lnTo>
                  <a:lnTo>
                    <a:pt x="95" y="94"/>
                  </a:lnTo>
                  <a:lnTo>
                    <a:pt x="98" y="95"/>
                  </a:lnTo>
                  <a:lnTo>
                    <a:pt x="101" y="93"/>
                  </a:lnTo>
                  <a:lnTo>
                    <a:pt x="101" y="89"/>
                  </a:lnTo>
                  <a:lnTo>
                    <a:pt x="103" y="87"/>
                  </a:lnTo>
                  <a:lnTo>
                    <a:pt x="103" y="86"/>
                  </a:lnTo>
                  <a:lnTo>
                    <a:pt x="104" y="85"/>
                  </a:lnTo>
                  <a:lnTo>
                    <a:pt x="107" y="87"/>
                  </a:lnTo>
                  <a:lnTo>
                    <a:pt x="107" y="85"/>
                  </a:lnTo>
                  <a:lnTo>
                    <a:pt x="110" y="85"/>
                  </a:lnTo>
                  <a:lnTo>
                    <a:pt x="114" y="87"/>
                  </a:lnTo>
                  <a:lnTo>
                    <a:pt x="114" y="89"/>
                  </a:lnTo>
                  <a:lnTo>
                    <a:pt x="118" y="89"/>
                  </a:lnTo>
                  <a:lnTo>
                    <a:pt x="118" y="86"/>
                  </a:lnTo>
                  <a:lnTo>
                    <a:pt x="119" y="85"/>
                  </a:lnTo>
                  <a:lnTo>
                    <a:pt x="122" y="86"/>
                  </a:lnTo>
                  <a:lnTo>
                    <a:pt x="123" y="83"/>
                  </a:lnTo>
                  <a:lnTo>
                    <a:pt x="126" y="85"/>
                  </a:lnTo>
                  <a:lnTo>
                    <a:pt x="128" y="86"/>
                  </a:lnTo>
                  <a:lnTo>
                    <a:pt x="127" y="87"/>
                  </a:lnTo>
                  <a:lnTo>
                    <a:pt x="126" y="89"/>
                  </a:lnTo>
                  <a:lnTo>
                    <a:pt x="127" y="91"/>
                  </a:lnTo>
                  <a:lnTo>
                    <a:pt x="129" y="93"/>
                  </a:lnTo>
                  <a:lnTo>
                    <a:pt x="131" y="91"/>
                  </a:lnTo>
                  <a:lnTo>
                    <a:pt x="132" y="93"/>
                  </a:lnTo>
                  <a:lnTo>
                    <a:pt x="136" y="93"/>
                  </a:lnTo>
                  <a:lnTo>
                    <a:pt x="140" y="94"/>
                  </a:lnTo>
                  <a:lnTo>
                    <a:pt x="143" y="94"/>
                  </a:lnTo>
                  <a:lnTo>
                    <a:pt x="144" y="91"/>
                  </a:lnTo>
                  <a:lnTo>
                    <a:pt x="144" y="89"/>
                  </a:lnTo>
                  <a:lnTo>
                    <a:pt x="145" y="89"/>
                  </a:lnTo>
                  <a:lnTo>
                    <a:pt x="149" y="90"/>
                  </a:lnTo>
                  <a:lnTo>
                    <a:pt x="152" y="91"/>
                  </a:lnTo>
                  <a:lnTo>
                    <a:pt x="156" y="90"/>
                  </a:lnTo>
                  <a:lnTo>
                    <a:pt x="157" y="87"/>
                  </a:lnTo>
                  <a:lnTo>
                    <a:pt x="157" y="78"/>
                  </a:lnTo>
                  <a:lnTo>
                    <a:pt x="156" y="77"/>
                  </a:lnTo>
                  <a:lnTo>
                    <a:pt x="152" y="77"/>
                  </a:lnTo>
                  <a:lnTo>
                    <a:pt x="149" y="75"/>
                  </a:lnTo>
                  <a:lnTo>
                    <a:pt x="149" y="74"/>
                  </a:lnTo>
                  <a:lnTo>
                    <a:pt x="147" y="73"/>
                  </a:lnTo>
                  <a:lnTo>
                    <a:pt x="145" y="72"/>
                  </a:lnTo>
                  <a:lnTo>
                    <a:pt x="143" y="72"/>
                  </a:lnTo>
                  <a:lnTo>
                    <a:pt x="143" y="70"/>
                  </a:lnTo>
                  <a:lnTo>
                    <a:pt x="141" y="69"/>
                  </a:lnTo>
                  <a:lnTo>
                    <a:pt x="141" y="68"/>
                  </a:lnTo>
                  <a:lnTo>
                    <a:pt x="144" y="68"/>
                  </a:lnTo>
                  <a:lnTo>
                    <a:pt x="144" y="65"/>
                  </a:lnTo>
                  <a:lnTo>
                    <a:pt x="147" y="62"/>
                  </a:lnTo>
                  <a:lnTo>
                    <a:pt x="145" y="60"/>
                  </a:lnTo>
                  <a:lnTo>
                    <a:pt x="144" y="60"/>
                  </a:lnTo>
                  <a:lnTo>
                    <a:pt x="144" y="57"/>
                  </a:lnTo>
                  <a:lnTo>
                    <a:pt x="147" y="53"/>
                  </a:lnTo>
                  <a:lnTo>
                    <a:pt x="149" y="50"/>
                  </a:lnTo>
                  <a:lnTo>
                    <a:pt x="153" y="50"/>
                  </a:lnTo>
                  <a:lnTo>
                    <a:pt x="156" y="52"/>
                  </a:lnTo>
                  <a:lnTo>
                    <a:pt x="157" y="50"/>
                  </a:lnTo>
                  <a:lnTo>
                    <a:pt x="157" y="48"/>
                  </a:lnTo>
                  <a:lnTo>
                    <a:pt x="154" y="48"/>
                  </a:lnTo>
                  <a:lnTo>
                    <a:pt x="153" y="45"/>
                  </a:lnTo>
                  <a:lnTo>
                    <a:pt x="151" y="45"/>
                  </a:lnTo>
                  <a:lnTo>
                    <a:pt x="149" y="47"/>
                  </a:lnTo>
                  <a:lnTo>
                    <a:pt x="147" y="45"/>
                  </a:lnTo>
                  <a:lnTo>
                    <a:pt x="144" y="45"/>
                  </a:lnTo>
                  <a:lnTo>
                    <a:pt x="144" y="44"/>
                  </a:lnTo>
                  <a:lnTo>
                    <a:pt x="145" y="43"/>
                  </a:lnTo>
                  <a:lnTo>
                    <a:pt x="148" y="43"/>
                  </a:lnTo>
                  <a:lnTo>
                    <a:pt x="147" y="40"/>
                  </a:lnTo>
                  <a:lnTo>
                    <a:pt x="144" y="41"/>
                  </a:lnTo>
                  <a:lnTo>
                    <a:pt x="143" y="40"/>
                  </a:lnTo>
                  <a:lnTo>
                    <a:pt x="143" y="39"/>
                  </a:lnTo>
                  <a:lnTo>
                    <a:pt x="141" y="36"/>
                  </a:lnTo>
                  <a:lnTo>
                    <a:pt x="143" y="36"/>
                  </a:lnTo>
                  <a:lnTo>
                    <a:pt x="145" y="35"/>
                  </a:lnTo>
                  <a:lnTo>
                    <a:pt x="147" y="33"/>
                  </a:lnTo>
                  <a:lnTo>
                    <a:pt x="148" y="33"/>
                  </a:lnTo>
                  <a:lnTo>
                    <a:pt x="149" y="35"/>
                  </a:lnTo>
                  <a:lnTo>
                    <a:pt x="152" y="35"/>
                  </a:lnTo>
                  <a:lnTo>
                    <a:pt x="154" y="36"/>
                  </a:lnTo>
                  <a:lnTo>
                    <a:pt x="154" y="35"/>
                  </a:lnTo>
                  <a:lnTo>
                    <a:pt x="154" y="33"/>
                  </a:lnTo>
                  <a:lnTo>
                    <a:pt x="157" y="32"/>
                  </a:lnTo>
                  <a:lnTo>
                    <a:pt x="158" y="32"/>
                  </a:lnTo>
                  <a:lnTo>
                    <a:pt x="160" y="35"/>
                  </a:lnTo>
                  <a:lnTo>
                    <a:pt x="161" y="33"/>
                  </a:lnTo>
                  <a:lnTo>
                    <a:pt x="162" y="31"/>
                  </a:lnTo>
                  <a:lnTo>
                    <a:pt x="166" y="29"/>
                  </a:lnTo>
                  <a:lnTo>
                    <a:pt x="169" y="29"/>
                  </a:lnTo>
                  <a:lnTo>
                    <a:pt x="172" y="28"/>
                  </a:lnTo>
                  <a:lnTo>
                    <a:pt x="174" y="28"/>
                  </a:lnTo>
                  <a:lnTo>
                    <a:pt x="176" y="27"/>
                  </a:lnTo>
                  <a:lnTo>
                    <a:pt x="178" y="25"/>
                  </a:lnTo>
                  <a:lnTo>
                    <a:pt x="181" y="25"/>
                  </a:lnTo>
                  <a:lnTo>
                    <a:pt x="183" y="24"/>
                  </a:lnTo>
                  <a:lnTo>
                    <a:pt x="185" y="24"/>
                  </a:lnTo>
                  <a:lnTo>
                    <a:pt x="186" y="24"/>
                  </a:lnTo>
                  <a:lnTo>
                    <a:pt x="187" y="23"/>
                  </a:lnTo>
                  <a:lnTo>
                    <a:pt x="187" y="22"/>
                  </a:lnTo>
                  <a:lnTo>
                    <a:pt x="189" y="20"/>
                  </a:lnTo>
                  <a:lnTo>
                    <a:pt x="191" y="20"/>
                  </a:lnTo>
                  <a:lnTo>
                    <a:pt x="191" y="18"/>
                  </a:lnTo>
                  <a:lnTo>
                    <a:pt x="193" y="18"/>
                  </a:lnTo>
                  <a:lnTo>
                    <a:pt x="194" y="18"/>
                  </a:lnTo>
                  <a:lnTo>
                    <a:pt x="197" y="19"/>
                  </a:lnTo>
                  <a:lnTo>
                    <a:pt x="198" y="18"/>
                  </a:lnTo>
                  <a:lnTo>
                    <a:pt x="201" y="16"/>
                  </a:lnTo>
                  <a:lnTo>
                    <a:pt x="206" y="12"/>
                  </a:lnTo>
                  <a:lnTo>
                    <a:pt x="207" y="12"/>
                  </a:lnTo>
                  <a:lnTo>
                    <a:pt x="208" y="12"/>
                  </a:lnTo>
                  <a:lnTo>
                    <a:pt x="211" y="11"/>
                  </a:lnTo>
                  <a:lnTo>
                    <a:pt x="212" y="10"/>
                  </a:lnTo>
                  <a:lnTo>
                    <a:pt x="214" y="10"/>
                  </a:lnTo>
                  <a:lnTo>
                    <a:pt x="218" y="10"/>
                  </a:lnTo>
                  <a:lnTo>
                    <a:pt x="218" y="7"/>
                  </a:lnTo>
                  <a:lnTo>
                    <a:pt x="216" y="6"/>
                  </a:lnTo>
                  <a:lnTo>
                    <a:pt x="218" y="6"/>
                  </a:lnTo>
                  <a:lnTo>
                    <a:pt x="220" y="4"/>
                  </a:lnTo>
                  <a:lnTo>
                    <a:pt x="222" y="3"/>
                  </a:lnTo>
                  <a:lnTo>
                    <a:pt x="223" y="2"/>
                  </a:lnTo>
                  <a:lnTo>
                    <a:pt x="226" y="2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7" name="Freeform 349">
              <a:extLst>
                <a:ext uri="{FF2B5EF4-FFF2-40B4-BE49-F238E27FC236}">
                  <a16:creationId xmlns:a16="http://schemas.microsoft.com/office/drawing/2014/main" id="{127C3D43-F258-43A7-9104-2E17C5A67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388278" y="2551671"/>
              <a:ext cx="1731841" cy="1079002"/>
            </a:xfrm>
            <a:custGeom>
              <a:avLst/>
              <a:gdLst>
                <a:gd name="T0" fmla="*/ 50 w 191"/>
                <a:gd name="T1" fmla="*/ 13 h 119"/>
                <a:gd name="T2" fmla="*/ 67 w 191"/>
                <a:gd name="T3" fmla="*/ 21 h 119"/>
                <a:gd name="T4" fmla="*/ 104 w 191"/>
                <a:gd name="T5" fmla="*/ 20 h 119"/>
                <a:gd name="T6" fmla="*/ 114 w 191"/>
                <a:gd name="T7" fmla="*/ 32 h 119"/>
                <a:gd name="T8" fmla="*/ 118 w 191"/>
                <a:gd name="T9" fmla="*/ 48 h 119"/>
                <a:gd name="T10" fmla="*/ 131 w 191"/>
                <a:gd name="T11" fmla="*/ 62 h 119"/>
                <a:gd name="T12" fmla="*/ 139 w 191"/>
                <a:gd name="T13" fmla="*/ 59 h 119"/>
                <a:gd name="T14" fmla="*/ 146 w 191"/>
                <a:gd name="T15" fmla="*/ 59 h 119"/>
                <a:gd name="T16" fmla="*/ 153 w 191"/>
                <a:gd name="T17" fmla="*/ 62 h 119"/>
                <a:gd name="T18" fmla="*/ 160 w 191"/>
                <a:gd name="T19" fmla="*/ 54 h 119"/>
                <a:gd name="T20" fmla="*/ 164 w 191"/>
                <a:gd name="T21" fmla="*/ 49 h 119"/>
                <a:gd name="T22" fmla="*/ 170 w 191"/>
                <a:gd name="T23" fmla="*/ 42 h 119"/>
                <a:gd name="T24" fmla="*/ 174 w 191"/>
                <a:gd name="T25" fmla="*/ 40 h 119"/>
                <a:gd name="T26" fmla="*/ 170 w 191"/>
                <a:gd name="T27" fmla="*/ 48 h 119"/>
                <a:gd name="T28" fmla="*/ 171 w 191"/>
                <a:gd name="T29" fmla="*/ 53 h 119"/>
                <a:gd name="T30" fmla="*/ 178 w 191"/>
                <a:gd name="T31" fmla="*/ 55 h 119"/>
                <a:gd name="T32" fmla="*/ 183 w 191"/>
                <a:gd name="T33" fmla="*/ 54 h 119"/>
                <a:gd name="T34" fmla="*/ 185 w 191"/>
                <a:gd name="T35" fmla="*/ 51 h 119"/>
                <a:gd name="T36" fmla="*/ 191 w 191"/>
                <a:gd name="T37" fmla="*/ 58 h 119"/>
                <a:gd name="T38" fmla="*/ 183 w 191"/>
                <a:gd name="T39" fmla="*/ 62 h 119"/>
                <a:gd name="T40" fmla="*/ 177 w 191"/>
                <a:gd name="T41" fmla="*/ 61 h 119"/>
                <a:gd name="T42" fmla="*/ 170 w 191"/>
                <a:gd name="T43" fmla="*/ 62 h 119"/>
                <a:gd name="T44" fmla="*/ 165 w 191"/>
                <a:gd name="T45" fmla="*/ 65 h 119"/>
                <a:gd name="T46" fmla="*/ 162 w 191"/>
                <a:gd name="T47" fmla="*/ 69 h 119"/>
                <a:gd name="T48" fmla="*/ 165 w 191"/>
                <a:gd name="T49" fmla="*/ 73 h 119"/>
                <a:gd name="T50" fmla="*/ 156 w 191"/>
                <a:gd name="T51" fmla="*/ 75 h 119"/>
                <a:gd name="T52" fmla="*/ 158 w 191"/>
                <a:gd name="T53" fmla="*/ 78 h 119"/>
                <a:gd name="T54" fmla="*/ 153 w 191"/>
                <a:gd name="T55" fmla="*/ 83 h 119"/>
                <a:gd name="T56" fmla="*/ 145 w 191"/>
                <a:gd name="T57" fmla="*/ 82 h 119"/>
                <a:gd name="T58" fmla="*/ 144 w 191"/>
                <a:gd name="T59" fmla="*/ 88 h 119"/>
                <a:gd name="T60" fmla="*/ 149 w 191"/>
                <a:gd name="T61" fmla="*/ 91 h 119"/>
                <a:gd name="T62" fmla="*/ 153 w 191"/>
                <a:gd name="T63" fmla="*/ 94 h 119"/>
                <a:gd name="T64" fmla="*/ 153 w 191"/>
                <a:gd name="T65" fmla="*/ 99 h 119"/>
                <a:gd name="T66" fmla="*/ 156 w 191"/>
                <a:gd name="T67" fmla="*/ 104 h 119"/>
                <a:gd name="T68" fmla="*/ 152 w 191"/>
                <a:gd name="T69" fmla="*/ 111 h 119"/>
                <a:gd name="T70" fmla="*/ 150 w 191"/>
                <a:gd name="T71" fmla="*/ 117 h 119"/>
                <a:gd name="T72" fmla="*/ 146 w 191"/>
                <a:gd name="T73" fmla="*/ 119 h 119"/>
                <a:gd name="T74" fmla="*/ 143 w 191"/>
                <a:gd name="T75" fmla="*/ 116 h 119"/>
                <a:gd name="T76" fmla="*/ 137 w 191"/>
                <a:gd name="T77" fmla="*/ 116 h 119"/>
                <a:gd name="T78" fmla="*/ 136 w 191"/>
                <a:gd name="T79" fmla="*/ 108 h 119"/>
                <a:gd name="T80" fmla="*/ 131 w 191"/>
                <a:gd name="T81" fmla="*/ 105 h 119"/>
                <a:gd name="T82" fmla="*/ 123 w 191"/>
                <a:gd name="T83" fmla="*/ 103 h 119"/>
                <a:gd name="T84" fmla="*/ 106 w 191"/>
                <a:gd name="T85" fmla="*/ 94 h 119"/>
                <a:gd name="T86" fmla="*/ 90 w 191"/>
                <a:gd name="T87" fmla="*/ 82 h 119"/>
                <a:gd name="T88" fmla="*/ 83 w 191"/>
                <a:gd name="T89" fmla="*/ 75 h 119"/>
                <a:gd name="T90" fmla="*/ 79 w 191"/>
                <a:gd name="T91" fmla="*/ 71 h 119"/>
                <a:gd name="T92" fmla="*/ 73 w 191"/>
                <a:gd name="T93" fmla="*/ 61 h 119"/>
                <a:gd name="T94" fmla="*/ 69 w 191"/>
                <a:gd name="T95" fmla="*/ 61 h 119"/>
                <a:gd name="T96" fmla="*/ 53 w 191"/>
                <a:gd name="T97" fmla="*/ 53 h 119"/>
                <a:gd name="T98" fmla="*/ 45 w 191"/>
                <a:gd name="T99" fmla="*/ 46 h 119"/>
                <a:gd name="T100" fmla="*/ 31 w 191"/>
                <a:gd name="T101" fmla="*/ 41 h 119"/>
                <a:gd name="T102" fmla="*/ 32 w 191"/>
                <a:gd name="T103" fmla="*/ 45 h 119"/>
                <a:gd name="T104" fmla="*/ 27 w 191"/>
                <a:gd name="T105" fmla="*/ 45 h 119"/>
                <a:gd name="T106" fmla="*/ 21 w 191"/>
                <a:gd name="T107" fmla="*/ 49 h 119"/>
                <a:gd name="T108" fmla="*/ 19 w 191"/>
                <a:gd name="T109" fmla="*/ 58 h 119"/>
                <a:gd name="T110" fmla="*/ 20 w 191"/>
                <a:gd name="T111" fmla="*/ 62 h 119"/>
                <a:gd name="T112" fmla="*/ 10 w 191"/>
                <a:gd name="T113" fmla="*/ 62 h 119"/>
                <a:gd name="T114" fmla="*/ 31 w 191"/>
                <a:gd name="T115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1" h="119">
                  <a:moveTo>
                    <a:pt x="31" y="0"/>
                  </a:moveTo>
                  <a:lnTo>
                    <a:pt x="50" y="13"/>
                  </a:lnTo>
                  <a:lnTo>
                    <a:pt x="57" y="16"/>
                  </a:lnTo>
                  <a:lnTo>
                    <a:pt x="67" y="21"/>
                  </a:lnTo>
                  <a:lnTo>
                    <a:pt x="85" y="20"/>
                  </a:lnTo>
                  <a:lnTo>
                    <a:pt x="104" y="20"/>
                  </a:lnTo>
                  <a:lnTo>
                    <a:pt x="111" y="24"/>
                  </a:lnTo>
                  <a:lnTo>
                    <a:pt x="114" y="32"/>
                  </a:lnTo>
                  <a:lnTo>
                    <a:pt x="118" y="30"/>
                  </a:lnTo>
                  <a:lnTo>
                    <a:pt x="118" y="48"/>
                  </a:lnTo>
                  <a:lnTo>
                    <a:pt x="127" y="48"/>
                  </a:lnTo>
                  <a:lnTo>
                    <a:pt x="131" y="62"/>
                  </a:lnTo>
                  <a:lnTo>
                    <a:pt x="133" y="62"/>
                  </a:lnTo>
                  <a:lnTo>
                    <a:pt x="139" y="59"/>
                  </a:lnTo>
                  <a:lnTo>
                    <a:pt x="143" y="58"/>
                  </a:lnTo>
                  <a:lnTo>
                    <a:pt x="146" y="59"/>
                  </a:lnTo>
                  <a:lnTo>
                    <a:pt x="152" y="62"/>
                  </a:lnTo>
                  <a:lnTo>
                    <a:pt x="153" y="62"/>
                  </a:lnTo>
                  <a:lnTo>
                    <a:pt x="158" y="58"/>
                  </a:lnTo>
                  <a:lnTo>
                    <a:pt x="160" y="54"/>
                  </a:lnTo>
                  <a:lnTo>
                    <a:pt x="162" y="51"/>
                  </a:lnTo>
                  <a:lnTo>
                    <a:pt x="164" y="49"/>
                  </a:lnTo>
                  <a:lnTo>
                    <a:pt x="168" y="44"/>
                  </a:lnTo>
                  <a:lnTo>
                    <a:pt x="170" y="42"/>
                  </a:lnTo>
                  <a:lnTo>
                    <a:pt x="173" y="40"/>
                  </a:lnTo>
                  <a:lnTo>
                    <a:pt x="174" y="40"/>
                  </a:lnTo>
                  <a:lnTo>
                    <a:pt x="174" y="42"/>
                  </a:lnTo>
                  <a:lnTo>
                    <a:pt x="170" y="48"/>
                  </a:lnTo>
                  <a:lnTo>
                    <a:pt x="169" y="51"/>
                  </a:lnTo>
                  <a:lnTo>
                    <a:pt x="171" y="53"/>
                  </a:lnTo>
                  <a:lnTo>
                    <a:pt x="177" y="54"/>
                  </a:lnTo>
                  <a:lnTo>
                    <a:pt x="178" y="55"/>
                  </a:lnTo>
                  <a:lnTo>
                    <a:pt x="181" y="57"/>
                  </a:lnTo>
                  <a:lnTo>
                    <a:pt x="183" y="54"/>
                  </a:lnTo>
                  <a:lnTo>
                    <a:pt x="183" y="51"/>
                  </a:lnTo>
                  <a:lnTo>
                    <a:pt x="185" y="51"/>
                  </a:lnTo>
                  <a:lnTo>
                    <a:pt x="190" y="55"/>
                  </a:lnTo>
                  <a:lnTo>
                    <a:pt x="191" y="58"/>
                  </a:lnTo>
                  <a:lnTo>
                    <a:pt x="187" y="62"/>
                  </a:lnTo>
                  <a:lnTo>
                    <a:pt x="183" y="62"/>
                  </a:lnTo>
                  <a:lnTo>
                    <a:pt x="178" y="63"/>
                  </a:lnTo>
                  <a:lnTo>
                    <a:pt x="177" y="61"/>
                  </a:lnTo>
                  <a:lnTo>
                    <a:pt x="174" y="58"/>
                  </a:lnTo>
                  <a:lnTo>
                    <a:pt x="170" y="62"/>
                  </a:lnTo>
                  <a:lnTo>
                    <a:pt x="168" y="62"/>
                  </a:lnTo>
                  <a:lnTo>
                    <a:pt x="165" y="65"/>
                  </a:lnTo>
                  <a:lnTo>
                    <a:pt x="162" y="66"/>
                  </a:lnTo>
                  <a:lnTo>
                    <a:pt x="162" y="69"/>
                  </a:lnTo>
                  <a:lnTo>
                    <a:pt x="165" y="70"/>
                  </a:lnTo>
                  <a:lnTo>
                    <a:pt x="165" y="73"/>
                  </a:lnTo>
                  <a:lnTo>
                    <a:pt x="161" y="74"/>
                  </a:lnTo>
                  <a:lnTo>
                    <a:pt x="156" y="75"/>
                  </a:lnTo>
                  <a:lnTo>
                    <a:pt x="157" y="76"/>
                  </a:lnTo>
                  <a:lnTo>
                    <a:pt x="158" y="78"/>
                  </a:lnTo>
                  <a:lnTo>
                    <a:pt x="153" y="79"/>
                  </a:lnTo>
                  <a:lnTo>
                    <a:pt x="153" y="83"/>
                  </a:lnTo>
                  <a:lnTo>
                    <a:pt x="150" y="83"/>
                  </a:lnTo>
                  <a:lnTo>
                    <a:pt x="145" y="82"/>
                  </a:lnTo>
                  <a:lnTo>
                    <a:pt x="144" y="84"/>
                  </a:lnTo>
                  <a:lnTo>
                    <a:pt x="144" y="88"/>
                  </a:lnTo>
                  <a:lnTo>
                    <a:pt x="146" y="92"/>
                  </a:lnTo>
                  <a:lnTo>
                    <a:pt x="149" y="91"/>
                  </a:lnTo>
                  <a:lnTo>
                    <a:pt x="152" y="91"/>
                  </a:lnTo>
                  <a:lnTo>
                    <a:pt x="153" y="94"/>
                  </a:lnTo>
                  <a:lnTo>
                    <a:pt x="152" y="96"/>
                  </a:lnTo>
                  <a:lnTo>
                    <a:pt x="153" y="99"/>
                  </a:lnTo>
                  <a:lnTo>
                    <a:pt x="154" y="100"/>
                  </a:lnTo>
                  <a:lnTo>
                    <a:pt x="156" y="104"/>
                  </a:lnTo>
                  <a:lnTo>
                    <a:pt x="154" y="105"/>
                  </a:lnTo>
                  <a:lnTo>
                    <a:pt x="152" y="111"/>
                  </a:lnTo>
                  <a:lnTo>
                    <a:pt x="150" y="119"/>
                  </a:lnTo>
                  <a:lnTo>
                    <a:pt x="150" y="117"/>
                  </a:lnTo>
                  <a:lnTo>
                    <a:pt x="148" y="117"/>
                  </a:lnTo>
                  <a:lnTo>
                    <a:pt x="146" y="119"/>
                  </a:lnTo>
                  <a:lnTo>
                    <a:pt x="144" y="119"/>
                  </a:lnTo>
                  <a:lnTo>
                    <a:pt x="143" y="116"/>
                  </a:lnTo>
                  <a:lnTo>
                    <a:pt x="140" y="115"/>
                  </a:lnTo>
                  <a:lnTo>
                    <a:pt x="137" y="116"/>
                  </a:lnTo>
                  <a:lnTo>
                    <a:pt x="136" y="111"/>
                  </a:lnTo>
                  <a:lnTo>
                    <a:pt x="136" y="108"/>
                  </a:lnTo>
                  <a:lnTo>
                    <a:pt x="132" y="104"/>
                  </a:lnTo>
                  <a:lnTo>
                    <a:pt x="131" y="105"/>
                  </a:lnTo>
                  <a:lnTo>
                    <a:pt x="128" y="103"/>
                  </a:lnTo>
                  <a:lnTo>
                    <a:pt x="123" y="103"/>
                  </a:lnTo>
                  <a:lnTo>
                    <a:pt x="115" y="98"/>
                  </a:lnTo>
                  <a:lnTo>
                    <a:pt x="106" y="94"/>
                  </a:lnTo>
                  <a:lnTo>
                    <a:pt x="98" y="87"/>
                  </a:lnTo>
                  <a:lnTo>
                    <a:pt x="90" y="82"/>
                  </a:lnTo>
                  <a:lnTo>
                    <a:pt x="86" y="80"/>
                  </a:lnTo>
                  <a:lnTo>
                    <a:pt x="83" y="75"/>
                  </a:lnTo>
                  <a:lnTo>
                    <a:pt x="82" y="73"/>
                  </a:lnTo>
                  <a:lnTo>
                    <a:pt x="79" y="71"/>
                  </a:lnTo>
                  <a:lnTo>
                    <a:pt x="78" y="63"/>
                  </a:lnTo>
                  <a:lnTo>
                    <a:pt x="73" y="61"/>
                  </a:lnTo>
                  <a:lnTo>
                    <a:pt x="70" y="59"/>
                  </a:lnTo>
                  <a:lnTo>
                    <a:pt x="69" y="61"/>
                  </a:lnTo>
                  <a:lnTo>
                    <a:pt x="61" y="57"/>
                  </a:lnTo>
                  <a:lnTo>
                    <a:pt x="53" y="53"/>
                  </a:lnTo>
                  <a:lnTo>
                    <a:pt x="52" y="50"/>
                  </a:lnTo>
                  <a:lnTo>
                    <a:pt x="45" y="46"/>
                  </a:lnTo>
                  <a:lnTo>
                    <a:pt x="37" y="42"/>
                  </a:lnTo>
                  <a:lnTo>
                    <a:pt x="31" y="41"/>
                  </a:lnTo>
                  <a:lnTo>
                    <a:pt x="33" y="44"/>
                  </a:lnTo>
                  <a:lnTo>
                    <a:pt x="32" y="45"/>
                  </a:lnTo>
                  <a:lnTo>
                    <a:pt x="29" y="44"/>
                  </a:lnTo>
                  <a:lnTo>
                    <a:pt x="27" y="45"/>
                  </a:lnTo>
                  <a:lnTo>
                    <a:pt x="24" y="48"/>
                  </a:lnTo>
                  <a:lnTo>
                    <a:pt x="21" y="49"/>
                  </a:lnTo>
                  <a:lnTo>
                    <a:pt x="19" y="53"/>
                  </a:lnTo>
                  <a:lnTo>
                    <a:pt x="19" y="58"/>
                  </a:lnTo>
                  <a:lnTo>
                    <a:pt x="21" y="59"/>
                  </a:lnTo>
                  <a:lnTo>
                    <a:pt x="20" y="62"/>
                  </a:lnTo>
                  <a:lnTo>
                    <a:pt x="15" y="62"/>
                  </a:lnTo>
                  <a:lnTo>
                    <a:pt x="10" y="62"/>
                  </a:lnTo>
                  <a:lnTo>
                    <a:pt x="0" y="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" name="Freeform 361">
              <a:extLst>
                <a:ext uri="{FF2B5EF4-FFF2-40B4-BE49-F238E27FC236}">
                  <a16:creationId xmlns:a16="http://schemas.microsoft.com/office/drawing/2014/main" id="{ED90CA13-B5A6-494C-B389-CDE126B767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8841" y="5289972"/>
              <a:ext cx="888586" cy="1713706"/>
            </a:xfrm>
            <a:custGeom>
              <a:avLst/>
              <a:gdLst>
                <a:gd name="T0" fmla="*/ 35 w 98"/>
                <a:gd name="T1" fmla="*/ 172 h 189"/>
                <a:gd name="T2" fmla="*/ 37 w 98"/>
                <a:gd name="T3" fmla="*/ 0 h 189"/>
                <a:gd name="T4" fmla="*/ 49 w 98"/>
                <a:gd name="T5" fmla="*/ 5 h 189"/>
                <a:gd name="T6" fmla="*/ 53 w 98"/>
                <a:gd name="T7" fmla="*/ 9 h 189"/>
                <a:gd name="T8" fmla="*/ 60 w 98"/>
                <a:gd name="T9" fmla="*/ 19 h 189"/>
                <a:gd name="T10" fmla="*/ 69 w 98"/>
                <a:gd name="T11" fmla="*/ 22 h 189"/>
                <a:gd name="T12" fmla="*/ 69 w 98"/>
                <a:gd name="T13" fmla="*/ 26 h 189"/>
                <a:gd name="T14" fmla="*/ 61 w 98"/>
                <a:gd name="T15" fmla="*/ 28 h 189"/>
                <a:gd name="T16" fmla="*/ 57 w 98"/>
                <a:gd name="T17" fmla="*/ 31 h 189"/>
                <a:gd name="T18" fmla="*/ 54 w 98"/>
                <a:gd name="T19" fmla="*/ 32 h 189"/>
                <a:gd name="T20" fmla="*/ 53 w 98"/>
                <a:gd name="T21" fmla="*/ 39 h 189"/>
                <a:gd name="T22" fmla="*/ 49 w 98"/>
                <a:gd name="T23" fmla="*/ 44 h 189"/>
                <a:gd name="T24" fmla="*/ 45 w 98"/>
                <a:gd name="T25" fmla="*/ 48 h 189"/>
                <a:gd name="T26" fmla="*/ 45 w 98"/>
                <a:gd name="T27" fmla="*/ 57 h 189"/>
                <a:gd name="T28" fmla="*/ 50 w 98"/>
                <a:gd name="T29" fmla="*/ 64 h 189"/>
                <a:gd name="T30" fmla="*/ 56 w 98"/>
                <a:gd name="T31" fmla="*/ 72 h 189"/>
                <a:gd name="T32" fmla="*/ 65 w 98"/>
                <a:gd name="T33" fmla="*/ 82 h 189"/>
                <a:gd name="T34" fmla="*/ 85 w 98"/>
                <a:gd name="T35" fmla="*/ 100 h 189"/>
                <a:gd name="T36" fmla="*/ 89 w 98"/>
                <a:gd name="T37" fmla="*/ 106 h 189"/>
                <a:gd name="T38" fmla="*/ 92 w 98"/>
                <a:gd name="T39" fmla="*/ 117 h 189"/>
                <a:gd name="T40" fmla="*/ 95 w 98"/>
                <a:gd name="T41" fmla="*/ 126 h 189"/>
                <a:gd name="T42" fmla="*/ 96 w 98"/>
                <a:gd name="T43" fmla="*/ 134 h 189"/>
                <a:gd name="T44" fmla="*/ 96 w 98"/>
                <a:gd name="T45" fmla="*/ 136 h 189"/>
                <a:gd name="T46" fmla="*/ 95 w 98"/>
                <a:gd name="T47" fmla="*/ 142 h 189"/>
                <a:gd name="T48" fmla="*/ 95 w 98"/>
                <a:gd name="T49" fmla="*/ 150 h 189"/>
                <a:gd name="T50" fmla="*/ 87 w 98"/>
                <a:gd name="T51" fmla="*/ 157 h 189"/>
                <a:gd name="T52" fmla="*/ 79 w 98"/>
                <a:gd name="T53" fmla="*/ 164 h 189"/>
                <a:gd name="T54" fmla="*/ 67 w 98"/>
                <a:gd name="T55" fmla="*/ 167 h 189"/>
                <a:gd name="T56" fmla="*/ 65 w 98"/>
                <a:gd name="T57" fmla="*/ 165 h 189"/>
                <a:gd name="T58" fmla="*/ 66 w 98"/>
                <a:gd name="T59" fmla="*/ 169 h 189"/>
                <a:gd name="T60" fmla="*/ 65 w 98"/>
                <a:gd name="T61" fmla="*/ 173 h 189"/>
                <a:gd name="T62" fmla="*/ 61 w 98"/>
                <a:gd name="T63" fmla="*/ 175 h 189"/>
                <a:gd name="T64" fmla="*/ 60 w 98"/>
                <a:gd name="T65" fmla="*/ 178 h 189"/>
                <a:gd name="T66" fmla="*/ 53 w 98"/>
                <a:gd name="T67" fmla="*/ 182 h 189"/>
                <a:gd name="T68" fmla="*/ 45 w 98"/>
                <a:gd name="T69" fmla="*/ 189 h 189"/>
                <a:gd name="T70" fmla="*/ 46 w 98"/>
                <a:gd name="T71" fmla="*/ 186 h 189"/>
                <a:gd name="T72" fmla="*/ 45 w 98"/>
                <a:gd name="T73" fmla="*/ 180 h 189"/>
                <a:gd name="T74" fmla="*/ 49 w 98"/>
                <a:gd name="T75" fmla="*/ 169 h 189"/>
                <a:gd name="T76" fmla="*/ 41 w 98"/>
                <a:gd name="T77" fmla="*/ 169 h 189"/>
                <a:gd name="T78" fmla="*/ 45 w 98"/>
                <a:gd name="T79" fmla="*/ 163 h 189"/>
                <a:gd name="T80" fmla="*/ 58 w 98"/>
                <a:gd name="T81" fmla="*/ 160 h 189"/>
                <a:gd name="T82" fmla="*/ 60 w 98"/>
                <a:gd name="T83" fmla="*/ 155 h 189"/>
                <a:gd name="T84" fmla="*/ 65 w 98"/>
                <a:gd name="T85" fmla="*/ 147 h 189"/>
                <a:gd name="T86" fmla="*/ 75 w 98"/>
                <a:gd name="T87" fmla="*/ 138 h 189"/>
                <a:gd name="T88" fmla="*/ 73 w 98"/>
                <a:gd name="T89" fmla="*/ 121 h 189"/>
                <a:gd name="T90" fmla="*/ 71 w 98"/>
                <a:gd name="T91" fmla="*/ 111 h 189"/>
                <a:gd name="T92" fmla="*/ 71 w 98"/>
                <a:gd name="T93" fmla="*/ 101 h 189"/>
                <a:gd name="T94" fmla="*/ 70 w 98"/>
                <a:gd name="T95" fmla="*/ 94 h 189"/>
                <a:gd name="T96" fmla="*/ 65 w 98"/>
                <a:gd name="T97" fmla="*/ 88 h 189"/>
                <a:gd name="T98" fmla="*/ 58 w 98"/>
                <a:gd name="T99" fmla="*/ 82 h 189"/>
                <a:gd name="T100" fmla="*/ 49 w 98"/>
                <a:gd name="T101" fmla="*/ 72 h 189"/>
                <a:gd name="T102" fmla="*/ 35 w 98"/>
                <a:gd name="T103" fmla="*/ 61 h 189"/>
                <a:gd name="T104" fmla="*/ 29 w 98"/>
                <a:gd name="T105" fmla="*/ 55 h 189"/>
                <a:gd name="T106" fmla="*/ 33 w 98"/>
                <a:gd name="T107" fmla="*/ 48 h 189"/>
                <a:gd name="T108" fmla="*/ 35 w 98"/>
                <a:gd name="T109" fmla="*/ 39 h 189"/>
                <a:gd name="T110" fmla="*/ 25 w 98"/>
                <a:gd name="T111" fmla="*/ 32 h 189"/>
                <a:gd name="T112" fmla="*/ 8 w 98"/>
                <a:gd name="T113" fmla="*/ 25 h 189"/>
                <a:gd name="T114" fmla="*/ 2 w 98"/>
                <a:gd name="T115" fmla="*/ 14 h 189"/>
                <a:gd name="T116" fmla="*/ 4 w 98"/>
                <a:gd name="T117" fmla="*/ 9 h 189"/>
                <a:gd name="T118" fmla="*/ 11 w 98"/>
                <a:gd name="T119" fmla="*/ 11 h 189"/>
                <a:gd name="T120" fmla="*/ 17 w 98"/>
                <a:gd name="T121" fmla="*/ 9 h 189"/>
                <a:gd name="T122" fmla="*/ 27 w 98"/>
                <a:gd name="T123" fmla="*/ 7 h 189"/>
                <a:gd name="T124" fmla="*/ 37 w 98"/>
                <a:gd name="T125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8" h="189">
                  <a:moveTo>
                    <a:pt x="35" y="165"/>
                  </a:moveTo>
                  <a:lnTo>
                    <a:pt x="36" y="167"/>
                  </a:lnTo>
                  <a:lnTo>
                    <a:pt x="37" y="168"/>
                  </a:lnTo>
                  <a:lnTo>
                    <a:pt x="36" y="171"/>
                  </a:lnTo>
                  <a:lnTo>
                    <a:pt x="35" y="172"/>
                  </a:lnTo>
                  <a:lnTo>
                    <a:pt x="33" y="169"/>
                  </a:lnTo>
                  <a:lnTo>
                    <a:pt x="35" y="168"/>
                  </a:lnTo>
                  <a:lnTo>
                    <a:pt x="33" y="167"/>
                  </a:lnTo>
                  <a:lnTo>
                    <a:pt x="35" y="165"/>
                  </a:lnTo>
                  <a:close/>
                  <a:moveTo>
                    <a:pt x="37" y="0"/>
                  </a:moveTo>
                  <a:lnTo>
                    <a:pt x="40" y="1"/>
                  </a:lnTo>
                  <a:lnTo>
                    <a:pt x="40" y="2"/>
                  </a:lnTo>
                  <a:lnTo>
                    <a:pt x="42" y="3"/>
                  </a:lnTo>
                  <a:lnTo>
                    <a:pt x="44" y="5"/>
                  </a:lnTo>
                  <a:lnTo>
                    <a:pt x="49" y="5"/>
                  </a:lnTo>
                  <a:lnTo>
                    <a:pt x="50" y="6"/>
                  </a:lnTo>
                  <a:lnTo>
                    <a:pt x="53" y="5"/>
                  </a:lnTo>
                  <a:lnTo>
                    <a:pt x="56" y="6"/>
                  </a:lnTo>
                  <a:lnTo>
                    <a:pt x="54" y="9"/>
                  </a:lnTo>
                  <a:lnTo>
                    <a:pt x="53" y="9"/>
                  </a:lnTo>
                  <a:lnTo>
                    <a:pt x="52" y="13"/>
                  </a:lnTo>
                  <a:lnTo>
                    <a:pt x="53" y="14"/>
                  </a:lnTo>
                  <a:lnTo>
                    <a:pt x="54" y="17"/>
                  </a:lnTo>
                  <a:lnTo>
                    <a:pt x="58" y="18"/>
                  </a:lnTo>
                  <a:lnTo>
                    <a:pt x="60" y="19"/>
                  </a:lnTo>
                  <a:lnTo>
                    <a:pt x="62" y="21"/>
                  </a:lnTo>
                  <a:lnTo>
                    <a:pt x="64" y="22"/>
                  </a:lnTo>
                  <a:lnTo>
                    <a:pt x="66" y="21"/>
                  </a:lnTo>
                  <a:lnTo>
                    <a:pt x="67" y="22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0" y="25"/>
                  </a:lnTo>
                  <a:lnTo>
                    <a:pt x="69" y="26"/>
                  </a:lnTo>
                  <a:lnTo>
                    <a:pt x="69" y="26"/>
                  </a:lnTo>
                  <a:lnTo>
                    <a:pt x="66" y="27"/>
                  </a:lnTo>
                  <a:lnTo>
                    <a:pt x="65" y="26"/>
                  </a:lnTo>
                  <a:lnTo>
                    <a:pt x="62" y="27"/>
                  </a:lnTo>
                  <a:lnTo>
                    <a:pt x="61" y="28"/>
                  </a:lnTo>
                  <a:lnTo>
                    <a:pt x="62" y="30"/>
                  </a:lnTo>
                  <a:lnTo>
                    <a:pt x="61" y="31"/>
                  </a:lnTo>
                  <a:lnTo>
                    <a:pt x="61" y="31"/>
                  </a:lnTo>
                  <a:lnTo>
                    <a:pt x="60" y="31"/>
                  </a:lnTo>
                  <a:lnTo>
                    <a:pt x="57" y="31"/>
                  </a:lnTo>
                  <a:lnTo>
                    <a:pt x="57" y="32"/>
                  </a:lnTo>
                  <a:lnTo>
                    <a:pt x="56" y="32"/>
                  </a:lnTo>
                  <a:lnTo>
                    <a:pt x="54" y="31"/>
                  </a:lnTo>
                  <a:lnTo>
                    <a:pt x="54" y="31"/>
                  </a:lnTo>
                  <a:lnTo>
                    <a:pt x="54" y="32"/>
                  </a:lnTo>
                  <a:lnTo>
                    <a:pt x="53" y="34"/>
                  </a:lnTo>
                  <a:lnTo>
                    <a:pt x="53" y="35"/>
                  </a:lnTo>
                  <a:lnTo>
                    <a:pt x="53" y="36"/>
                  </a:lnTo>
                  <a:lnTo>
                    <a:pt x="53" y="38"/>
                  </a:lnTo>
                  <a:lnTo>
                    <a:pt x="53" y="39"/>
                  </a:lnTo>
                  <a:lnTo>
                    <a:pt x="54" y="40"/>
                  </a:lnTo>
                  <a:lnTo>
                    <a:pt x="53" y="42"/>
                  </a:lnTo>
                  <a:lnTo>
                    <a:pt x="52" y="42"/>
                  </a:lnTo>
                  <a:lnTo>
                    <a:pt x="50" y="44"/>
                  </a:lnTo>
                  <a:lnTo>
                    <a:pt x="49" y="44"/>
                  </a:lnTo>
                  <a:lnTo>
                    <a:pt x="48" y="43"/>
                  </a:lnTo>
                  <a:lnTo>
                    <a:pt x="48" y="44"/>
                  </a:lnTo>
                  <a:lnTo>
                    <a:pt x="48" y="46"/>
                  </a:lnTo>
                  <a:lnTo>
                    <a:pt x="46" y="47"/>
                  </a:lnTo>
                  <a:lnTo>
                    <a:pt x="45" y="48"/>
                  </a:lnTo>
                  <a:lnTo>
                    <a:pt x="45" y="51"/>
                  </a:lnTo>
                  <a:lnTo>
                    <a:pt x="46" y="51"/>
                  </a:lnTo>
                  <a:lnTo>
                    <a:pt x="48" y="52"/>
                  </a:lnTo>
                  <a:lnTo>
                    <a:pt x="46" y="56"/>
                  </a:lnTo>
                  <a:lnTo>
                    <a:pt x="45" y="57"/>
                  </a:lnTo>
                  <a:lnTo>
                    <a:pt x="48" y="60"/>
                  </a:lnTo>
                  <a:lnTo>
                    <a:pt x="46" y="61"/>
                  </a:lnTo>
                  <a:lnTo>
                    <a:pt x="45" y="61"/>
                  </a:lnTo>
                  <a:lnTo>
                    <a:pt x="46" y="63"/>
                  </a:lnTo>
                  <a:lnTo>
                    <a:pt x="50" y="64"/>
                  </a:lnTo>
                  <a:lnTo>
                    <a:pt x="53" y="67"/>
                  </a:lnTo>
                  <a:lnTo>
                    <a:pt x="54" y="67"/>
                  </a:lnTo>
                  <a:lnTo>
                    <a:pt x="57" y="69"/>
                  </a:lnTo>
                  <a:lnTo>
                    <a:pt x="57" y="71"/>
                  </a:lnTo>
                  <a:lnTo>
                    <a:pt x="56" y="72"/>
                  </a:lnTo>
                  <a:lnTo>
                    <a:pt x="57" y="75"/>
                  </a:lnTo>
                  <a:lnTo>
                    <a:pt x="57" y="76"/>
                  </a:lnTo>
                  <a:lnTo>
                    <a:pt x="62" y="80"/>
                  </a:lnTo>
                  <a:lnTo>
                    <a:pt x="65" y="81"/>
                  </a:lnTo>
                  <a:lnTo>
                    <a:pt x="65" y="82"/>
                  </a:lnTo>
                  <a:lnTo>
                    <a:pt x="71" y="85"/>
                  </a:lnTo>
                  <a:lnTo>
                    <a:pt x="77" y="90"/>
                  </a:lnTo>
                  <a:lnTo>
                    <a:pt x="78" y="92"/>
                  </a:lnTo>
                  <a:lnTo>
                    <a:pt x="83" y="96"/>
                  </a:lnTo>
                  <a:lnTo>
                    <a:pt x="85" y="100"/>
                  </a:lnTo>
                  <a:lnTo>
                    <a:pt x="86" y="101"/>
                  </a:lnTo>
                  <a:lnTo>
                    <a:pt x="86" y="101"/>
                  </a:lnTo>
                  <a:lnTo>
                    <a:pt x="86" y="102"/>
                  </a:lnTo>
                  <a:lnTo>
                    <a:pt x="89" y="105"/>
                  </a:lnTo>
                  <a:lnTo>
                    <a:pt x="89" y="106"/>
                  </a:lnTo>
                  <a:lnTo>
                    <a:pt x="90" y="107"/>
                  </a:lnTo>
                  <a:lnTo>
                    <a:pt x="89" y="109"/>
                  </a:lnTo>
                  <a:lnTo>
                    <a:pt x="91" y="111"/>
                  </a:lnTo>
                  <a:lnTo>
                    <a:pt x="91" y="115"/>
                  </a:lnTo>
                  <a:lnTo>
                    <a:pt x="92" y="117"/>
                  </a:lnTo>
                  <a:lnTo>
                    <a:pt x="94" y="119"/>
                  </a:lnTo>
                  <a:lnTo>
                    <a:pt x="94" y="121"/>
                  </a:lnTo>
                  <a:lnTo>
                    <a:pt x="94" y="123"/>
                  </a:lnTo>
                  <a:lnTo>
                    <a:pt x="94" y="125"/>
                  </a:lnTo>
                  <a:lnTo>
                    <a:pt x="95" y="126"/>
                  </a:lnTo>
                  <a:lnTo>
                    <a:pt x="94" y="127"/>
                  </a:lnTo>
                  <a:lnTo>
                    <a:pt x="95" y="130"/>
                  </a:lnTo>
                  <a:lnTo>
                    <a:pt x="95" y="131"/>
                  </a:lnTo>
                  <a:lnTo>
                    <a:pt x="96" y="131"/>
                  </a:lnTo>
                  <a:lnTo>
                    <a:pt x="96" y="134"/>
                  </a:lnTo>
                  <a:lnTo>
                    <a:pt x="98" y="136"/>
                  </a:lnTo>
                  <a:lnTo>
                    <a:pt x="98" y="138"/>
                  </a:lnTo>
                  <a:lnTo>
                    <a:pt x="98" y="138"/>
                  </a:lnTo>
                  <a:lnTo>
                    <a:pt x="98" y="136"/>
                  </a:lnTo>
                  <a:lnTo>
                    <a:pt x="96" y="136"/>
                  </a:lnTo>
                  <a:lnTo>
                    <a:pt x="95" y="136"/>
                  </a:lnTo>
                  <a:lnTo>
                    <a:pt x="95" y="138"/>
                  </a:lnTo>
                  <a:lnTo>
                    <a:pt x="96" y="139"/>
                  </a:lnTo>
                  <a:lnTo>
                    <a:pt x="96" y="140"/>
                  </a:lnTo>
                  <a:lnTo>
                    <a:pt x="95" y="142"/>
                  </a:lnTo>
                  <a:lnTo>
                    <a:pt x="95" y="143"/>
                  </a:lnTo>
                  <a:lnTo>
                    <a:pt x="94" y="144"/>
                  </a:lnTo>
                  <a:lnTo>
                    <a:pt x="95" y="147"/>
                  </a:lnTo>
                  <a:lnTo>
                    <a:pt x="94" y="148"/>
                  </a:lnTo>
                  <a:lnTo>
                    <a:pt x="95" y="150"/>
                  </a:lnTo>
                  <a:lnTo>
                    <a:pt x="94" y="151"/>
                  </a:lnTo>
                  <a:lnTo>
                    <a:pt x="92" y="152"/>
                  </a:lnTo>
                  <a:lnTo>
                    <a:pt x="91" y="155"/>
                  </a:lnTo>
                  <a:lnTo>
                    <a:pt x="90" y="155"/>
                  </a:lnTo>
                  <a:lnTo>
                    <a:pt x="87" y="157"/>
                  </a:lnTo>
                  <a:lnTo>
                    <a:pt x="86" y="159"/>
                  </a:lnTo>
                  <a:lnTo>
                    <a:pt x="83" y="160"/>
                  </a:lnTo>
                  <a:lnTo>
                    <a:pt x="83" y="163"/>
                  </a:lnTo>
                  <a:lnTo>
                    <a:pt x="81" y="163"/>
                  </a:lnTo>
                  <a:lnTo>
                    <a:pt x="79" y="164"/>
                  </a:lnTo>
                  <a:lnTo>
                    <a:pt x="74" y="167"/>
                  </a:lnTo>
                  <a:lnTo>
                    <a:pt x="71" y="167"/>
                  </a:lnTo>
                  <a:lnTo>
                    <a:pt x="70" y="167"/>
                  </a:lnTo>
                  <a:lnTo>
                    <a:pt x="67" y="167"/>
                  </a:lnTo>
                  <a:lnTo>
                    <a:pt x="67" y="167"/>
                  </a:lnTo>
                  <a:lnTo>
                    <a:pt x="67" y="165"/>
                  </a:lnTo>
                  <a:lnTo>
                    <a:pt x="67" y="164"/>
                  </a:lnTo>
                  <a:lnTo>
                    <a:pt x="67" y="165"/>
                  </a:lnTo>
                  <a:lnTo>
                    <a:pt x="66" y="165"/>
                  </a:lnTo>
                  <a:lnTo>
                    <a:pt x="65" y="165"/>
                  </a:lnTo>
                  <a:lnTo>
                    <a:pt x="66" y="167"/>
                  </a:lnTo>
                  <a:lnTo>
                    <a:pt x="66" y="167"/>
                  </a:lnTo>
                  <a:lnTo>
                    <a:pt x="65" y="168"/>
                  </a:lnTo>
                  <a:lnTo>
                    <a:pt x="64" y="168"/>
                  </a:lnTo>
                  <a:lnTo>
                    <a:pt x="66" y="169"/>
                  </a:lnTo>
                  <a:lnTo>
                    <a:pt x="66" y="169"/>
                  </a:lnTo>
                  <a:lnTo>
                    <a:pt x="67" y="172"/>
                  </a:lnTo>
                  <a:lnTo>
                    <a:pt x="65" y="173"/>
                  </a:lnTo>
                  <a:lnTo>
                    <a:pt x="62" y="171"/>
                  </a:lnTo>
                  <a:lnTo>
                    <a:pt x="65" y="173"/>
                  </a:lnTo>
                  <a:lnTo>
                    <a:pt x="65" y="175"/>
                  </a:lnTo>
                  <a:lnTo>
                    <a:pt x="64" y="176"/>
                  </a:lnTo>
                  <a:lnTo>
                    <a:pt x="62" y="175"/>
                  </a:lnTo>
                  <a:lnTo>
                    <a:pt x="62" y="173"/>
                  </a:lnTo>
                  <a:lnTo>
                    <a:pt x="61" y="175"/>
                  </a:lnTo>
                  <a:lnTo>
                    <a:pt x="61" y="176"/>
                  </a:lnTo>
                  <a:lnTo>
                    <a:pt x="61" y="176"/>
                  </a:lnTo>
                  <a:lnTo>
                    <a:pt x="61" y="177"/>
                  </a:lnTo>
                  <a:lnTo>
                    <a:pt x="61" y="177"/>
                  </a:lnTo>
                  <a:lnTo>
                    <a:pt x="60" y="178"/>
                  </a:lnTo>
                  <a:lnTo>
                    <a:pt x="58" y="178"/>
                  </a:lnTo>
                  <a:lnTo>
                    <a:pt x="56" y="181"/>
                  </a:lnTo>
                  <a:lnTo>
                    <a:pt x="56" y="181"/>
                  </a:lnTo>
                  <a:lnTo>
                    <a:pt x="54" y="181"/>
                  </a:lnTo>
                  <a:lnTo>
                    <a:pt x="53" y="182"/>
                  </a:lnTo>
                  <a:lnTo>
                    <a:pt x="53" y="185"/>
                  </a:lnTo>
                  <a:lnTo>
                    <a:pt x="52" y="186"/>
                  </a:lnTo>
                  <a:lnTo>
                    <a:pt x="50" y="186"/>
                  </a:lnTo>
                  <a:lnTo>
                    <a:pt x="50" y="186"/>
                  </a:lnTo>
                  <a:lnTo>
                    <a:pt x="45" y="189"/>
                  </a:lnTo>
                  <a:lnTo>
                    <a:pt x="42" y="189"/>
                  </a:lnTo>
                  <a:lnTo>
                    <a:pt x="45" y="188"/>
                  </a:lnTo>
                  <a:lnTo>
                    <a:pt x="46" y="186"/>
                  </a:lnTo>
                  <a:lnTo>
                    <a:pt x="48" y="185"/>
                  </a:lnTo>
                  <a:lnTo>
                    <a:pt x="46" y="186"/>
                  </a:lnTo>
                  <a:lnTo>
                    <a:pt x="45" y="185"/>
                  </a:lnTo>
                  <a:lnTo>
                    <a:pt x="45" y="181"/>
                  </a:lnTo>
                  <a:lnTo>
                    <a:pt x="45" y="181"/>
                  </a:lnTo>
                  <a:lnTo>
                    <a:pt x="45" y="181"/>
                  </a:lnTo>
                  <a:lnTo>
                    <a:pt x="45" y="180"/>
                  </a:lnTo>
                  <a:lnTo>
                    <a:pt x="45" y="176"/>
                  </a:lnTo>
                  <a:lnTo>
                    <a:pt x="46" y="173"/>
                  </a:lnTo>
                  <a:lnTo>
                    <a:pt x="50" y="171"/>
                  </a:lnTo>
                  <a:lnTo>
                    <a:pt x="52" y="169"/>
                  </a:lnTo>
                  <a:lnTo>
                    <a:pt x="49" y="169"/>
                  </a:lnTo>
                  <a:lnTo>
                    <a:pt x="48" y="169"/>
                  </a:lnTo>
                  <a:lnTo>
                    <a:pt x="45" y="169"/>
                  </a:lnTo>
                  <a:lnTo>
                    <a:pt x="44" y="169"/>
                  </a:lnTo>
                  <a:lnTo>
                    <a:pt x="42" y="169"/>
                  </a:lnTo>
                  <a:lnTo>
                    <a:pt x="41" y="169"/>
                  </a:lnTo>
                  <a:lnTo>
                    <a:pt x="41" y="168"/>
                  </a:lnTo>
                  <a:lnTo>
                    <a:pt x="41" y="167"/>
                  </a:lnTo>
                  <a:lnTo>
                    <a:pt x="41" y="167"/>
                  </a:lnTo>
                  <a:lnTo>
                    <a:pt x="42" y="163"/>
                  </a:lnTo>
                  <a:lnTo>
                    <a:pt x="45" y="163"/>
                  </a:lnTo>
                  <a:lnTo>
                    <a:pt x="46" y="160"/>
                  </a:lnTo>
                  <a:lnTo>
                    <a:pt x="49" y="159"/>
                  </a:lnTo>
                  <a:lnTo>
                    <a:pt x="50" y="160"/>
                  </a:lnTo>
                  <a:lnTo>
                    <a:pt x="56" y="159"/>
                  </a:lnTo>
                  <a:lnTo>
                    <a:pt x="58" y="160"/>
                  </a:lnTo>
                  <a:lnTo>
                    <a:pt x="58" y="161"/>
                  </a:lnTo>
                  <a:lnTo>
                    <a:pt x="62" y="161"/>
                  </a:lnTo>
                  <a:lnTo>
                    <a:pt x="61" y="159"/>
                  </a:lnTo>
                  <a:lnTo>
                    <a:pt x="62" y="157"/>
                  </a:lnTo>
                  <a:lnTo>
                    <a:pt x="60" y="155"/>
                  </a:lnTo>
                  <a:lnTo>
                    <a:pt x="57" y="155"/>
                  </a:lnTo>
                  <a:lnTo>
                    <a:pt x="57" y="151"/>
                  </a:lnTo>
                  <a:lnTo>
                    <a:pt x="60" y="148"/>
                  </a:lnTo>
                  <a:lnTo>
                    <a:pt x="64" y="148"/>
                  </a:lnTo>
                  <a:lnTo>
                    <a:pt x="65" y="147"/>
                  </a:lnTo>
                  <a:lnTo>
                    <a:pt x="67" y="144"/>
                  </a:lnTo>
                  <a:lnTo>
                    <a:pt x="71" y="143"/>
                  </a:lnTo>
                  <a:lnTo>
                    <a:pt x="71" y="142"/>
                  </a:lnTo>
                  <a:lnTo>
                    <a:pt x="74" y="142"/>
                  </a:lnTo>
                  <a:lnTo>
                    <a:pt x="75" y="138"/>
                  </a:lnTo>
                  <a:lnTo>
                    <a:pt x="75" y="135"/>
                  </a:lnTo>
                  <a:lnTo>
                    <a:pt x="75" y="131"/>
                  </a:lnTo>
                  <a:lnTo>
                    <a:pt x="74" y="130"/>
                  </a:lnTo>
                  <a:lnTo>
                    <a:pt x="75" y="126"/>
                  </a:lnTo>
                  <a:lnTo>
                    <a:pt x="73" y="121"/>
                  </a:lnTo>
                  <a:lnTo>
                    <a:pt x="71" y="119"/>
                  </a:lnTo>
                  <a:lnTo>
                    <a:pt x="70" y="117"/>
                  </a:lnTo>
                  <a:lnTo>
                    <a:pt x="70" y="117"/>
                  </a:lnTo>
                  <a:lnTo>
                    <a:pt x="73" y="115"/>
                  </a:lnTo>
                  <a:lnTo>
                    <a:pt x="71" y="111"/>
                  </a:lnTo>
                  <a:lnTo>
                    <a:pt x="71" y="110"/>
                  </a:lnTo>
                  <a:lnTo>
                    <a:pt x="70" y="106"/>
                  </a:lnTo>
                  <a:lnTo>
                    <a:pt x="74" y="103"/>
                  </a:lnTo>
                  <a:lnTo>
                    <a:pt x="74" y="101"/>
                  </a:lnTo>
                  <a:lnTo>
                    <a:pt x="71" y="101"/>
                  </a:lnTo>
                  <a:lnTo>
                    <a:pt x="71" y="100"/>
                  </a:lnTo>
                  <a:lnTo>
                    <a:pt x="71" y="97"/>
                  </a:lnTo>
                  <a:lnTo>
                    <a:pt x="73" y="94"/>
                  </a:lnTo>
                  <a:lnTo>
                    <a:pt x="73" y="93"/>
                  </a:lnTo>
                  <a:lnTo>
                    <a:pt x="70" y="94"/>
                  </a:lnTo>
                  <a:lnTo>
                    <a:pt x="69" y="93"/>
                  </a:lnTo>
                  <a:lnTo>
                    <a:pt x="67" y="92"/>
                  </a:lnTo>
                  <a:lnTo>
                    <a:pt x="65" y="92"/>
                  </a:lnTo>
                  <a:lnTo>
                    <a:pt x="64" y="90"/>
                  </a:lnTo>
                  <a:lnTo>
                    <a:pt x="65" y="88"/>
                  </a:lnTo>
                  <a:lnTo>
                    <a:pt x="62" y="88"/>
                  </a:lnTo>
                  <a:lnTo>
                    <a:pt x="61" y="88"/>
                  </a:lnTo>
                  <a:lnTo>
                    <a:pt x="60" y="86"/>
                  </a:lnTo>
                  <a:lnTo>
                    <a:pt x="60" y="84"/>
                  </a:lnTo>
                  <a:lnTo>
                    <a:pt x="58" y="82"/>
                  </a:lnTo>
                  <a:lnTo>
                    <a:pt x="56" y="82"/>
                  </a:lnTo>
                  <a:lnTo>
                    <a:pt x="54" y="81"/>
                  </a:lnTo>
                  <a:lnTo>
                    <a:pt x="53" y="78"/>
                  </a:lnTo>
                  <a:lnTo>
                    <a:pt x="49" y="75"/>
                  </a:lnTo>
                  <a:lnTo>
                    <a:pt x="49" y="72"/>
                  </a:lnTo>
                  <a:lnTo>
                    <a:pt x="46" y="69"/>
                  </a:lnTo>
                  <a:lnTo>
                    <a:pt x="44" y="68"/>
                  </a:lnTo>
                  <a:lnTo>
                    <a:pt x="41" y="64"/>
                  </a:lnTo>
                  <a:lnTo>
                    <a:pt x="39" y="63"/>
                  </a:lnTo>
                  <a:lnTo>
                    <a:pt x="35" y="61"/>
                  </a:lnTo>
                  <a:lnTo>
                    <a:pt x="31" y="61"/>
                  </a:lnTo>
                  <a:lnTo>
                    <a:pt x="29" y="57"/>
                  </a:lnTo>
                  <a:lnTo>
                    <a:pt x="28" y="57"/>
                  </a:lnTo>
                  <a:lnTo>
                    <a:pt x="27" y="56"/>
                  </a:lnTo>
                  <a:lnTo>
                    <a:pt x="29" y="55"/>
                  </a:lnTo>
                  <a:lnTo>
                    <a:pt x="27" y="52"/>
                  </a:lnTo>
                  <a:lnTo>
                    <a:pt x="25" y="50"/>
                  </a:lnTo>
                  <a:lnTo>
                    <a:pt x="28" y="50"/>
                  </a:lnTo>
                  <a:lnTo>
                    <a:pt x="31" y="48"/>
                  </a:lnTo>
                  <a:lnTo>
                    <a:pt x="33" y="48"/>
                  </a:lnTo>
                  <a:lnTo>
                    <a:pt x="35" y="47"/>
                  </a:lnTo>
                  <a:lnTo>
                    <a:pt x="36" y="42"/>
                  </a:lnTo>
                  <a:lnTo>
                    <a:pt x="37" y="42"/>
                  </a:lnTo>
                  <a:lnTo>
                    <a:pt x="37" y="40"/>
                  </a:lnTo>
                  <a:lnTo>
                    <a:pt x="35" y="39"/>
                  </a:lnTo>
                  <a:lnTo>
                    <a:pt x="35" y="38"/>
                  </a:lnTo>
                  <a:lnTo>
                    <a:pt x="35" y="35"/>
                  </a:lnTo>
                  <a:lnTo>
                    <a:pt x="31" y="34"/>
                  </a:lnTo>
                  <a:lnTo>
                    <a:pt x="29" y="32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5" y="32"/>
                  </a:lnTo>
                  <a:lnTo>
                    <a:pt x="13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0" y="21"/>
                  </a:lnTo>
                  <a:lnTo>
                    <a:pt x="7" y="18"/>
                  </a:lnTo>
                  <a:lnTo>
                    <a:pt x="6" y="15"/>
                  </a:lnTo>
                  <a:lnTo>
                    <a:pt x="2" y="14"/>
                  </a:lnTo>
                  <a:lnTo>
                    <a:pt x="0" y="13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3" y="10"/>
                  </a:lnTo>
                  <a:lnTo>
                    <a:pt x="4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10" y="11"/>
                  </a:lnTo>
                  <a:lnTo>
                    <a:pt x="11" y="11"/>
                  </a:lnTo>
                  <a:lnTo>
                    <a:pt x="11" y="9"/>
                  </a:lnTo>
                  <a:lnTo>
                    <a:pt x="12" y="7"/>
                  </a:lnTo>
                  <a:lnTo>
                    <a:pt x="15" y="10"/>
                  </a:lnTo>
                  <a:lnTo>
                    <a:pt x="16" y="7"/>
                  </a:lnTo>
                  <a:lnTo>
                    <a:pt x="17" y="9"/>
                  </a:lnTo>
                  <a:lnTo>
                    <a:pt x="19" y="10"/>
                  </a:lnTo>
                  <a:lnTo>
                    <a:pt x="21" y="9"/>
                  </a:lnTo>
                  <a:lnTo>
                    <a:pt x="21" y="7"/>
                  </a:lnTo>
                  <a:lnTo>
                    <a:pt x="24" y="6"/>
                  </a:lnTo>
                  <a:lnTo>
                    <a:pt x="27" y="7"/>
                  </a:lnTo>
                  <a:lnTo>
                    <a:pt x="31" y="6"/>
                  </a:lnTo>
                  <a:lnTo>
                    <a:pt x="31" y="2"/>
                  </a:lnTo>
                  <a:lnTo>
                    <a:pt x="33" y="1"/>
                  </a:lnTo>
                  <a:lnTo>
                    <a:pt x="36" y="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9" name="Freeform 362">
              <a:extLst>
                <a:ext uri="{FF2B5EF4-FFF2-40B4-BE49-F238E27FC236}">
                  <a16:creationId xmlns:a16="http://schemas.microsoft.com/office/drawing/2014/main" id="{EFE3E9D7-506F-4E29-A827-8089D97E75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712" y="6314568"/>
              <a:ext cx="562167" cy="489631"/>
            </a:xfrm>
            <a:custGeom>
              <a:avLst/>
              <a:gdLst>
                <a:gd name="T0" fmla="*/ 51 w 62"/>
                <a:gd name="T1" fmla="*/ 1 h 54"/>
                <a:gd name="T2" fmla="*/ 54 w 62"/>
                <a:gd name="T3" fmla="*/ 4 h 54"/>
                <a:gd name="T4" fmla="*/ 58 w 62"/>
                <a:gd name="T5" fmla="*/ 6 h 54"/>
                <a:gd name="T6" fmla="*/ 62 w 62"/>
                <a:gd name="T7" fmla="*/ 13 h 54"/>
                <a:gd name="T8" fmla="*/ 62 w 62"/>
                <a:gd name="T9" fmla="*/ 18 h 54"/>
                <a:gd name="T10" fmla="*/ 62 w 62"/>
                <a:gd name="T11" fmla="*/ 25 h 54"/>
                <a:gd name="T12" fmla="*/ 58 w 62"/>
                <a:gd name="T13" fmla="*/ 29 h 54"/>
                <a:gd name="T14" fmla="*/ 54 w 62"/>
                <a:gd name="T15" fmla="*/ 31 h 54"/>
                <a:gd name="T16" fmla="*/ 51 w 62"/>
                <a:gd name="T17" fmla="*/ 35 h 54"/>
                <a:gd name="T18" fmla="*/ 44 w 62"/>
                <a:gd name="T19" fmla="*/ 38 h 54"/>
                <a:gd name="T20" fmla="*/ 47 w 62"/>
                <a:gd name="T21" fmla="*/ 42 h 54"/>
                <a:gd name="T22" fmla="*/ 48 w 62"/>
                <a:gd name="T23" fmla="*/ 46 h 54"/>
                <a:gd name="T24" fmla="*/ 45 w 62"/>
                <a:gd name="T25" fmla="*/ 48 h 54"/>
                <a:gd name="T26" fmla="*/ 43 w 62"/>
                <a:gd name="T27" fmla="*/ 46 h 54"/>
                <a:gd name="T28" fmla="*/ 36 w 62"/>
                <a:gd name="T29" fmla="*/ 46 h 54"/>
                <a:gd name="T30" fmla="*/ 32 w 62"/>
                <a:gd name="T31" fmla="*/ 50 h 54"/>
                <a:gd name="T32" fmla="*/ 28 w 62"/>
                <a:gd name="T33" fmla="*/ 54 h 54"/>
                <a:gd name="T34" fmla="*/ 24 w 62"/>
                <a:gd name="T35" fmla="*/ 52 h 54"/>
                <a:gd name="T36" fmla="*/ 22 w 62"/>
                <a:gd name="T37" fmla="*/ 50 h 54"/>
                <a:gd name="T38" fmla="*/ 19 w 62"/>
                <a:gd name="T39" fmla="*/ 52 h 54"/>
                <a:gd name="T40" fmla="*/ 18 w 62"/>
                <a:gd name="T41" fmla="*/ 51 h 54"/>
                <a:gd name="T42" fmla="*/ 18 w 62"/>
                <a:gd name="T43" fmla="*/ 48 h 54"/>
                <a:gd name="T44" fmla="*/ 18 w 62"/>
                <a:gd name="T45" fmla="*/ 46 h 54"/>
                <a:gd name="T46" fmla="*/ 16 w 62"/>
                <a:gd name="T47" fmla="*/ 44 h 54"/>
                <a:gd name="T48" fmla="*/ 15 w 62"/>
                <a:gd name="T49" fmla="*/ 48 h 54"/>
                <a:gd name="T50" fmla="*/ 11 w 62"/>
                <a:gd name="T51" fmla="*/ 48 h 54"/>
                <a:gd name="T52" fmla="*/ 11 w 62"/>
                <a:gd name="T53" fmla="*/ 44 h 54"/>
                <a:gd name="T54" fmla="*/ 10 w 62"/>
                <a:gd name="T55" fmla="*/ 42 h 54"/>
                <a:gd name="T56" fmla="*/ 7 w 62"/>
                <a:gd name="T57" fmla="*/ 39 h 54"/>
                <a:gd name="T58" fmla="*/ 6 w 62"/>
                <a:gd name="T59" fmla="*/ 35 h 54"/>
                <a:gd name="T60" fmla="*/ 4 w 62"/>
                <a:gd name="T61" fmla="*/ 31 h 54"/>
                <a:gd name="T62" fmla="*/ 4 w 62"/>
                <a:gd name="T63" fmla="*/ 30 h 54"/>
                <a:gd name="T64" fmla="*/ 3 w 62"/>
                <a:gd name="T65" fmla="*/ 23 h 54"/>
                <a:gd name="T66" fmla="*/ 0 w 62"/>
                <a:gd name="T67" fmla="*/ 17 h 54"/>
                <a:gd name="T68" fmla="*/ 2 w 62"/>
                <a:gd name="T69" fmla="*/ 10 h 54"/>
                <a:gd name="T70" fmla="*/ 6 w 62"/>
                <a:gd name="T71" fmla="*/ 2 h 54"/>
                <a:gd name="T72" fmla="*/ 14 w 62"/>
                <a:gd name="T73" fmla="*/ 1 h 54"/>
                <a:gd name="T74" fmla="*/ 18 w 62"/>
                <a:gd name="T75" fmla="*/ 2 h 54"/>
                <a:gd name="T76" fmla="*/ 24 w 62"/>
                <a:gd name="T77" fmla="*/ 1 h 54"/>
                <a:gd name="T78" fmla="*/ 29 w 62"/>
                <a:gd name="T79" fmla="*/ 1 h 54"/>
                <a:gd name="T80" fmla="*/ 33 w 62"/>
                <a:gd name="T81" fmla="*/ 2 h 54"/>
                <a:gd name="T82" fmla="*/ 37 w 62"/>
                <a:gd name="T83" fmla="*/ 6 h 54"/>
                <a:gd name="T84" fmla="*/ 43 w 62"/>
                <a:gd name="T85" fmla="*/ 9 h 54"/>
                <a:gd name="T86" fmla="*/ 47 w 62"/>
                <a:gd name="T87" fmla="*/ 9 h 54"/>
                <a:gd name="T88" fmla="*/ 47 w 62"/>
                <a:gd name="T89" fmla="*/ 5 h 54"/>
                <a:gd name="T90" fmla="*/ 45 w 62"/>
                <a:gd name="T9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2" h="54">
                  <a:moveTo>
                    <a:pt x="49" y="0"/>
                  </a:moveTo>
                  <a:lnTo>
                    <a:pt x="51" y="1"/>
                  </a:lnTo>
                  <a:lnTo>
                    <a:pt x="52" y="2"/>
                  </a:lnTo>
                  <a:lnTo>
                    <a:pt x="54" y="4"/>
                  </a:lnTo>
                  <a:lnTo>
                    <a:pt x="57" y="4"/>
                  </a:lnTo>
                  <a:lnTo>
                    <a:pt x="58" y="6"/>
                  </a:lnTo>
                  <a:lnTo>
                    <a:pt x="60" y="8"/>
                  </a:lnTo>
                  <a:lnTo>
                    <a:pt x="62" y="13"/>
                  </a:lnTo>
                  <a:lnTo>
                    <a:pt x="61" y="17"/>
                  </a:lnTo>
                  <a:lnTo>
                    <a:pt x="62" y="18"/>
                  </a:lnTo>
                  <a:lnTo>
                    <a:pt x="62" y="22"/>
                  </a:lnTo>
                  <a:lnTo>
                    <a:pt x="62" y="25"/>
                  </a:lnTo>
                  <a:lnTo>
                    <a:pt x="61" y="29"/>
                  </a:lnTo>
                  <a:lnTo>
                    <a:pt x="58" y="29"/>
                  </a:lnTo>
                  <a:lnTo>
                    <a:pt x="58" y="30"/>
                  </a:lnTo>
                  <a:lnTo>
                    <a:pt x="54" y="31"/>
                  </a:lnTo>
                  <a:lnTo>
                    <a:pt x="52" y="34"/>
                  </a:lnTo>
                  <a:lnTo>
                    <a:pt x="51" y="35"/>
                  </a:lnTo>
                  <a:lnTo>
                    <a:pt x="47" y="35"/>
                  </a:lnTo>
                  <a:lnTo>
                    <a:pt x="44" y="38"/>
                  </a:lnTo>
                  <a:lnTo>
                    <a:pt x="44" y="42"/>
                  </a:lnTo>
                  <a:lnTo>
                    <a:pt x="47" y="42"/>
                  </a:lnTo>
                  <a:lnTo>
                    <a:pt x="49" y="44"/>
                  </a:lnTo>
                  <a:lnTo>
                    <a:pt x="48" y="46"/>
                  </a:lnTo>
                  <a:lnTo>
                    <a:pt x="49" y="48"/>
                  </a:lnTo>
                  <a:lnTo>
                    <a:pt x="45" y="48"/>
                  </a:lnTo>
                  <a:lnTo>
                    <a:pt x="45" y="47"/>
                  </a:lnTo>
                  <a:lnTo>
                    <a:pt x="43" y="46"/>
                  </a:lnTo>
                  <a:lnTo>
                    <a:pt x="37" y="47"/>
                  </a:lnTo>
                  <a:lnTo>
                    <a:pt x="36" y="46"/>
                  </a:lnTo>
                  <a:lnTo>
                    <a:pt x="33" y="47"/>
                  </a:lnTo>
                  <a:lnTo>
                    <a:pt x="32" y="50"/>
                  </a:lnTo>
                  <a:lnTo>
                    <a:pt x="29" y="50"/>
                  </a:lnTo>
                  <a:lnTo>
                    <a:pt x="28" y="54"/>
                  </a:lnTo>
                  <a:lnTo>
                    <a:pt x="26" y="51"/>
                  </a:lnTo>
                  <a:lnTo>
                    <a:pt x="24" y="52"/>
                  </a:lnTo>
                  <a:lnTo>
                    <a:pt x="23" y="51"/>
                  </a:lnTo>
                  <a:lnTo>
                    <a:pt x="22" y="50"/>
                  </a:lnTo>
                  <a:lnTo>
                    <a:pt x="20" y="51"/>
                  </a:lnTo>
                  <a:lnTo>
                    <a:pt x="19" y="52"/>
                  </a:lnTo>
                  <a:lnTo>
                    <a:pt x="18" y="52"/>
                  </a:lnTo>
                  <a:lnTo>
                    <a:pt x="18" y="51"/>
                  </a:lnTo>
                  <a:lnTo>
                    <a:pt x="16" y="51"/>
                  </a:lnTo>
                  <a:lnTo>
                    <a:pt x="18" y="48"/>
                  </a:lnTo>
                  <a:lnTo>
                    <a:pt x="18" y="47"/>
                  </a:lnTo>
                  <a:lnTo>
                    <a:pt x="18" y="46"/>
                  </a:lnTo>
                  <a:lnTo>
                    <a:pt x="18" y="44"/>
                  </a:lnTo>
                  <a:lnTo>
                    <a:pt x="16" y="44"/>
                  </a:lnTo>
                  <a:lnTo>
                    <a:pt x="15" y="46"/>
                  </a:lnTo>
                  <a:lnTo>
                    <a:pt x="15" y="48"/>
                  </a:lnTo>
                  <a:lnTo>
                    <a:pt x="14" y="48"/>
                  </a:lnTo>
                  <a:lnTo>
                    <a:pt x="11" y="48"/>
                  </a:lnTo>
                  <a:lnTo>
                    <a:pt x="11" y="46"/>
                  </a:lnTo>
                  <a:lnTo>
                    <a:pt x="11" y="44"/>
                  </a:lnTo>
                  <a:lnTo>
                    <a:pt x="11" y="43"/>
                  </a:lnTo>
                  <a:lnTo>
                    <a:pt x="10" y="42"/>
                  </a:lnTo>
                  <a:lnTo>
                    <a:pt x="8" y="42"/>
                  </a:lnTo>
                  <a:lnTo>
                    <a:pt x="7" y="39"/>
                  </a:lnTo>
                  <a:lnTo>
                    <a:pt x="7" y="37"/>
                  </a:lnTo>
                  <a:lnTo>
                    <a:pt x="6" y="35"/>
                  </a:lnTo>
                  <a:lnTo>
                    <a:pt x="6" y="34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0"/>
                  </a:lnTo>
                  <a:lnTo>
                    <a:pt x="4" y="25"/>
                  </a:lnTo>
                  <a:lnTo>
                    <a:pt x="3" y="23"/>
                  </a:lnTo>
                  <a:lnTo>
                    <a:pt x="2" y="22"/>
                  </a:lnTo>
                  <a:lnTo>
                    <a:pt x="0" y="17"/>
                  </a:lnTo>
                  <a:lnTo>
                    <a:pt x="0" y="13"/>
                  </a:lnTo>
                  <a:lnTo>
                    <a:pt x="2" y="10"/>
                  </a:lnTo>
                  <a:lnTo>
                    <a:pt x="3" y="6"/>
                  </a:lnTo>
                  <a:lnTo>
                    <a:pt x="6" y="2"/>
                  </a:lnTo>
                  <a:lnTo>
                    <a:pt x="8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2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7" y="2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3" y="2"/>
                  </a:lnTo>
                  <a:lnTo>
                    <a:pt x="36" y="4"/>
                  </a:lnTo>
                  <a:lnTo>
                    <a:pt x="37" y="6"/>
                  </a:lnTo>
                  <a:lnTo>
                    <a:pt x="40" y="6"/>
                  </a:lnTo>
                  <a:lnTo>
                    <a:pt x="43" y="9"/>
                  </a:lnTo>
                  <a:lnTo>
                    <a:pt x="47" y="10"/>
                  </a:lnTo>
                  <a:lnTo>
                    <a:pt x="47" y="9"/>
                  </a:lnTo>
                  <a:lnTo>
                    <a:pt x="45" y="6"/>
                  </a:lnTo>
                  <a:lnTo>
                    <a:pt x="47" y="5"/>
                  </a:lnTo>
                  <a:lnTo>
                    <a:pt x="44" y="2"/>
                  </a:lnTo>
                  <a:lnTo>
                    <a:pt x="45" y="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" name="Freeform 363">
              <a:extLst>
                <a:ext uri="{FF2B5EF4-FFF2-40B4-BE49-F238E27FC236}">
                  <a16:creationId xmlns:a16="http://schemas.microsoft.com/office/drawing/2014/main" id="{5E8F6162-99BB-4E41-9327-BBEFF11C6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9364" y="5407848"/>
              <a:ext cx="870451" cy="997394"/>
            </a:xfrm>
            <a:custGeom>
              <a:avLst/>
              <a:gdLst>
                <a:gd name="T0" fmla="*/ 28 w 96"/>
                <a:gd name="T1" fmla="*/ 2 h 110"/>
                <a:gd name="T2" fmla="*/ 32 w 96"/>
                <a:gd name="T3" fmla="*/ 10 h 110"/>
                <a:gd name="T4" fmla="*/ 37 w 96"/>
                <a:gd name="T5" fmla="*/ 19 h 110"/>
                <a:gd name="T6" fmla="*/ 47 w 96"/>
                <a:gd name="T7" fmla="*/ 19 h 110"/>
                <a:gd name="T8" fmla="*/ 57 w 96"/>
                <a:gd name="T9" fmla="*/ 22 h 110"/>
                <a:gd name="T10" fmla="*/ 59 w 96"/>
                <a:gd name="T11" fmla="*/ 27 h 110"/>
                <a:gd name="T12" fmla="*/ 57 w 96"/>
                <a:gd name="T13" fmla="*/ 34 h 110"/>
                <a:gd name="T14" fmla="*/ 50 w 96"/>
                <a:gd name="T15" fmla="*/ 37 h 110"/>
                <a:gd name="T16" fmla="*/ 51 w 96"/>
                <a:gd name="T17" fmla="*/ 42 h 110"/>
                <a:gd name="T18" fmla="*/ 51 w 96"/>
                <a:gd name="T19" fmla="*/ 44 h 110"/>
                <a:gd name="T20" fmla="*/ 61 w 96"/>
                <a:gd name="T21" fmla="*/ 50 h 110"/>
                <a:gd name="T22" fmla="*/ 68 w 96"/>
                <a:gd name="T23" fmla="*/ 56 h 110"/>
                <a:gd name="T24" fmla="*/ 75 w 96"/>
                <a:gd name="T25" fmla="*/ 65 h 110"/>
                <a:gd name="T26" fmla="*/ 80 w 96"/>
                <a:gd name="T27" fmla="*/ 69 h 110"/>
                <a:gd name="T28" fmla="*/ 83 w 96"/>
                <a:gd name="T29" fmla="*/ 75 h 110"/>
                <a:gd name="T30" fmla="*/ 86 w 96"/>
                <a:gd name="T31" fmla="*/ 77 h 110"/>
                <a:gd name="T32" fmla="*/ 91 w 96"/>
                <a:gd name="T33" fmla="*/ 80 h 110"/>
                <a:gd name="T34" fmla="*/ 95 w 96"/>
                <a:gd name="T35" fmla="*/ 81 h 110"/>
                <a:gd name="T36" fmla="*/ 93 w 96"/>
                <a:gd name="T37" fmla="*/ 88 h 110"/>
                <a:gd name="T38" fmla="*/ 92 w 96"/>
                <a:gd name="T39" fmla="*/ 93 h 110"/>
                <a:gd name="T40" fmla="*/ 95 w 96"/>
                <a:gd name="T41" fmla="*/ 102 h 110"/>
                <a:gd name="T42" fmla="*/ 87 w 96"/>
                <a:gd name="T43" fmla="*/ 102 h 110"/>
                <a:gd name="T44" fmla="*/ 80 w 96"/>
                <a:gd name="T45" fmla="*/ 100 h 110"/>
                <a:gd name="T46" fmla="*/ 80 w 96"/>
                <a:gd name="T47" fmla="*/ 106 h 110"/>
                <a:gd name="T48" fmla="*/ 78 w 96"/>
                <a:gd name="T49" fmla="*/ 109 h 110"/>
                <a:gd name="T50" fmla="*/ 71 w 96"/>
                <a:gd name="T51" fmla="*/ 104 h 110"/>
                <a:gd name="T52" fmla="*/ 71 w 96"/>
                <a:gd name="T53" fmla="*/ 100 h 110"/>
                <a:gd name="T54" fmla="*/ 71 w 96"/>
                <a:gd name="T55" fmla="*/ 92 h 110"/>
                <a:gd name="T56" fmla="*/ 71 w 96"/>
                <a:gd name="T57" fmla="*/ 85 h 110"/>
                <a:gd name="T58" fmla="*/ 67 w 96"/>
                <a:gd name="T59" fmla="*/ 81 h 110"/>
                <a:gd name="T60" fmla="*/ 61 w 96"/>
                <a:gd name="T61" fmla="*/ 77 h 110"/>
                <a:gd name="T62" fmla="*/ 59 w 96"/>
                <a:gd name="T63" fmla="*/ 69 h 110"/>
                <a:gd name="T64" fmla="*/ 61 w 96"/>
                <a:gd name="T65" fmla="*/ 63 h 110"/>
                <a:gd name="T66" fmla="*/ 50 w 96"/>
                <a:gd name="T67" fmla="*/ 54 h 110"/>
                <a:gd name="T68" fmla="*/ 38 w 96"/>
                <a:gd name="T69" fmla="*/ 59 h 110"/>
                <a:gd name="T70" fmla="*/ 29 w 96"/>
                <a:gd name="T71" fmla="*/ 56 h 110"/>
                <a:gd name="T72" fmla="*/ 21 w 96"/>
                <a:gd name="T73" fmla="*/ 59 h 110"/>
                <a:gd name="T74" fmla="*/ 14 w 96"/>
                <a:gd name="T75" fmla="*/ 55 h 110"/>
                <a:gd name="T76" fmla="*/ 14 w 96"/>
                <a:gd name="T77" fmla="*/ 46 h 110"/>
                <a:gd name="T78" fmla="*/ 14 w 96"/>
                <a:gd name="T79" fmla="*/ 39 h 110"/>
                <a:gd name="T80" fmla="*/ 8 w 96"/>
                <a:gd name="T81" fmla="*/ 39 h 110"/>
                <a:gd name="T82" fmla="*/ 7 w 96"/>
                <a:gd name="T83" fmla="*/ 34 h 110"/>
                <a:gd name="T84" fmla="*/ 1 w 96"/>
                <a:gd name="T85" fmla="*/ 27 h 110"/>
                <a:gd name="T86" fmla="*/ 3 w 96"/>
                <a:gd name="T87" fmla="*/ 22 h 110"/>
                <a:gd name="T88" fmla="*/ 5 w 96"/>
                <a:gd name="T89" fmla="*/ 17 h 110"/>
                <a:gd name="T90" fmla="*/ 10 w 96"/>
                <a:gd name="T91" fmla="*/ 12 h 110"/>
                <a:gd name="T92" fmla="*/ 16 w 96"/>
                <a:gd name="T93" fmla="*/ 14 h 110"/>
                <a:gd name="T94" fmla="*/ 17 w 96"/>
                <a:gd name="T95" fmla="*/ 9 h 110"/>
                <a:gd name="T96" fmla="*/ 18 w 96"/>
                <a:gd name="T97" fmla="*/ 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6" h="110">
                  <a:moveTo>
                    <a:pt x="22" y="0"/>
                  </a:moveTo>
                  <a:lnTo>
                    <a:pt x="24" y="1"/>
                  </a:lnTo>
                  <a:lnTo>
                    <a:pt x="28" y="2"/>
                  </a:lnTo>
                  <a:lnTo>
                    <a:pt x="29" y="5"/>
                  </a:lnTo>
                  <a:lnTo>
                    <a:pt x="32" y="8"/>
                  </a:lnTo>
                  <a:lnTo>
                    <a:pt x="32" y="10"/>
                  </a:lnTo>
                  <a:lnTo>
                    <a:pt x="30" y="12"/>
                  </a:lnTo>
                  <a:lnTo>
                    <a:pt x="35" y="15"/>
                  </a:lnTo>
                  <a:lnTo>
                    <a:pt x="37" y="19"/>
                  </a:lnTo>
                  <a:lnTo>
                    <a:pt x="42" y="19"/>
                  </a:lnTo>
                  <a:lnTo>
                    <a:pt x="45" y="21"/>
                  </a:lnTo>
                  <a:lnTo>
                    <a:pt x="47" y="19"/>
                  </a:lnTo>
                  <a:lnTo>
                    <a:pt x="51" y="19"/>
                  </a:lnTo>
                  <a:lnTo>
                    <a:pt x="53" y="21"/>
                  </a:lnTo>
                  <a:lnTo>
                    <a:pt x="57" y="22"/>
                  </a:lnTo>
                  <a:lnTo>
                    <a:pt x="57" y="25"/>
                  </a:lnTo>
                  <a:lnTo>
                    <a:pt x="57" y="26"/>
                  </a:lnTo>
                  <a:lnTo>
                    <a:pt x="59" y="27"/>
                  </a:lnTo>
                  <a:lnTo>
                    <a:pt x="59" y="29"/>
                  </a:lnTo>
                  <a:lnTo>
                    <a:pt x="58" y="29"/>
                  </a:lnTo>
                  <a:lnTo>
                    <a:pt x="57" y="34"/>
                  </a:lnTo>
                  <a:lnTo>
                    <a:pt x="55" y="35"/>
                  </a:lnTo>
                  <a:lnTo>
                    <a:pt x="53" y="35"/>
                  </a:lnTo>
                  <a:lnTo>
                    <a:pt x="50" y="37"/>
                  </a:lnTo>
                  <a:lnTo>
                    <a:pt x="47" y="37"/>
                  </a:lnTo>
                  <a:lnTo>
                    <a:pt x="49" y="39"/>
                  </a:lnTo>
                  <a:lnTo>
                    <a:pt x="51" y="42"/>
                  </a:lnTo>
                  <a:lnTo>
                    <a:pt x="49" y="43"/>
                  </a:lnTo>
                  <a:lnTo>
                    <a:pt x="50" y="44"/>
                  </a:lnTo>
                  <a:lnTo>
                    <a:pt x="51" y="44"/>
                  </a:lnTo>
                  <a:lnTo>
                    <a:pt x="53" y="48"/>
                  </a:lnTo>
                  <a:lnTo>
                    <a:pt x="57" y="48"/>
                  </a:lnTo>
                  <a:lnTo>
                    <a:pt x="61" y="50"/>
                  </a:lnTo>
                  <a:lnTo>
                    <a:pt x="63" y="51"/>
                  </a:lnTo>
                  <a:lnTo>
                    <a:pt x="66" y="55"/>
                  </a:lnTo>
                  <a:lnTo>
                    <a:pt x="68" y="56"/>
                  </a:lnTo>
                  <a:lnTo>
                    <a:pt x="71" y="59"/>
                  </a:lnTo>
                  <a:lnTo>
                    <a:pt x="71" y="62"/>
                  </a:lnTo>
                  <a:lnTo>
                    <a:pt x="75" y="65"/>
                  </a:lnTo>
                  <a:lnTo>
                    <a:pt x="76" y="68"/>
                  </a:lnTo>
                  <a:lnTo>
                    <a:pt x="78" y="69"/>
                  </a:lnTo>
                  <a:lnTo>
                    <a:pt x="80" y="69"/>
                  </a:lnTo>
                  <a:lnTo>
                    <a:pt x="82" y="71"/>
                  </a:lnTo>
                  <a:lnTo>
                    <a:pt x="82" y="73"/>
                  </a:lnTo>
                  <a:lnTo>
                    <a:pt x="83" y="75"/>
                  </a:lnTo>
                  <a:lnTo>
                    <a:pt x="84" y="75"/>
                  </a:lnTo>
                  <a:lnTo>
                    <a:pt x="87" y="75"/>
                  </a:lnTo>
                  <a:lnTo>
                    <a:pt x="86" y="77"/>
                  </a:lnTo>
                  <a:lnTo>
                    <a:pt x="87" y="79"/>
                  </a:lnTo>
                  <a:lnTo>
                    <a:pt x="89" y="79"/>
                  </a:lnTo>
                  <a:lnTo>
                    <a:pt x="91" y="80"/>
                  </a:lnTo>
                  <a:lnTo>
                    <a:pt x="92" y="81"/>
                  </a:lnTo>
                  <a:lnTo>
                    <a:pt x="95" y="80"/>
                  </a:lnTo>
                  <a:lnTo>
                    <a:pt x="95" y="81"/>
                  </a:lnTo>
                  <a:lnTo>
                    <a:pt x="93" y="84"/>
                  </a:lnTo>
                  <a:lnTo>
                    <a:pt x="93" y="87"/>
                  </a:lnTo>
                  <a:lnTo>
                    <a:pt x="93" y="88"/>
                  </a:lnTo>
                  <a:lnTo>
                    <a:pt x="96" y="88"/>
                  </a:lnTo>
                  <a:lnTo>
                    <a:pt x="96" y="90"/>
                  </a:lnTo>
                  <a:lnTo>
                    <a:pt x="92" y="93"/>
                  </a:lnTo>
                  <a:lnTo>
                    <a:pt x="93" y="97"/>
                  </a:lnTo>
                  <a:lnTo>
                    <a:pt x="93" y="98"/>
                  </a:lnTo>
                  <a:lnTo>
                    <a:pt x="95" y="102"/>
                  </a:lnTo>
                  <a:lnTo>
                    <a:pt x="92" y="104"/>
                  </a:lnTo>
                  <a:lnTo>
                    <a:pt x="89" y="104"/>
                  </a:lnTo>
                  <a:lnTo>
                    <a:pt x="87" y="102"/>
                  </a:lnTo>
                  <a:lnTo>
                    <a:pt x="86" y="101"/>
                  </a:lnTo>
                  <a:lnTo>
                    <a:pt x="84" y="100"/>
                  </a:lnTo>
                  <a:lnTo>
                    <a:pt x="80" y="100"/>
                  </a:lnTo>
                  <a:lnTo>
                    <a:pt x="79" y="102"/>
                  </a:lnTo>
                  <a:lnTo>
                    <a:pt x="82" y="105"/>
                  </a:lnTo>
                  <a:lnTo>
                    <a:pt x="80" y="106"/>
                  </a:lnTo>
                  <a:lnTo>
                    <a:pt x="82" y="109"/>
                  </a:lnTo>
                  <a:lnTo>
                    <a:pt x="82" y="110"/>
                  </a:lnTo>
                  <a:lnTo>
                    <a:pt x="78" y="109"/>
                  </a:lnTo>
                  <a:lnTo>
                    <a:pt x="75" y="106"/>
                  </a:lnTo>
                  <a:lnTo>
                    <a:pt x="72" y="106"/>
                  </a:lnTo>
                  <a:lnTo>
                    <a:pt x="71" y="104"/>
                  </a:lnTo>
                  <a:lnTo>
                    <a:pt x="68" y="102"/>
                  </a:lnTo>
                  <a:lnTo>
                    <a:pt x="70" y="101"/>
                  </a:lnTo>
                  <a:lnTo>
                    <a:pt x="71" y="100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1" y="92"/>
                  </a:lnTo>
                  <a:lnTo>
                    <a:pt x="71" y="90"/>
                  </a:lnTo>
                  <a:lnTo>
                    <a:pt x="72" y="88"/>
                  </a:lnTo>
                  <a:lnTo>
                    <a:pt x="71" y="85"/>
                  </a:lnTo>
                  <a:lnTo>
                    <a:pt x="68" y="84"/>
                  </a:lnTo>
                  <a:lnTo>
                    <a:pt x="70" y="83"/>
                  </a:lnTo>
                  <a:lnTo>
                    <a:pt x="67" y="81"/>
                  </a:lnTo>
                  <a:lnTo>
                    <a:pt x="64" y="81"/>
                  </a:lnTo>
                  <a:lnTo>
                    <a:pt x="62" y="79"/>
                  </a:lnTo>
                  <a:lnTo>
                    <a:pt x="61" y="77"/>
                  </a:lnTo>
                  <a:lnTo>
                    <a:pt x="61" y="75"/>
                  </a:lnTo>
                  <a:lnTo>
                    <a:pt x="61" y="72"/>
                  </a:lnTo>
                  <a:lnTo>
                    <a:pt x="59" y="69"/>
                  </a:lnTo>
                  <a:lnTo>
                    <a:pt x="61" y="68"/>
                  </a:lnTo>
                  <a:lnTo>
                    <a:pt x="61" y="65"/>
                  </a:lnTo>
                  <a:lnTo>
                    <a:pt x="61" y="63"/>
                  </a:lnTo>
                  <a:lnTo>
                    <a:pt x="57" y="62"/>
                  </a:lnTo>
                  <a:lnTo>
                    <a:pt x="51" y="58"/>
                  </a:lnTo>
                  <a:lnTo>
                    <a:pt x="50" y="54"/>
                  </a:lnTo>
                  <a:lnTo>
                    <a:pt x="45" y="52"/>
                  </a:lnTo>
                  <a:lnTo>
                    <a:pt x="41" y="54"/>
                  </a:lnTo>
                  <a:lnTo>
                    <a:pt x="38" y="59"/>
                  </a:lnTo>
                  <a:lnTo>
                    <a:pt x="33" y="59"/>
                  </a:lnTo>
                  <a:lnTo>
                    <a:pt x="32" y="56"/>
                  </a:lnTo>
                  <a:lnTo>
                    <a:pt x="29" y="56"/>
                  </a:lnTo>
                  <a:lnTo>
                    <a:pt x="25" y="55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18" y="59"/>
                  </a:lnTo>
                  <a:lnTo>
                    <a:pt x="14" y="62"/>
                  </a:lnTo>
                  <a:lnTo>
                    <a:pt x="14" y="55"/>
                  </a:lnTo>
                  <a:lnTo>
                    <a:pt x="14" y="51"/>
                  </a:lnTo>
                  <a:lnTo>
                    <a:pt x="13" y="48"/>
                  </a:lnTo>
                  <a:lnTo>
                    <a:pt x="14" y="46"/>
                  </a:lnTo>
                  <a:lnTo>
                    <a:pt x="14" y="44"/>
                  </a:lnTo>
                  <a:lnTo>
                    <a:pt x="13" y="42"/>
                  </a:lnTo>
                  <a:lnTo>
                    <a:pt x="14" y="39"/>
                  </a:lnTo>
                  <a:lnTo>
                    <a:pt x="14" y="38"/>
                  </a:lnTo>
                  <a:lnTo>
                    <a:pt x="10" y="38"/>
                  </a:lnTo>
                  <a:lnTo>
                    <a:pt x="8" y="39"/>
                  </a:lnTo>
                  <a:lnTo>
                    <a:pt x="7" y="38"/>
                  </a:lnTo>
                  <a:lnTo>
                    <a:pt x="5" y="35"/>
                  </a:lnTo>
                  <a:lnTo>
                    <a:pt x="7" y="34"/>
                  </a:lnTo>
                  <a:lnTo>
                    <a:pt x="7" y="30"/>
                  </a:lnTo>
                  <a:lnTo>
                    <a:pt x="4" y="27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1" y="22"/>
                  </a:lnTo>
                  <a:lnTo>
                    <a:pt x="3" y="22"/>
                  </a:lnTo>
                  <a:lnTo>
                    <a:pt x="4" y="19"/>
                  </a:lnTo>
                  <a:lnTo>
                    <a:pt x="4" y="18"/>
                  </a:lnTo>
                  <a:lnTo>
                    <a:pt x="5" y="17"/>
                  </a:lnTo>
                  <a:lnTo>
                    <a:pt x="5" y="14"/>
                  </a:lnTo>
                  <a:lnTo>
                    <a:pt x="8" y="14"/>
                  </a:lnTo>
                  <a:lnTo>
                    <a:pt x="10" y="12"/>
                  </a:lnTo>
                  <a:lnTo>
                    <a:pt x="12" y="13"/>
                  </a:lnTo>
                  <a:lnTo>
                    <a:pt x="13" y="14"/>
                  </a:lnTo>
                  <a:lnTo>
                    <a:pt x="16" y="14"/>
                  </a:lnTo>
                  <a:lnTo>
                    <a:pt x="18" y="14"/>
                  </a:lnTo>
                  <a:lnTo>
                    <a:pt x="17" y="12"/>
                  </a:lnTo>
                  <a:lnTo>
                    <a:pt x="17" y="9"/>
                  </a:lnTo>
                  <a:lnTo>
                    <a:pt x="16" y="6"/>
                  </a:lnTo>
                  <a:lnTo>
                    <a:pt x="16" y="2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" name="Freeform 364">
              <a:extLst>
                <a:ext uri="{FF2B5EF4-FFF2-40B4-BE49-F238E27FC236}">
                  <a16:creationId xmlns:a16="http://schemas.microsoft.com/office/drawing/2014/main" id="{6C5BEE06-8983-4E92-8319-CBAC6A8148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26409" y="5634524"/>
              <a:ext cx="915791" cy="1695573"/>
            </a:xfrm>
            <a:custGeom>
              <a:avLst/>
              <a:gdLst>
                <a:gd name="T0" fmla="*/ 36 w 101"/>
                <a:gd name="T1" fmla="*/ 175 h 187"/>
                <a:gd name="T2" fmla="*/ 28 w 101"/>
                <a:gd name="T3" fmla="*/ 165 h 187"/>
                <a:gd name="T4" fmla="*/ 18 w 101"/>
                <a:gd name="T5" fmla="*/ 162 h 187"/>
                <a:gd name="T6" fmla="*/ 39 w 101"/>
                <a:gd name="T7" fmla="*/ 139 h 187"/>
                <a:gd name="T8" fmla="*/ 38 w 101"/>
                <a:gd name="T9" fmla="*/ 135 h 187"/>
                <a:gd name="T10" fmla="*/ 66 w 101"/>
                <a:gd name="T11" fmla="*/ 109 h 187"/>
                <a:gd name="T12" fmla="*/ 30 w 101"/>
                <a:gd name="T13" fmla="*/ 2 h 187"/>
                <a:gd name="T14" fmla="*/ 36 w 101"/>
                <a:gd name="T15" fmla="*/ 13 h 187"/>
                <a:gd name="T16" fmla="*/ 42 w 101"/>
                <a:gd name="T17" fmla="*/ 17 h 187"/>
                <a:gd name="T18" fmla="*/ 43 w 101"/>
                <a:gd name="T19" fmla="*/ 30 h 187"/>
                <a:gd name="T20" fmla="*/ 54 w 101"/>
                <a:gd name="T21" fmla="*/ 30 h 187"/>
                <a:gd name="T22" fmla="*/ 70 w 101"/>
                <a:gd name="T23" fmla="*/ 29 h 187"/>
                <a:gd name="T24" fmla="*/ 90 w 101"/>
                <a:gd name="T25" fmla="*/ 38 h 187"/>
                <a:gd name="T26" fmla="*/ 90 w 101"/>
                <a:gd name="T27" fmla="*/ 50 h 187"/>
                <a:gd name="T28" fmla="*/ 99 w 101"/>
                <a:gd name="T29" fmla="*/ 58 h 187"/>
                <a:gd name="T30" fmla="*/ 100 w 101"/>
                <a:gd name="T31" fmla="*/ 67 h 187"/>
                <a:gd name="T32" fmla="*/ 96 w 101"/>
                <a:gd name="T33" fmla="*/ 77 h 187"/>
                <a:gd name="T34" fmla="*/ 82 w 101"/>
                <a:gd name="T35" fmla="*/ 77 h 187"/>
                <a:gd name="T36" fmla="*/ 67 w 101"/>
                <a:gd name="T37" fmla="*/ 81 h 187"/>
                <a:gd name="T38" fmla="*/ 67 w 101"/>
                <a:gd name="T39" fmla="*/ 98 h 187"/>
                <a:gd name="T40" fmla="*/ 67 w 101"/>
                <a:gd name="T41" fmla="*/ 108 h 187"/>
                <a:gd name="T42" fmla="*/ 62 w 101"/>
                <a:gd name="T43" fmla="*/ 105 h 187"/>
                <a:gd name="T44" fmla="*/ 55 w 101"/>
                <a:gd name="T45" fmla="*/ 101 h 187"/>
                <a:gd name="T46" fmla="*/ 47 w 101"/>
                <a:gd name="T47" fmla="*/ 101 h 187"/>
                <a:gd name="T48" fmla="*/ 46 w 101"/>
                <a:gd name="T49" fmla="*/ 93 h 187"/>
                <a:gd name="T50" fmla="*/ 43 w 101"/>
                <a:gd name="T51" fmla="*/ 90 h 187"/>
                <a:gd name="T52" fmla="*/ 37 w 101"/>
                <a:gd name="T53" fmla="*/ 90 h 187"/>
                <a:gd name="T54" fmla="*/ 37 w 101"/>
                <a:gd name="T55" fmla="*/ 94 h 187"/>
                <a:gd name="T56" fmla="*/ 36 w 101"/>
                <a:gd name="T57" fmla="*/ 102 h 187"/>
                <a:gd name="T58" fmla="*/ 32 w 101"/>
                <a:gd name="T59" fmla="*/ 122 h 187"/>
                <a:gd name="T60" fmla="*/ 29 w 101"/>
                <a:gd name="T61" fmla="*/ 131 h 187"/>
                <a:gd name="T62" fmla="*/ 32 w 101"/>
                <a:gd name="T63" fmla="*/ 142 h 187"/>
                <a:gd name="T64" fmla="*/ 33 w 101"/>
                <a:gd name="T65" fmla="*/ 142 h 187"/>
                <a:gd name="T66" fmla="*/ 38 w 101"/>
                <a:gd name="T67" fmla="*/ 147 h 187"/>
                <a:gd name="T68" fmla="*/ 42 w 101"/>
                <a:gd name="T69" fmla="*/ 152 h 187"/>
                <a:gd name="T70" fmla="*/ 45 w 101"/>
                <a:gd name="T71" fmla="*/ 158 h 187"/>
                <a:gd name="T72" fmla="*/ 42 w 101"/>
                <a:gd name="T73" fmla="*/ 164 h 187"/>
                <a:gd name="T74" fmla="*/ 47 w 101"/>
                <a:gd name="T75" fmla="*/ 168 h 187"/>
                <a:gd name="T76" fmla="*/ 57 w 101"/>
                <a:gd name="T77" fmla="*/ 173 h 187"/>
                <a:gd name="T78" fmla="*/ 64 w 101"/>
                <a:gd name="T79" fmla="*/ 181 h 187"/>
                <a:gd name="T80" fmla="*/ 58 w 101"/>
                <a:gd name="T81" fmla="*/ 184 h 187"/>
                <a:gd name="T82" fmla="*/ 54 w 101"/>
                <a:gd name="T83" fmla="*/ 179 h 187"/>
                <a:gd name="T84" fmla="*/ 43 w 101"/>
                <a:gd name="T85" fmla="*/ 173 h 187"/>
                <a:gd name="T86" fmla="*/ 36 w 101"/>
                <a:gd name="T87" fmla="*/ 172 h 187"/>
                <a:gd name="T88" fmla="*/ 32 w 101"/>
                <a:gd name="T89" fmla="*/ 167 h 187"/>
                <a:gd name="T90" fmla="*/ 24 w 101"/>
                <a:gd name="T91" fmla="*/ 158 h 187"/>
                <a:gd name="T92" fmla="*/ 21 w 101"/>
                <a:gd name="T93" fmla="*/ 156 h 187"/>
                <a:gd name="T94" fmla="*/ 18 w 101"/>
                <a:gd name="T95" fmla="*/ 146 h 187"/>
                <a:gd name="T96" fmla="*/ 20 w 101"/>
                <a:gd name="T97" fmla="*/ 139 h 187"/>
                <a:gd name="T98" fmla="*/ 22 w 101"/>
                <a:gd name="T99" fmla="*/ 129 h 187"/>
                <a:gd name="T100" fmla="*/ 29 w 101"/>
                <a:gd name="T101" fmla="*/ 113 h 187"/>
                <a:gd name="T102" fmla="*/ 29 w 101"/>
                <a:gd name="T103" fmla="*/ 100 h 187"/>
                <a:gd name="T104" fmla="*/ 28 w 101"/>
                <a:gd name="T105" fmla="*/ 89 h 187"/>
                <a:gd name="T106" fmla="*/ 16 w 101"/>
                <a:gd name="T107" fmla="*/ 72 h 187"/>
                <a:gd name="T108" fmla="*/ 16 w 101"/>
                <a:gd name="T109" fmla="*/ 56 h 187"/>
                <a:gd name="T110" fmla="*/ 14 w 101"/>
                <a:gd name="T111" fmla="*/ 46 h 187"/>
                <a:gd name="T112" fmla="*/ 4 w 101"/>
                <a:gd name="T113" fmla="*/ 34 h 187"/>
                <a:gd name="T114" fmla="*/ 5 w 101"/>
                <a:gd name="T115" fmla="*/ 25 h 187"/>
                <a:gd name="T116" fmla="*/ 8 w 101"/>
                <a:gd name="T117" fmla="*/ 12 h 187"/>
                <a:gd name="T118" fmla="*/ 18 w 101"/>
                <a:gd name="T119" fmla="*/ 6 h 187"/>
                <a:gd name="T120" fmla="*/ 22 w 101"/>
                <a:gd name="T121" fmla="*/ 1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1" h="187">
                  <a:moveTo>
                    <a:pt x="36" y="175"/>
                  </a:moveTo>
                  <a:lnTo>
                    <a:pt x="37" y="175"/>
                  </a:lnTo>
                  <a:lnTo>
                    <a:pt x="37" y="176"/>
                  </a:lnTo>
                  <a:lnTo>
                    <a:pt x="36" y="176"/>
                  </a:lnTo>
                  <a:lnTo>
                    <a:pt x="36" y="175"/>
                  </a:lnTo>
                  <a:lnTo>
                    <a:pt x="36" y="175"/>
                  </a:lnTo>
                  <a:close/>
                  <a:moveTo>
                    <a:pt x="28" y="163"/>
                  </a:moveTo>
                  <a:lnTo>
                    <a:pt x="28" y="163"/>
                  </a:lnTo>
                  <a:lnTo>
                    <a:pt x="28" y="164"/>
                  </a:lnTo>
                  <a:lnTo>
                    <a:pt x="28" y="165"/>
                  </a:lnTo>
                  <a:lnTo>
                    <a:pt x="28" y="163"/>
                  </a:lnTo>
                  <a:close/>
                  <a:moveTo>
                    <a:pt x="18" y="158"/>
                  </a:moveTo>
                  <a:lnTo>
                    <a:pt x="21" y="158"/>
                  </a:lnTo>
                  <a:lnTo>
                    <a:pt x="21" y="160"/>
                  </a:lnTo>
                  <a:lnTo>
                    <a:pt x="18" y="162"/>
                  </a:lnTo>
                  <a:lnTo>
                    <a:pt x="18" y="159"/>
                  </a:lnTo>
                  <a:lnTo>
                    <a:pt x="18" y="159"/>
                  </a:lnTo>
                  <a:lnTo>
                    <a:pt x="18" y="158"/>
                  </a:lnTo>
                  <a:close/>
                  <a:moveTo>
                    <a:pt x="39" y="138"/>
                  </a:moveTo>
                  <a:lnTo>
                    <a:pt x="39" y="139"/>
                  </a:lnTo>
                  <a:lnTo>
                    <a:pt x="39" y="142"/>
                  </a:lnTo>
                  <a:lnTo>
                    <a:pt x="38" y="140"/>
                  </a:lnTo>
                  <a:lnTo>
                    <a:pt x="38" y="139"/>
                  </a:lnTo>
                  <a:lnTo>
                    <a:pt x="39" y="138"/>
                  </a:lnTo>
                  <a:close/>
                  <a:moveTo>
                    <a:pt x="38" y="135"/>
                  </a:moveTo>
                  <a:lnTo>
                    <a:pt x="38" y="137"/>
                  </a:lnTo>
                  <a:lnTo>
                    <a:pt x="37" y="137"/>
                  </a:lnTo>
                  <a:lnTo>
                    <a:pt x="38" y="135"/>
                  </a:lnTo>
                  <a:close/>
                  <a:moveTo>
                    <a:pt x="62" y="106"/>
                  </a:moveTo>
                  <a:lnTo>
                    <a:pt x="66" y="109"/>
                  </a:lnTo>
                  <a:lnTo>
                    <a:pt x="64" y="109"/>
                  </a:lnTo>
                  <a:lnTo>
                    <a:pt x="62" y="108"/>
                  </a:lnTo>
                  <a:lnTo>
                    <a:pt x="62" y="106"/>
                  </a:lnTo>
                  <a:close/>
                  <a:moveTo>
                    <a:pt x="29" y="0"/>
                  </a:moveTo>
                  <a:lnTo>
                    <a:pt x="30" y="2"/>
                  </a:lnTo>
                  <a:lnTo>
                    <a:pt x="33" y="2"/>
                  </a:lnTo>
                  <a:lnTo>
                    <a:pt x="36" y="5"/>
                  </a:lnTo>
                  <a:lnTo>
                    <a:pt x="36" y="9"/>
                  </a:lnTo>
                  <a:lnTo>
                    <a:pt x="34" y="10"/>
                  </a:lnTo>
                  <a:lnTo>
                    <a:pt x="36" y="13"/>
                  </a:lnTo>
                  <a:lnTo>
                    <a:pt x="37" y="14"/>
                  </a:lnTo>
                  <a:lnTo>
                    <a:pt x="39" y="13"/>
                  </a:lnTo>
                  <a:lnTo>
                    <a:pt x="43" y="13"/>
                  </a:lnTo>
                  <a:lnTo>
                    <a:pt x="43" y="14"/>
                  </a:lnTo>
                  <a:lnTo>
                    <a:pt x="42" y="17"/>
                  </a:lnTo>
                  <a:lnTo>
                    <a:pt x="43" y="19"/>
                  </a:lnTo>
                  <a:lnTo>
                    <a:pt x="43" y="21"/>
                  </a:lnTo>
                  <a:lnTo>
                    <a:pt x="42" y="23"/>
                  </a:lnTo>
                  <a:lnTo>
                    <a:pt x="43" y="26"/>
                  </a:lnTo>
                  <a:lnTo>
                    <a:pt x="43" y="30"/>
                  </a:lnTo>
                  <a:lnTo>
                    <a:pt x="43" y="37"/>
                  </a:lnTo>
                  <a:lnTo>
                    <a:pt x="47" y="34"/>
                  </a:lnTo>
                  <a:lnTo>
                    <a:pt x="50" y="34"/>
                  </a:lnTo>
                  <a:lnTo>
                    <a:pt x="50" y="31"/>
                  </a:lnTo>
                  <a:lnTo>
                    <a:pt x="54" y="30"/>
                  </a:lnTo>
                  <a:lnTo>
                    <a:pt x="58" y="31"/>
                  </a:lnTo>
                  <a:lnTo>
                    <a:pt x="61" y="31"/>
                  </a:lnTo>
                  <a:lnTo>
                    <a:pt x="62" y="34"/>
                  </a:lnTo>
                  <a:lnTo>
                    <a:pt x="67" y="34"/>
                  </a:lnTo>
                  <a:lnTo>
                    <a:pt x="70" y="29"/>
                  </a:lnTo>
                  <a:lnTo>
                    <a:pt x="74" y="27"/>
                  </a:lnTo>
                  <a:lnTo>
                    <a:pt x="79" y="29"/>
                  </a:lnTo>
                  <a:lnTo>
                    <a:pt x="80" y="33"/>
                  </a:lnTo>
                  <a:lnTo>
                    <a:pt x="86" y="37"/>
                  </a:lnTo>
                  <a:lnTo>
                    <a:pt x="90" y="38"/>
                  </a:lnTo>
                  <a:lnTo>
                    <a:pt x="90" y="40"/>
                  </a:lnTo>
                  <a:lnTo>
                    <a:pt x="90" y="43"/>
                  </a:lnTo>
                  <a:lnTo>
                    <a:pt x="88" y="44"/>
                  </a:lnTo>
                  <a:lnTo>
                    <a:pt x="90" y="47"/>
                  </a:lnTo>
                  <a:lnTo>
                    <a:pt x="90" y="50"/>
                  </a:lnTo>
                  <a:lnTo>
                    <a:pt x="90" y="52"/>
                  </a:lnTo>
                  <a:lnTo>
                    <a:pt x="91" y="54"/>
                  </a:lnTo>
                  <a:lnTo>
                    <a:pt x="93" y="56"/>
                  </a:lnTo>
                  <a:lnTo>
                    <a:pt x="96" y="56"/>
                  </a:lnTo>
                  <a:lnTo>
                    <a:pt x="99" y="58"/>
                  </a:lnTo>
                  <a:lnTo>
                    <a:pt x="97" y="59"/>
                  </a:lnTo>
                  <a:lnTo>
                    <a:pt x="100" y="60"/>
                  </a:lnTo>
                  <a:lnTo>
                    <a:pt x="101" y="63"/>
                  </a:lnTo>
                  <a:lnTo>
                    <a:pt x="100" y="65"/>
                  </a:lnTo>
                  <a:lnTo>
                    <a:pt x="100" y="67"/>
                  </a:lnTo>
                  <a:lnTo>
                    <a:pt x="100" y="68"/>
                  </a:lnTo>
                  <a:lnTo>
                    <a:pt x="100" y="71"/>
                  </a:lnTo>
                  <a:lnTo>
                    <a:pt x="100" y="75"/>
                  </a:lnTo>
                  <a:lnTo>
                    <a:pt x="99" y="76"/>
                  </a:lnTo>
                  <a:lnTo>
                    <a:pt x="96" y="77"/>
                  </a:lnTo>
                  <a:lnTo>
                    <a:pt x="93" y="76"/>
                  </a:lnTo>
                  <a:lnTo>
                    <a:pt x="91" y="77"/>
                  </a:lnTo>
                  <a:lnTo>
                    <a:pt x="88" y="76"/>
                  </a:lnTo>
                  <a:lnTo>
                    <a:pt x="86" y="76"/>
                  </a:lnTo>
                  <a:lnTo>
                    <a:pt x="82" y="77"/>
                  </a:lnTo>
                  <a:lnTo>
                    <a:pt x="80" y="76"/>
                  </a:lnTo>
                  <a:lnTo>
                    <a:pt x="78" y="76"/>
                  </a:lnTo>
                  <a:lnTo>
                    <a:pt x="72" y="77"/>
                  </a:lnTo>
                  <a:lnTo>
                    <a:pt x="70" y="77"/>
                  </a:lnTo>
                  <a:lnTo>
                    <a:pt x="67" y="81"/>
                  </a:lnTo>
                  <a:lnTo>
                    <a:pt x="66" y="85"/>
                  </a:lnTo>
                  <a:lnTo>
                    <a:pt x="64" y="88"/>
                  </a:lnTo>
                  <a:lnTo>
                    <a:pt x="64" y="92"/>
                  </a:lnTo>
                  <a:lnTo>
                    <a:pt x="66" y="97"/>
                  </a:lnTo>
                  <a:lnTo>
                    <a:pt x="67" y="98"/>
                  </a:lnTo>
                  <a:lnTo>
                    <a:pt x="68" y="100"/>
                  </a:lnTo>
                  <a:lnTo>
                    <a:pt x="68" y="105"/>
                  </a:lnTo>
                  <a:lnTo>
                    <a:pt x="68" y="106"/>
                  </a:lnTo>
                  <a:lnTo>
                    <a:pt x="67" y="106"/>
                  </a:lnTo>
                  <a:lnTo>
                    <a:pt x="67" y="108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63" y="105"/>
                  </a:lnTo>
                  <a:lnTo>
                    <a:pt x="62" y="105"/>
                  </a:lnTo>
                  <a:lnTo>
                    <a:pt x="62" y="105"/>
                  </a:lnTo>
                  <a:lnTo>
                    <a:pt x="61" y="104"/>
                  </a:lnTo>
                  <a:lnTo>
                    <a:pt x="58" y="101"/>
                  </a:lnTo>
                  <a:lnTo>
                    <a:pt x="57" y="100"/>
                  </a:lnTo>
                  <a:lnTo>
                    <a:pt x="55" y="101"/>
                  </a:lnTo>
                  <a:lnTo>
                    <a:pt x="55" y="101"/>
                  </a:lnTo>
                  <a:lnTo>
                    <a:pt x="55" y="102"/>
                  </a:lnTo>
                  <a:lnTo>
                    <a:pt x="54" y="101"/>
                  </a:lnTo>
                  <a:lnTo>
                    <a:pt x="51" y="101"/>
                  </a:lnTo>
                  <a:lnTo>
                    <a:pt x="49" y="101"/>
                  </a:lnTo>
                  <a:lnTo>
                    <a:pt x="47" y="101"/>
                  </a:lnTo>
                  <a:lnTo>
                    <a:pt x="46" y="101"/>
                  </a:lnTo>
                  <a:lnTo>
                    <a:pt x="46" y="98"/>
                  </a:lnTo>
                  <a:lnTo>
                    <a:pt x="47" y="98"/>
                  </a:lnTo>
                  <a:lnTo>
                    <a:pt x="46" y="96"/>
                  </a:lnTo>
                  <a:lnTo>
                    <a:pt x="46" y="93"/>
                  </a:lnTo>
                  <a:lnTo>
                    <a:pt x="46" y="93"/>
                  </a:lnTo>
                  <a:lnTo>
                    <a:pt x="46" y="90"/>
                  </a:lnTo>
                  <a:lnTo>
                    <a:pt x="43" y="90"/>
                  </a:lnTo>
                  <a:lnTo>
                    <a:pt x="43" y="90"/>
                  </a:lnTo>
                  <a:lnTo>
                    <a:pt x="43" y="90"/>
                  </a:lnTo>
                  <a:lnTo>
                    <a:pt x="42" y="89"/>
                  </a:lnTo>
                  <a:lnTo>
                    <a:pt x="41" y="90"/>
                  </a:lnTo>
                  <a:lnTo>
                    <a:pt x="38" y="90"/>
                  </a:lnTo>
                  <a:lnTo>
                    <a:pt x="38" y="90"/>
                  </a:lnTo>
                  <a:lnTo>
                    <a:pt x="37" y="90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6" y="92"/>
                  </a:lnTo>
                  <a:lnTo>
                    <a:pt x="34" y="93"/>
                  </a:lnTo>
                  <a:lnTo>
                    <a:pt x="37" y="94"/>
                  </a:lnTo>
                  <a:lnTo>
                    <a:pt x="37" y="96"/>
                  </a:lnTo>
                  <a:lnTo>
                    <a:pt x="36" y="98"/>
                  </a:lnTo>
                  <a:lnTo>
                    <a:pt x="36" y="101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36" y="106"/>
                  </a:lnTo>
                  <a:lnTo>
                    <a:pt x="34" y="108"/>
                  </a:lnTo>
                  <a:lnTo>
                    <a:pt x="34" y="110"/>
                  </a:lnTo>
                  <a:lnTo>
                    <a:pt x="32" y="113"/>
                  </a:lnTo>
                  <a:lnTo>
                    <a:pt x="32" y="122"/>
                  </a:lnTo>
                  <a:lnTo>
                    <a:pt x="29" y="126"/>
                  </a:lnTo>
                  <a:lnTo>
                    <a:pt x="29" y="129"/>
                  </a:lnTo>
                  <a:lnTo>
                    <a:pt x="28" y="130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28" y="133"/>
                  </a:lnTo>
                  <a:lnTo>
                    <a:pt x="28" y="134"/>
                  </a:lnTo>
                  <a:lnTo>
                    <a:pt x="29" y="137"/>
                  </a:lnTo>
                  <a:lnTo>
                    <a:pt x="29" y="138"/>
                  </a:lnTo>
                  <a:lnTo>
                    <a:pt x="32" y="142"/>
                  </a:lnTo>
                  <a:lnTo>
                    <a:pt x="30" y="143"/>
                  </a:lnTo>
                  <a:lnTo>
                    <a:pt x="30" y="144"/>
                  </a:lnTo>
                  <a:lnTo>
                    <a:pt x="32" y="144"/>
                  </a:lnTo>
                  <a:lnTo>
                    <a:pt x="32" y="143"/>
                  </a:lnTo>
                  <a:lnTo>
                    <a:pt x="33" y="142"/>
                  </a:lnTo>
                  <a:lnTo>
                    <a:pt x="34" y="142"/>
                  </a:lnTo>
                  <a:lnTo>
                    <a:pt x="36" y="143"/>
                  </a:lnTo>
                  <a:lnTo>
                    <a:pt x="37" y="143"/>
                  </a:lnTo>
                  <a:lnTo>
                    <a:pt x="37" y="146"/>
                  </a:lnTo>
                  <a:lnTo>
                    <a:pt x="38" y="147"/>
                  </a:lnTo>
                  <a:lnTo>
                    <a:pt x="38" y="150"/>
                  </a:lnTo>
                  <a:lnTo>
                    <a:pt x="39" y="151"/>
                  </a:lnTo>
                  <a:lnTo>
                    <a:pt x="41" y="154"/>
                  </a:lnTo>
                  <a:lnTo>
                    <a:pt x="42" y="154"/>
                  </a:lnTo>
                  <a:lnTo>
                    <a:pt x="42" y="152"/>
                  </a:lnTo>
                  <a:lnTo>
                    <a:pt x="42" y="151"/>
                  </a:lnTo>
                  <a:lnTo>
                    <a:pt x="42" y="152"/>
                  </a:lnTo>
                  <a:lnTo>
                    <a:pt x="43" y="155"/>
                  </a:lnTo>
                  <a:lnTo>
                    <a:pt x="43" y="156"/>
                  </a:lnTo>
                  <a:lnTo>
                    <a:pt x="45" y="158"/>
                  </a:lnTo>
                  <a:lnTo>
                    <a:pt x="46" y="162"/>
                  </a:lnTo>
                  <a:lnTo>
                    <a:pt x="45" y="163"/>
                  </a:lnTo>
                  <a:lnTo>
                    <a:pt x="45" y="164"/>
                  </a:lnTo>
                  <a:lnTo>
                    <a:pt x="45" y="163"/>
                  </a:lnTo>
                  <a:lnTo>
                    <a:pt x="42" y="164"/>
                  </a:lnTo>
                  <a:lnTo>
                    <a:pt x="42" y="165"/>
                  </a:lnTo>
                  <a:lnTo>
                    <a:pt x="46" y="167"/>
                  </a:lnTo>
                  <a:lnTo>
                    <a:pt x="46" y="165"/>
                  </a:lnTo>
                  <a:lnTo>
                    <a:pt x="46" y="165"/>
                  </a:lnTo>
                  <a:lnTo>
                    <a:pt x="47" y="168"/>
                  </a:lnTo>
                  <a:lnTo>
                    <a:pt x="49" y="169"/>
                  </a:lnTo>
                  <a:lnTo>
                    <a:pt x="51" y="172"/>
                  </a:lnTo>
                  <a:lnTo>
                    <a:pt x="53" y="173"/>
                  </a:lnTo>
                  <a:lnTo>
                    <a:pt x="54" y="173"/>
                  </a:lnTo>
                  <a:lnTo>
                    <a:pt x="57" y="173"/>
                  </a:lnTo>
                  <a:lnTo>
                    <a:pt x="59" y="173"/>
                  </a:lnTo>
                  <a:lnTo>
                    <a:pt x="61" y="177"/>
                  </a:lnTo>
                  <a:lnTo>
                    <a:pt x="62" y="179"/>
                  </a:lnTo>
                  <a:lnTo>
                    <a:pt x="63" y="180"/>
                  </a:lnTo>
                  <a:lnTo>
                    <a:pt x="64" y="181"/>
                  </a:lnTo>
                  <a:lnTo>
                    <a:pt x="63" y="183"/>
                  </a:lnTo>
                  <a:lnTo>
                    <a:pt x="63" y="184"/>
                  </a:lnTo>
                  <a:lnTo>
                    <a:pt x="62" y="185"/>
                  </a:lnTo>
                  <a:lnTo>
                    <a:pt x="61" y="184"/>
                  </a:lnTo>
                  <a:lnTo>
                    <a:pt x="58" y="184"/>
                  </a:lnTo>
                  <a:lnTo>
                    <a:pt x="55" y="187"/>
                  </a:lnTo>
                  <a:lnTo>
                    <a:pt x="53" y="187"/>
                  </a:lnTo>
                  <a:lnTo>
                    <a:pt x="53" y="184"/>
                  </a:lnTo>
                  <a:lnTo>
                    <a:pt x="54" y="183"/>
                  </a:lnTo>
                  <a:lnTo>
                    <a:pt x="54" y="179"/>
                  </a:lnTo>
                  <a:lnTo>
                    <a:pt x="53" y="177"/>
                  </a:lnTo>
                  <a:lnTo>
                    <a:pt x="50" y="177"/>
                  </a:lnTo>
                  <a:lnTo>
                    <a:pt x="50" y="176"/>
                  </a:lnTo>
                  <a:lnTo>
                    <a:pt x="46" y="175"/>
                  </a:lnTo>
                  <a:lnTo>
                    <a:pt x="43" y="173"/>
                  </a:lnTo>
                  <a:lnTo>
                    <a:pt x="42" y="175"/>
                  </a:lnTo>
                  <a:lnTo>
                    <a:pt x="42" y="177"/>
                  </a:lnTo>
                  <a:lnTo>
                    <a:pt x="41" y="176"/>
                  </a:lnTo>
                  <a:lnTo>
                    <a:pt x="36" y="172"/>
                  </a:lnTo>
                  <a:lnTo>
                    <a:pt x="36" y="172"/>
                  </a:lnTo>
                  <a:lnTo>
                    <a:pt x="37" y="171"/>
                  </a:lnTo>
                  <a:lnTo>
                    <a:pt x="37" y="169"/>
                  </a:lnTo>
                  <a:lnTo>
                    <a:pt x="36" y="169"/>
                  </a:lnTo>
                  <a:lnTo>
                    <a:pt x="34" y="167"/>
                  </a:lnTo>
                  <a:lnTo>
                    <a:pt x="32" y="167"/>
                  </a:lnTo>
                  <a:lnTo>
                    <a:pt x="32" y="165"/>
                  </a:lnTo>
                  <a:lnTo>
                    <a:pt x="29" y="162"/>
                  </a:lnTo>
                  <a:lnTo>
                    <a:pt x="28" y="162"/>
                  </a:lnTo>
                  <a:lnTo>
                    <a:pt x="26" y="158"/>
                  </a:lnTo>
                  <a:lnTo>
                    <a:pt x="24" y="158"/>
                  </a:lnTo>
                  <a:lnTo>
                    <a:pt x="24" y="155"/>
                  </a:lnTo>
                  <a:lnTo>
                    <a:pt x="22" y="154"/>
                  </a:lnTo>
                  <a:lnTo>
                    <a:pt x="24" y="154"/>
                  </a:lnTo>
                  <a:lnTo>
                    <a:pt x="21" y="154"/>
                  </a:lnTo>
                  <a:lnTo>
                    <a:pt x="21" y="156"/>
                  </a:lnTo>
                  <a:lnTo>
                    <a:pt x="20" y="156"/>
                  </a:lnTo>
                  <a:lnTo>
                    <a:pt x="18" y="155"/>
                  </a:lnTo>
                  <a:lnTo>
                    <a:pt x="17" y="151"/>
                  </a:lnTo>
                  <a:lnTo>
                    <a:pt x="18" y="150"/>
                  </a:lnTo>
                  <a:lnTo>
                    <a:pt x="18" y="146"/>
                  </a:lnTo>
                  <a:lnTo>
                    <a:pt x="20" y="146"/>
                  </a:lnTo>
                  <a:lnTo>
                    <a:pt x="20" y="140"/>
                  </a:lnTo>
                  <a:lnTo>
                    <a:pt x="21" y="140"/>
                  </a:lnTo>
                  <a:lnTo>
                    <a:pt x="21" y="139"/>
                  </a:lnTo>
                  <a:lnTo>
                    <a:pt x="20" y="139"/>
                  </a:lnTo>
                  <a:lnTo>
                    <a:pt x="22" y="137"/>
                  </a:lnTo>
                  <a:lnTo>
                    <a:pt x="21" y="135"/>
                  </a:lnTo>
                  <a:lnTo>
                    <a:pt x="22" y="134"/>
                  </a:lnTo>
                  <a:lnTo>
                    <a:pt x="21" y="133"/>
                  </a:lnTo>
                  <a:lnTo>
                    <a:pt x="22" y="129"/>
                  </a:lnTo>
                  <a:lnTo>
                    <a:pt x="22" y="127"/>
                  </a:lnTo>
                  <a:lnTo>
                    <a:pt x="24" y="126"/>
                  </a:lnTo>
                  <a:lnTo>
                    <a:pt x="24" y="122"/>
                  </a:lnTo>
                  <a:lnTo>
                    <a:pt x="26" y="121"/>
                  </a:lnTo>
                  <a:lnTo>
                    <a:pt x="29" y="113"/>
                  </a:lnTo>
                  <a:lnTo>
                    <a:pt x="30" y="113"/>
                  </a:lnTo>
                  <a:lnTo>
                    <a:pt x="30" y="109"/>
                  </a:lnTo>
                  <a:lnTo>
                    <a:pt x="29" y="106"/>
                  </a:lnTo>
                  <a:lnTo>
                    <a:pt x="29" y="102"/>
                  </a:lnTo>
                  <a:lnTo>
                    <a:pt x="29" y="100"/>
                  </a:lnTo>
                  <a:lnTo>
                    <a:pt x="28" y="97"/>
                  </a:lnTo>
                  <a:lnTo>
                    <a:pt x="26" y="96"/>
                  </a:lnTo>
                  <a:lnTo>
                    <a:pt x="26" y="93"/>
                  </a:lnTo>
                  <a:lnTo>
                    <a:pt x="26" y="90"/>
                  </a:lnTo>
                  <a:lnTo>
                    <a:pt x="28" y="89"/>
                  </a:lnTo>
                  <a:lnTo>
                    <a:pt x="26" y="84"/>
                  </a:lnTo>
                  <a:lnTo>
                    <a:pt x="22" y="80"/>
                  </a:lnTo>
                  <a:lnTo>
                    <a:pt x="18" y="77"/>
                  </a:lnTo>
                  <a:lnTo>
                    <a:pt x="16" y="73"/>
                  </a:lnTo>
                  <a:lnTo>
                    <a:pt x="16" y="72"/>
                  </a:lnTo>
                  <a:lnTo>
                    <a:pt x="14" y="68"/>
                  </a:lnTo>
                  <a:lnTo>
                    <a:pt x="17" y="65"/>
                  </a:lnTo>
                  <a:lnTo>
                    <a:pt x="17" y="64"/>
                  </a:lnTo>
                  <a:lnTo>
                    <a:pt x="16" y="58"/>
                  </a:lnTo>
                  <a:lnTo>
                    <a:pt x="16" y="56"/>
                  </a:lnTo>
                  <a:lnTo>
                    <a:pt x="18" y="55"/>
                  </a:lnTo>
                  <a:lnTo>
                    <a:pt x="18" y="52"/>
                  </a:lnTo>
                  <a:lnTo>
                    <a:pt x="16" y="52"/>
                  </a:lnTo>
                  <a:lnTo>
                    <a:pt x="16" y="50"/>
                  </a:lnTo>
                  <a:lnTo>
                    <a:pt x="14" y="46"/>
                  </a:lnTo>
                  <a:lnTo>
                    <a:pt x="12" y="46"/>
                  </a:lnTo>
                  <a:lnTo>
                    <a:pt x="9" y="39"/>
                  </a:lnTo>
                  <a:lnTo>
                    <a:pt x="7" y="37"/>
                  </a:lnTo>
                  <a:lnTo>
                    <a:pt x="5" y="35"/>
                  </a:lnTo>
                  <a:lnTo>
                    <a:pt x="4" y="34"/>
                  </a:lnTo>
                  <a:lnTo>
                    <a:pt x="3" y="30"/>
                  </a:lnTo>
                  <a:lnTo>
                    <a:pt x="0" y="30"/>
                  </a:lnTo>
                  <a:lnTo>
                    <a:pt x="0" y="27"/>
                  </a:lnTo>
                  <a:lnTo>
                    <a:pt x="3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19"/>
                  </a:lnTo>
                  <a:lnTo>
                    <a:pt x="7" y="18"/>
                  </a:lnTo>
                  <a:lnTo>
                    <a:pt x="5" y="14"/>
                  </a:lnTo>
                  <a:lnTo>
                    <a:pt x="8" y="12"/>
                  </a:lnTo>
                  <a:lnTo>
                    <a:pt x="12" y="13"/>
                  </a:lnTo>
                  <a:lnTo>
                    <a:pt x="14" y="10"/>
                  </a:lnTo>
                  <a:lnTo>
                    <a:pt x="17" y="12"/>
                  </a:lnTo>
                  <a:lnTo>
                    <a:pt x="18" y="10"/>
                  </a:lnTo>
                  <a:lnTo>
                    <a:pt x="18" y="6"/>
                  </a:lnTo>
                  <a:lnTo>
                    <a:pt x="20" y="5"/>
                  </a:lnTo>
                  <a:lnTo>
                    <a:pt x="22" y="6"/>
                  </a:lnTo>
                  <a:lnTo>
                    <a:pt x="24" y="5"/>
                  </a:lnTo>
                  <a:lnTo>
                    <a:pt x="22" y="2"/>
                  </a:lnTo>
                  <a:lnTo>
                    <a:pt x="22" y="1"/>
                  </a:lnTo>
                  <a:lnTo>
                    <a:pt x="25" y="1"/>
                  </a:lnTo>
                  <a:lnTo>
                    <a:pt x="28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" name="Freeform 365">
              <a:extLst>
                <a:ext uri="{FF2B5EF4-FFF2-40B4-BE49-F238E27FC236}">
                  <a16:creationId xmlns:a16="http://schemas.microsoft.com/office/drawing/2014/main" id="{03D0DCD5-B6DD-451B-B892-95ACE971A6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7046" y="4709670"/>
              <a:ext cx="961126" cy="2148932"/>
            </a:xfrm>
            <a:custGeom>
              <a:avLst/>
              <a:gdLst>
                <a:gd name="T0" fmla="*/ 18 w 106"/>
                <a:gd name="T1" fmla="*/ 125 h 237"/>
                <a:gd name="T2" fmla="*/ 61 w 106"/>
                <a:gd name="T3" fmla="*/ 6 h 237"/>
                <a:gd name="T4" fmla="*/ 68 w 106"/>
                <a:gd name="T5" fmla="*/ 23 h 237"/>
                <a:gd name="T6" fmla="*/ 62 w 106"/>
                <a:gd name="T7" fmla="*/ 35 h 237"/>
                <a:gd name="T8" fmla="*/ 58 w 106"/>
                <a:gd name="T9" fmla="*/ 44 h 237"/>
                <a:gd name="T10" fmla="*/ 62 w 106"/>
                <a:gd name="T11" fmla="*/ 53 h 237"/>
                <a:gd name="T12" fmla="*/ 72 w 106"/>
                <a:gd name="T13" fmla="*/ 58 h 237"/>
                <a:gd name="T14" fmla="*/ 81 w 106"/>
                <a:gd name="T15" fmla="*/ 65 h 237"/>
                <a:gd name="T16" fmla="*/ 87 w 106"/>
                <a:gd name="T17" fmla="*/ 70 h 237"/>
                <a:gd name="T18" fmla="*/ 83 w 106"/>
                <a:gd name="T19" fmla="*/ 81 h 237"/>
                <a:gd name="T20" fmla="*/ 91 w 106"/>
                <a:gd name="T21" fmla="*/ 87 h 237"/>
                <a:gd name="T22" fmla="*/ 106 w 106"/>
                <a:gd name="T23" fmla="*/ 87 h 237"/>
                <a:gd name="T24" fmla="*/ 97 w 106"/>
                <a:gd name="T25" fmla="*/ 99 h 237"/>
                <a:gd name="T26" fmla="*/ 89 w 106"/>
                <a:gd name="T27" fmla="*/ 107 h 237"/>
                <a:gd name="T28" fmla="*/ 79 w 106"/>
                <a:gd name="T29" fmla="*/ 112 h 237"/>
                <a:gd name="T30" fmla="*/ 69 w 106"/>
                <a:gd name="T31" fmla="*/ 125 h 237"/>
                <a:gd name="T32" fmla="*/ 69 w 106"/>
                <a:gd name="T33" fmla="*/ 136 h 237"/>
                <a:gd name="T34" fmla="*/ 81 w 106"/>
                <a:gd name="T35" fmla="*/ 152 h 237"/>
                <a:gd name="T36" fmla="*/ 82 w 106"/>
                <a:gd name="T37" fmla="*/ 166 h 237"/>
                <a:gd name="T38" fmla="*/ 87 w 106"/>
                <a:gd name="T39" fmla="*/ 182 h 237"/>
                <a:gd name="T40" fmla="*/ 93 w 106"/>
                <a:gd name="T41" fmla="*/ 199 h 237"/>
                <a:gd name="T42" fmla="*/ 94 w 106"/>
                <a:gd name="T43" fmla="*/ 215 h 237"/>
                <a:gd name="T44" fmla="*/ 87 w 106"/>
                <a:gd name="T45" fmla="*/ 231 h 237"/>
                <a:gd name="T46" fmla="*/ 83 w 106"/>
                <a:gd name="T47" fmla="*/ 227 h 237"/>
                <a:gd name="T48" fmla="*/ 86 w 106"/>
                <a:gd name="T49" fmla="*/ 219 h 237"/>
                <a:gd name="T50" fmla="*/ 85 w 106"/>
                <a:gd name="T51" fmla="*/ 208 h 237"/>
                <a:gd name="T52" fmla="*/ 82 w 106"/>
                <a:gd name="T53" fmla="*/ 192 h 237"/>
                <a:gd name="T54" fmla="*/ 77 w 106"/>
                <a:gd name="T55" fmla="*/ 187 h 237"/>
                <a:gd name="T56" fmla="*/ 74 w 106"/>
                <a:gd name="T57" fmla="*/ 171 h 237"/>
                <a:gd name="T58" fmla="*/ 70 w 106"/>
                <a:gd name="T59" fmla="*/ 157 h 237"/>
                <a:gd name="T60" fmla="*/ 65 w 106"/>
                <a:gd name="T61" fmla="*/ 154 h 237"/>
                <a:gd name="T62" fmla="*/ 60 w 106"/>
                <a:gd name="T63" fmla="*/ 142 h 237"/>
                <a:gd name="T64" fmla="*/ 60 w 106"/>
                <a:gd name="T65" fmla="*/ 149 h 237"/>
                <a:gd name="T66" fmla="*/ 52 w 106"/>
                <a:gd name="T67" fmla="*/ 152 h 237"/>
                <a:gd name="T68" fmla="*/ 49 w 106"/>
                <a:gd name="T69" fmla="*/ 156 h 237"/>
                <a:gd name="T70" fmla="*/ 40 w 106"/>
                <a:gd name="T71" fmla="*/ 161 h 237"/>
                <a:gd name="T72" fmla="*/ 32 w 106"/>
                <a:gd name="T73" fmla="*/ 164 h 237"/>
                <a:gd name="T74" fmla="*/ 29 w 106"/>
                <a:gd name="T75" fmla="*/ 162 h 237"/>
                <a:gd name="T76" fmla="*/ 32 w 106"/>
                <a:gd name="T77" fmla="*/ 144 h 237"/>
                <a:gd name="T78" fmla="*/ 27 w 106"/>
                <a:gd name="T79" fmla="*/ 129 h 237"/>
                <a:gd name="T80" fmla="*/ 22 w 106"/>
                <a:gd name="T81" fmla="*/ 121 h 237"/>
                <a:gd name="T82" fmla="*/ 14 w 106"/>
                <a:gd name="T83" fmla="*/ 116 h 237"/>
                <a:gd name="T84" fmla="*/ 16 w 106"/>
                <a:gd name="T85" fmla="*/ 116 h 237"/>
                <a:gd name="T86" fmla="*/ 15 w 106"/>
                <a:gd name="T87" fmla="*/ 111 h 237"/>
                <a:gd name="T88" fmla="*/ 8 w 106"/>
                <a:gd name="T89" fmla="*/ 108 h 237"/>
                <a:gd name="T90" fmla="*/ 3 w 106"/>
                <a:gd name="T91" fmla="*/ 103 h 237"/>
                <a:gd name="T92" fmla="*/ 3 w 106"/>
                <a:gd name="T93" fmla="*/ 91 h 237"/>
                <a:gd name="T94" fmla="*/ 8 w 106"/>
                <a:gd name="T95" fmla="*/ 82 h 237"/>
                <a:gd name="T96" fmla="*/ 11 w 106"/>
                <a:gd name="T97" fmla="*/ 66 h 237"/>
                <a:gd name="T98" fmla="*/ 20 w 106"/>
                <a:gd name="T99" fmla="*/ 54 h 237"/>
                <a:gd name="T100" fmla="*/ 25 w 106"/>
                <a:gd name="T101" fmla="*/ 29 h 237"/>
                <a:gd name="T102" fmla="*/ 35 w 106"/>
                <a:gd name="T103" fmla="*/ 11 h 237"/>
                <a:gd name="T104" fmla="*/ 47 w 106"/>
                <a:gd name="T105" fmla="*/ 6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6" h="237">
                  <a:moveTo>
                    <a:pt x="18" y="125"/>
                  </a:moveTo>
                  <a:lnTo>
                    <a:pt x="19" y="127"/>
                  </a:lnTo>
                  <a:lnTo>
                    <a:pt x="19" y="129"/>
                  </a:lnTo>
                  <a:lnTo>
                    <a:pt x="16" y="128"/>
                  </a:lnTo>
                  <a:lnTo>
                    <a:pt x="16" y="125"/>
                  </a:lnTo>
                  <a:lnTo>
                    <a:pt x="18" y="125"/>
                  </a:lnTo>
                  <a:close/>
                  <a:moveTo>
                    <a:pt x="49" y="0"/>
                  </a:moveTo>
                  <a:lnTo>
                    <a:pt x="52" y="2"/>
                  </a:lnTo>
                  <a:lnTo>
                    <a:pt x="54" y="0"/>
                  </a:lnTo>
                  <a:lnTo>
                    <a:pt x="57" y="0"/>
                  </a:lnTo>
                  <a:lnTo>
                    <a:pt x="58" y="3"/>
                  </a:lnTo>
                  <a:lnTo>
                    <a:pt x="61" y="6"/>
                  </a:lnTo>
                  <a:lnTo>
                    <a:pt x="61" y="8"/>
                  </a:lnTo>
                  <a:lnTo>
                    <a:pt x="64" y="8"/>
                  </a:lnTo>
                  <a:lnTo>
                    <a:pt x="65" y="11"/>
                  </a:lnTo>
                  <a:lnTo>
                    <a:pt x="65" y="15"/>
                  </a:lnTo>
                  <a:lnTo>
                    <a:pt x="68" y="19"/>
                  </a:lnTo>
                  <a:lnTo>
                    <a:pt x="68" y="23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5" y="32"/>
                  </a:lnTo>
                  <a:lnTo>
                    <a:pt x="64" y="35"/>
                  </a:lnTo>
                  <a:lnTo>
                    <a:pt x="62" y="35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2" y="40"/>
                  </a:lnTo>
                  <a:lnTo>
                    <a:pt x="61" y="40"/>
                  </a:lnTo>
                  <a:lnTo>
                    <a:pt x="60" y="41"/>
                  </a:lnTo>
                  <a:lnTo>
                    <a:pt x="58" y="44"/>
                  </a:lnTo>
                  <a:lnTo>
                    <a:pt x="60" y="45"/>
                  </a:lnTo>
                  <a:lnTo>
                    <a:pt x="58" y="46"/>
                  </a:lnTo>
                  <a:lnTo>
                    <a:pt x="58" y="49"/>
                  </a:lnTo>
                  <a:lnTo>
                    <a:pt x="60" y="49"/>
                  </a:lnTo>
                  <a:lnTo>
                    <a:pt x="61" y="50"/>
                  </a:lnTo>
                  <a:lnTo>
                    <a:pt x="62" y="53"/>
                  </a:lnTo>
                  <a:lnTo>
                    <a:pt x="62" y="56"/>
                  </a:lnTo>
                  <a:lnTo>
                    <a:pt x="64" y="58"/>
                  </a:lnTo>
                  <a:lnTo>
                    <a:pt x="66" y="56"/>
                  </a:lnTo>
                  <a:lnTo>
                    <a:pt x="72" y="54"/>
                  </a:lnTo>
                  <a:lnTo>
                    <a:pt x="73" y="57"/>
                  </a:lnTo>
                  <a:lnTo>
                    <a:pt x="72" y="58"/>
                  </a:lnTo>
                  <a:lnTo>
                    <a:pt x="73" y="60"/>
                  </a:lnTo>
                  <a:lnTo>
                    <a:pt x="76" y="58"/>
                  </a:lnTo>
                  <a:lnTo>
                    <a:pt x="77" y="61"/>
                  </a:lnTo>
                  <a:lnTo>
                    <a:pt x="76" y="62"/>
                  </a:lnTo>
                  <a:lnTo>
                    <a:pt x="77" y="65"/>
                  </a:lnTo>
                  <a:lnTo>
                    <a:pt x="81" y="65"/>
                  </a:lnTo>
                  <a:lnTo>
                    <a:pt x="79" y="66"/>
                  </a:lnTo>
                  <a:lnTo>
                    <a:pt x="81" y="67"/>
                  </a:lnTo>
                  <a:lnTo>
                    <a:pt x="81" y="67"/>
                  </a:lnTo>
                  <a:lnTo>
                    <a:pt x="85" y="66"/>
                  </a:lnTo>
                  <a:lnTo>
                    <a:pt x="87" y="67"/>
                  </a:lnTo>
                  <a:lnTo>
                    <a:pt x="87" y="70"/>
                  </a:lnTo>
                  <a:lnTo>
                    <a:pt x="86" y="71"/>
                  </a:lnTo>
                  <a:lnTo>
                    <a:pt x="86" y="74"/>
                  </a:lnTo>
                  <a:lnTo>
                    <a:pt x="83" y="78"/>
                  </a:lnTo>
                  <a:lnTo>
                    <a:pt x="81" y="79"/>
                  </a:lnTo>
                  <a:lnTo>
                    <a:pt x="81" y="81"/>
                  </a:lnTo>
                  <a:lnTo>
                    <a:pt x="83" y="81"/>
                  </a:lnTo>
                  <a:lnTo>
                    <a:pt x="87" y="81"/>
                  </a:lnTo>
                  <a:lnTo>
                    <a:pt x="87" y="82"/>
                  </a:lnTo>
                  <a:lnTo>
                    <a:pt x="89" y="79"/>
                  </a:lnTo>
                  <a:lnTo>
                    <a:pt x="91" y="82"/>
                  </a:lnTo>
                  <a:lnTo>
                    <a:pt x="90" y="85"/>
                  </a:lnTo>
                  <a:lnTo>
                    <a:pt x="91" y="87"/>
                  </a:lnTo>
                  <a:lnTo>
                    <a:pt x="94" y="89"/>
                  </a:lnTo>
                  <a:lnTo>
                    <a:pt x="95" y="87"/>
                  </a:lnTo>
                  <a:lnTo>
                    <a:pt x="98" y="87"/>
                  </a:lnTo>
                  <a:lnTo>
                    <a:pt x="103" y="85"/>
                  </a:lnTo>
                  <a:lnTo>
                    <a:pt x="106" y="86"/>
                  </a:lnTo>
                  <a:lnTo>
                    <a:pt x="106" y="87"/>
                  </a:lnTo>
                  <a:lnTo>
                    <a:pt x="102" y="91"/>
                  </a:lnTo>
                  <a:lnTo>
                    <a:pt x="99" y="91"/>
                  </a:lnTo>
                  <a:lnTo>
                    <a:pt x="99" y="94"/>
                  </a:lnTo>
                  <a:lnTo>
                    <a:pt x="98" y="95"/>
                  </a:lnTo>
                  <a:lnTo>
                    <a:pt x="98" y="96"/>
                  </a:lnTo>
                  <a:lnTo>
                    <a:pt x="97" y="99"/>
                  </a:lnTo>
                  <a:lnTo>
                    <a:pt x="95" y="99"/>
                  </a:lnTo>
                  <a:lnTo>
                    <a:pt x="93" y="102"/>
                  </a:lnTo>
                  <a:lnTo>
                    <a:pt x="90" y="103"/>
                  </a:lnTo>
                  <a:lnTo>
                    <a:pt x="87" y="103"/>
                  </a:lnTo>
                  <a:lnTo>
                    <a:pt x="87" y="104"/>
                  </a:lnTo>
                  <a:lnTo>
                    <a:pt x="89" y="107"/>
                  </a:lnTo>
                  <a:lnTo>
                    <a:pt x="87" y="108"/>
                  </a:lnTo>
                  <a:lnTo>
                    <a:pt x="85" y="107"/>
                  </a:lnTo>
                  <a:lnTo>
                    <a:pt x="83" y="108"/>
                  </a:lnTo>
                  <a:lnTo>
                    <a:pt x="83" y="112"/>
                  </a:lnTo>
                  <a:lnTo>
                    <a:pt x="82" y="114"/>
                  </a:lnTo>
                  <a:lnTo>
                    <a:pt x="79" y="112"/>
                  </a:lnTo>
                  <a:lnTo>
                    <a:pt x="77" y="115"/>
                  </a:lnTo>
                  <a:lnTo>
                    <a:pt x="73" y="114"/>
                  </a:lnTo>
                  <a:lnTo>
                    <a:pt x="70" y="116"/>
                  </a:lnTo>
                  <a:lnTo>
                    <a:pt x="72" y="120"/>
                  </a:lnTo>
                  <a:lnTo>
                    <a:pt x="69" y="121"/>
                  </a:lnTo>
                  <a:lnTo>
                    <a:pt x="69" y="125"/>
                  </a:lnTo>
                  <a:lnTo>
                    <a:pt x="70" y="127"/>
                  </a:lnTo>
                  <a:lnTo>
                    <a:pt x="68" y="128"/>
                  </a:lnTo>
                  <a:lnTo>
                    <a:pt x="65" y="129"/>
                  </a:lnTo>
                  <a:lnTo>
                    <a:pt x="65" y="132"/>
                  </a:lnTo>
                  <a:lnTo>
                    <a:pt x="68" y="132"/>
                  </a:lnTo>
                  <a:lnTo>
                    <a:pt x="69" y="136"/>
                  </a:lnTo>
                  <a:lnTo>
                    <a:pt x="70" y="137"/>
                  </a:lnTo>
                  <a:lnTo>
                    <a:pt x="72" y="139"/>
                  </a:lnTo>
                  <a:lnTo>
                    <a:pt x="74" y="141"/>
                  </a:lnTo>
                  <a:lnTo>
                    <a:pt x="77" y="148"/>
                  </a:lnTo>
                  <a:lnTo>
                    <a:pt x="79" y="148"/>
                  </a:lnTo>
                  <a:lnTo>
                    <a:pt x="81" y="152"/>
                  </a:lnTo>
                  <a:lnTo>
                    <a:pt x="81" y="154"/>
                  </a:lnTo>
                  <a:lnTo>
                    <a:pt x="83" y="154"/>
                  </a:lnTo>
                  <a:lnTo>
                    <a:pt x="83" y="157"/>
                  </a:lnTo>
                  <a:lnTo>
                    <a:pt x="81" y="158"/>
                  </a:lnTo>
                  <a:lnTo>
                    <a:pt x="81" y="160"/>
                  </a:lnTo>
                  <a:lnTo>
                    <a:pt x="82" y="166"/>
                  </a:lnTo>
                  <a:lnTo>
                    <a:pt x="82" y="167"/>
                  </a:lnTo>
                  <a:lnTo>
                    <a:pt x="79" y="170"/>
                  </a:lnTo>
                  <a:lnTo>
                    <a:pt x="81" y="174"/>
                  </a:lnTo>
                  <a:lnTo>
                    <a:pt x="81" y="175"/>
                  </a:lnTo>
                  <a:lnTo>
                    <a:pt x="83" y="179"/>
                  </a:lnTo>
                  <a:lnTo>
                    <a:pt x="87" y="182"/>
                  </a:lnTo>
                  <a:lnTo>
                    <a:pt x="91" y="186"/>
                  </a:lnTo>
                  <a:lnTo>
                    <a:pt x="93" y="191"/>
                  </a:lnTo>
                  <a:lnTo>
                    <a:pt x="91" y="192"/>
                  </a:lnTo>
                  <a:lnTo>
                    <a:pt x="91" y="195"/>
                  </a:lnTo>
                  <a:lnTo>
                    <a:pt x="91" y="198"/>
                  </a:lnTo>
                  <a:lnTo>
                    <a:pt x="93" y="199"/>
                  </a:lnTo>
                  <a:lnTo>
                    <a:pt x="94" y="202"/>
                  </a:lnTo>
                  <a:lnTo>
                    <a:pt x="94" y="204"/>
                  </a:lnTo>
                  <a:lnTo>
                    <a:pt x="94" y="208"/>
                  </a:lnTo>
                  <a:lnTo>
                    <a:pt x="95" y="211"/>
                  </a:lnTo>
                  <a:lnTo>
                    <a:pt x="95" y="215"/>
                  </a:lnTo>
                  <a:lnTo>
                    <a:pt x="94" y="215"/>
                  </a:lnTo>
                  <a:lnTo>
                    <a:pt x="91" y="223"/>
                  </a:lnTo>
                  <a:lnTo>
                    <a:pt x="89" y="224"/>
                  </a:lnTo>
                  <a:lnTo>
                    <a:pt x="89" y="228"/>
                  </a:lnTo>
                  <a:lnTo>
                    <a:pt x="87" y="229"/>
                  </a:lnTo>
                  <a:lnTo>
                    <a:pt x="87" y="231"/>
                  </a:lnTo>
                  <a:lnTo>
                    <a:pt x="87" y="231"/>
                  </a:lnTo>
                  <a:lnTo>
                    <a:pt x="86" y="233"/>
                  </a:lnTo>
                  <a:lnTo>
                    <a:pt x="86" y="237"/>
                  </a:lnTo>
                  <a:lnTo>
                    <a:pt x="85" y="233"/>
                  </a:lnTo>
                  <a:lnTo>
                    <a:pt x="85" y="229"/>
                  </a:lnTo>
                  <a:lnTo>
                    <a:pt x="83" y="228"/>
                  </a:lnTo>
                  <a:lnTo>
                    <a:pt x="83" y="227"/>
                  </a:lnTo>
                  <a:lnTo>
                    <a:pt x="85" y="228"/>
                  </a:lnTo>
                  <a:lnTo>
                    <a:pt x="85" y="227"/>
                  </a:lnTo>
                  <a:lnTo>
                    <a:pt x="87" y="224"/>
                  </a:lnTo>
                  <a:lnTo>
                    <a:pt x="87" y="223"/>
                  </a:lnTo>
                  <a:lnTo>
                    <a:pt x="86" y="221"/>
                  </a:lnTo>
                  <a:lnTo>
                    <a:pt x="86" y="219"/>
                  </a:lnTo>
                  <a:lnTo>
                    <a:pt x="87" y="219"/>
                  </a:lnTo>
                  <a:lnTo>
                    <a:pt x="87" y="217"/>
                  </a:lnTo>
                  <a:lnTo>
                    <a:pt x="86" y="214"/>
                  </a:lnTo>
                  <a:lnTo>
                    <a:pt x="89" y="212"/>
                  </a:lnTo>
                  <a:lnTo>
                    <a:pt x="86" y="211"/>
                  </a:lnTo>
                  <a:lnTo>
                    <a:pt x="85" y="208"/>
                  </a:lnTo>
                  <a:lnTo>
                    <a:pt x="85" y="206"/>
                  </a:lnTo>
                  <a:lnTo>
                    <a:pt x="86" y="204"/>
                  </a:lnTo>
                  <a:lnTo>
                    <a:pt x="85" y="203"/>
                  </a:lnTo>
                  <a:lnTo>
                    <a:pt x="85" y="202"/>
                  </a:lnTo>
                  <a:lnTo>
                    <a:pt x="83" y="194"/>
                  </a:lnTo>
                  <a:lnTo>
                    <a:pt x="82" y="192"/>
                  </a:lnTo>
                  <a:lnTo>
                    <a:pt x="81" y="190"/>
                  </a:lnTo>
                  <a:lnTo>
                    <a:pt x="79" y="187"/>
                  </a:lnTo>
                  <a:lnTo>
                    <a:pt x="79" y="191"/>
                  </a:lnTo>
                  <a:lnTo>
                    <a:pt x="78" y="191"/>
                  </a:lnTo>
                  <a:lnTo>
                    <a:pt x="78" y="190"/>
                  </a:lnTo>
                  <a:lnTo>
                    <a:pt x="77" y="187"/>
                  </a:lnTo>
                  <a:lnTo>
                    <a:pt x="78" y="182"/>
                  </a:lnTo>
                  <a:lnTo>
                    <a:pt x="76" y="181"/>
                  </a:lnTo>
                  <a:lnTo>
                    <a:pt x="76" y="178"/>
                  </a:lnTo>
                  <a:lnTo>
                    <a:pt x="77" y="177"/>
                  </a:lnTo>
                  <a:lnTo>
                    <a:pt x="74" y="175"/>
                  </a:lnTo>
                  <a:lnTo>
                    <a:pt x="74" y="171"/>
                  </a:lnTo>
                  <a:lnTo>
                    <a:pt x="73" y="171"/>
                  </a:lnTo>
                  <a:lnTo>
                    <a:pt x="72" y="162"/>
                  </a:lnTo>
                  <a:lnTo>
                    <a:pt x="70" y="161"/>
                  </a:lnTo>
                  <a:lnTo>
                    <a:pt x="70" y="160"/>
                  </a:lnTo>
                  <a:lnTo>
                    <a:pt x="70" y="158"/>
                  </a:lnTo>
                  <a:lnTo>
                    <a:pt x="70" y="157"/>
                  </a:lnTo>
                  <a:lnTo>
                    <a:pt x="69" y="154"/>
                  </a:lnTo>
                  <a:lnTo>
                    <a:pt x="70" y="153"/>
                  </a:lnTo>
                  <a:lnTo>
                    <a:pt x="70" y="152"/>
                  </a:lnTo>
                  <a:lnTo>
                    <a:pt x="69" y="153"/>
                  </a:lnTo>
                  <a:lnTo>
                    <a:pt x="68" y="154"/>
                  </a:lnTo>
                  <a:lnTo>
                    <a:pt x="65" y="154"/>
                  </a:lnTo>
                  <a:lnTo>
                    <a:pt x="65" y="152"/>
                  </a:lnTo>
                  <a:lnTo>
                    <a:pt x="64" y="150"/>
                  </a:lnTo>
                  <a:lnTo>
                    <a:pt x="61" y="145"/>
                  </a:lnTo>
                  <a:lnTo>
                    <a:pt x="61" y="144"/>
                  </a:lnTo>
                  <a:lnTo>
                    <a:pt x="60" y="144"/>
                  </a:lnTo>
                  <a:lnTo>
                    <a:pt x="60" y="142"/>
                  </a:lnTo>
                  <a:lnTo>
                    <a:pt x="58" y="141"/>
                  </a:lnTo>
                  <a:lnTo>
                    <a:pt x="60" y="142"/>
                  </a:lnTo>
                  <a:lnTo>
                    <a:pt x="58" y="144"/>
                  </a:lnTo>
                  <a:lnTo>
                    <a:pt x="58" y="145"/>
                  </a:lnTo>
                  <a:lnTo>
                    <a:pt x="60" y="146"/>
                  </a:lnTo>
                  <a:lnTo>
                    <a:pt x="60" y="149"/>
                  </a:lnTo>
                  <a:lnTo>
                    <a:pt x="58" y="150"/>
                  </a:lnTo>
                  <a:lnTo>
                    <a:pt x="58" y="152"/>
                  </a:lnTo>
                  <a:lnTo>
                    <a:pt x="56" y="154"/>
                  </a:lnTo>
                  <a:lnTo>
                    <a:pt x="54" y="153"/>
                  </a:lnTo>
                  <a:lnTo>
                    <a:pt x="53" y="152"/>
                  </a:lnTo>
                  <a:lnTo>
                    <a:pt x="52" y="152"/>
                  </a:lnTo>
                  <a:lnTo>
                    <a:pt x="53" y="153"/>
                  </a:lnTo>
                  <a:lnTo>
                    <a:pt x="53" y="154"/>
                  </a:lnTo>
                  <a:lnTo>
                    <a:pt x="54" y="154"/>
                  </a:lnTo>
                  <a:lnTo>
                    <a:pt x="52" y="157"/>
                  </a:lnTo>
                  <a:lnTo>
                    <a:pt x="50" y="157"/>
                  </a:lnTo>
                  <a:lnTo>
                    <a:pt x="49" y="156"/>
                  </a:lnTo>
                  <a:lnTo>
                    <a:pt x="48" y="158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61"/>
                  </a:lnTo>
                  <a:lnTo>
                    <a:pt x="40" y="162"/>
                  </a:lnTo>
                  <a:lnTo>
                    <a:pt x="39" y="162"/>
                  </a:lnTo>
                  <a:lnTo>
                    <a:pt x="37" y="161"/>
                  </a:lnTo>
                  <a:lnTo>
                    <a:pt x="33" y="162"/>
                  </a:lnTo>
                  <a:lnTo>
                    <a:pt x="33" y="164"/>
                  </a:lnTo>
                  <a:lnTo>
                    <a:pt x="32" y="164"/>
                  </a:lnTo>
                  <a:lnTo>
                    <a:pt x="32" y="161"/>
                  </a:lnTo>
                  <a:lnTo>
                    <a:pt x="35" y="157"/>
                  </a:lnTo>
                  <a:lnTo>
                    <a:pt x="35" y="153"/>
                  </a:lnTo>
                  <a:lnTo>
                    <a:pt x="33" y="157"/>
                  </a:lnTo>
                  <a:lnTo>
                    <a:pt x="31" y="160"/>
                  </a:lnTo>
                  <a:lnTo>
                    <a:pt x="29" y="162"/>
                  </a:lnTo>
                  <a:lnTo>
                    <a:pt x="29" y="161"/>
                  </a:lnTo>
                  <a:lnTo>
                    <a:pt x="29" y="160"/>
                  </a:lnTo>
                  <a:lnTo>
                    <a:pt x="29" y="158"/>
                  </a:lnTo>
                  <a:lnTo>
                    <a:pt x="31" y="146"/>
                  </a:lnTo>
                  <a:lnTo>
                    <a:pt x="33" y="144"/>
                  </a:lnTo>
                  <a:lnTo>
                    <a:pt x="32" y="144"/>
                  </a:lnTo>
                  <a:lnTo>
                    <a:pt x="31" y="139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8" y="132"/>
                  </a:lnTo>
                  <a:lnTo>
                    <a:pt x="29" y="131"/>
                  </a:lnTo>
                  <a:lnTo>
                    <a:pt x="27" y="129"/>
                  </a:lnTo>
                  <a:lnTo>
                    <a:pt x="27" y="127"/>
                  </a:lnTo>
                  <a:lnTo>
                    <a:pt x="25" y="124"/>
                  </a:lnTo>
                  <a:lnTo>
                    <a:pt x="24" y="123"/>
                  </a:lnTo>
                  <a:lnTo>
                    <a:pt x="24" y="120"/>
                  </a:lnTo>
                  <a:lnTo>
                    <a:pt x="22" y="119"/>
                  </a:lnTo>
                  <a:lnTo>
                    <a:pt x="22" y="121"/>
                  </a:lnTo>
                  <a:lnTo>
                    <a:pt x="23" y="125"/>
                  </a:lnTo>
                  <a:lnTo>
                    <a:pt x="19" y="124"/>
                  </a:lnTo>
                  <a:lnTo>
                    <a:pt x="16" y="121"/>
                  </a:lnTo>
                  <a:lnTo>
                    <a:pt x="16" y="120"/>
                  </a:lnTo>
                  <a:lnTo>
                    <a:pt x="14" y="117"/>
                  </a:lnTo>
                  <a:lnTo>
                    <a:pt x="14" y="116"/>
                  </a:lnTo>
                  <a:lnTo>
                    <a:pt x="16" y="116"/>
                  </a:lnTo>
                  <a:lnTo>
                    <a:pt x="16" y="119"/>
                  </a:lnTo>
                  <a:lnTo>
                    <a:pt x="19" y="119"/>
                  </a:lnTo>
                  <a:lnTo>
                    <a:pt x="19" y="119"/>
                  </a:lnTo>
                  <a:lnTo>
                    <a:pt x="19" y="119"/>
                  </a:lnTo>
                  <a:lnTo>
                    <a:pt x="16" y="116"/>
                  </a:lnTo>
                  <a:lnTo>
                    <a:pt x="19" y="116"/>
                  </a:lnTo>
                  <a:lnTo>
                    <a:pt x="20" y="117"/>
                  </a:lnTo>
                  <a:lnTo>
                    <a:pt x="22" y="116"/>
                  </a:lnTo>
                  <a:lnTo>
                    <a:pt x="22" y="115"/>
                  </a:lnTo>
                  <a:lnTo>
                    <a:pt x="19" y="111"/>
                  </a:lnTo>
                  <a:lnTo>
                    <a:pt x="15" y="111"/>
                  </a:lnTo>
                  <a:lnTo>
                    <a:pt x="14" y="108"/>
                  </a:lnTo>
                  <a:lnTo>
                    <a:pt x="12" y="108"/>
                  </a:lnTo>
                  <a:lnTo>
                    <a:pt x="11" y="107"/>
                  </a:lnTo>
                  <a:lnTo>
                    <a:pt x="11" y="108"/>
                  </a:lnTo>
                  <a:lnTo>
                    <a:pt x="10" y="108"/>
                  </a:lnTo>
                  <a:lnTo>
                    <a:pt x="8" y="108"/>
                  </a:lnTo>
                  <a:lnTo>
                    <a:pt x="11" y="106"/>
                  </a:lnTo>
                  <a:lnTo>
                    <a:pt x="8" y="106"/>
                  </a:lnTo>
                  <a:lnTo>
                    <a:pt x="7" y="104"/>
                  </a:lnTo>
                  <a:lnTo>
                    <a:pt x="7" y="106"/>
                  </a:lnTo>
                  <a:lnTo>
                    <a:pt x="8" y="107"/>
                  </a:lnTo>
                  <a:lnTo>
                    <a:pt x="3" y="103"/>
                  </a:lnTo>
                  <a:lnTo>
                    <a:pt x="2" y="99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96"/>
                  </a:lnTo>
                  <a:lnTo>
                    <a:pt x="0" y="94"/>
                  </a:lnTo>
                  <a:lnTo>
                    <a:pt x="3" y="91"/>
                  </a:lnTo>
                  <a:lnTo>
                    <a:pt x="4" y="92"/>
                  </a:lnTo>
                  <a:lnTo>
                    <a:pt x="4" y="89"/>
                  </a:lnTo>
                  <a:lnTo>
                    <a:pt x="4" y="85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2"/>
                  </a:lnTo>
                  <a:lnTo>
                    <a:pt x="10" y="79"/>
                  </a:lnTo>
                  <a:lnTo>
                    <a:pt x="8" y="77"/>
                  </a:lnTo>
                  <a:lnTo>
                    <a:pt x="10" y="73"/>
                  </a:lnTo>
                  <a:lnTo>
                    <a:pt x="8" y="70"/>
                  </a:lnTo>
                  <a:lnTo>
                    <a:pt x="11" y="70"/>
                  </a:lnTo>
                  <a:lnTo>
                    <a:pt x="11" y="66"/>
                  </a:lnTo>
                  <a:lnTo>
                    <a:pt x="11" y="64"/>
                  </a:lnTo>
                  <a:lnTo>
                    <a:pt x="10" y="57"/>
                  </a:lnTo>
                  <a:lnTo>
                    <a:pt x="12" y="57"/>
                  </a:lnTo>
                  <a:lnTo>
                    <a:pt x="15" y="58"/>
                  </a:lnTo>
                  <a:lnTo>
                    <a:pt x="18" y="58"/>
                  </a:lnTo>
                  <a:lnTo>
                    <a:pt x="20" y="54"/>
                  </a:lnTo>
                  <a:lnTo>
                    <a:pt x="20" y="49"/>
                  </a:lnTo>
                  <a:lnTo>
                    <a:pt x="23" y="42"/>
                  </a:lnTo>
                  <a:lnTo>
                    <a:pt x="20" y="41"/>
                  </a:lnTo>
                  <a:lnTo>
                    <a:pt x="20" y="40"/>
                  </a:lnTo>
                  <a:lnTo>
                    <a:pt x="24" y="35"/>
                  </a:lnTo>
                  <a:lnTo>
                    <a:pt x="25" y="29"/>
                  </a:lnTo>
                  <a:lnTo>
                    <a:pt x="24" y="28"/>
                  </a:lnTo>
                  <a:lnTo>
                    <a:pt x="24" y="25"/>
                  </a:lnTo>
                  <a:lnTo>
                    <a:pt x="28" y="19"/>
                  </a:lnTo>
                  <a:lnTo>
                    <a:pt x="31" y="17"/>
                  </a:lnTo>
                  <a:lnTo>
                    <a:pt x="35" y="15"/>
                  </a:lnTo>
                  <a:lnTo>
                    <a:pt x="35" y="11"/>
                  </a:lnTo>
                  <a:lnTo>
                    <a:pt x="39" y="11"/>
                  </a:lnTo>
                  <a:lnTo>
                    <a:pt x="43" y="8"/>
                  </a:lnTo>
                  <a:lnTo>
                    <a:pt x="44" y="10"/>
                  </a:lnTo>
                  <a:lnTo>
                    <a:pt x="47" y="11"/>
                  </a:lnTo>
                  <a:lnTo>
                    <a:pt x="47" y="8"/>
                  </a:lnTo>
                  <a:lnTo>
                    <a:pt x="47" y="6"/>
                  </a:lnTo>
                  <a:lnTo>
                    <a:pt x="48" y="3"/>
                  </a:lnTo>
                  <a:lnTo>
                    <a:pt x="48" y="2"/>
                  </a:lnTo>
                  <a:lnTo>
                    <a:pt x="48" y="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" name="Freeform 367">
              <a:extLst>
                <a:ext uri="{FF2B5EF4-FFF2-40B4-BE49-F238E27FC236}">
                  <a16:creationId xmlns:a16="http://schemas.microsoft.com/office/drawing/2014/main" id="{FD40DFDE-35CB-4DBA-85BB-92664FB9A3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1954" y="4120302"/>
              <a:ext cx="3010315" cy="2946850"/>
            </a:xfrm>
            <a:custGeom>
              <a:avLst/>
              <a:gdLst>
                <a:gd name="T0" fmla="*/ 236 w 332"/>
                <a:gd name="T1" fmla="*/ 154 h 325"/>
                <a:gd name="T2" fmla="*/ 234 w 332"/>
                <a:gd name="T3" fmla="*/ 155 h 325"/>
                <a:gd name="T4" fmla="*/ 99 w 332"/>
                <a:gd name="T5" fmla="*/ 7 h 325"/>
                <a:gd name="T6" fmla="*/ 111 w 332"/>
                <a:gd name="T7" fmla="*/ 23 h 325"/>
                <a:gd name="T8" fmla="*/ 122 w 332"/>
                <a:gd name="T9" fmla="*/ 31 h 325"/>
                <a:gd name="T10" fmla="*/ 133 w 332"/>
                <a:gd name="T11" fmla="*/ 50 h 325"/>
                <a:gd name="T12" fmla="*/ 149 w 332"/>
                <a:gd name="T13" fmla="*/ 69 h 325"/>
                <a:gd name="T14" fmla="*/ 186 w 332"/>
                <a:gd name="T15" fmla="*/ 80 h 325"/>
                <a:gd name="T16" fmla="*/ 228 w 332"/>
                <a:gd name="T17" fmla="*/ 89 h 325"/>
                <a:gd name="T18" fmla="*/ 233 w 332"/>
                <a:gd name="T19" fmla="*/ 75 h 325"/>
                <a:gd name="T20" fmla="*/ 252 w 332"/>
                <a:gd name="T21" fmla="*/ 88 h 325"/>
                <a:gd name="T22" fmla="*/ 267 w 332"/>
                <a:gd name="T23" fmla="*/ 76 h 325"/>
                <a:gd name="T24" fmla="*/ 280 w 332"/>
                <a:gd name="T25" fmla="*/ 64 h 325"/>
                <a:gd name="T26" fmla="*/ 299 w 332"/>
                <a:gd name="T27" fmla="*/ 50 h 325"/>
                <a:gd name="T28" fmla="*/ 320 w 332"/>
                <a:gd name="T29" fmla="*/ 48 h 325"/>
                <a:gd name="T30" fmla="*/ 323 w 332"/>
                <a:gd name="T31" fmla="*/ 61 h 325"/>
                <a:gd name="T32" fmla="*/ 331 w 332"/>
                <a:gd name="T33" fmla="*/ 76 h 325"/>
                <a:gd name="T34" fmla="*/ 308 w 332"/>
                <a:gd name="T35" fmla="*/ 93 h 325"/>
                <a:gd name="T36" fmla="*/ 299 w 332"/>
                <a:gd name="T37" fmla="*/ 123 h 325"/>
                <a:gd name="T38" fmla="*/ 294 w 332"/>
                <a:gd name="T39" fmla="*/ 144 h 325"/>
                <a:gd name="T40" fmla="*/ 287 w 332"/>
                <a:gd name="T41" fmla="*/ 148 h 325"/>
                <a:gd name="T42" fmla="*/ 279 w 332"/>
                <a:gd name="T43" fmla="*/ 127 h 325"/>
                <a:gd name="T44" fmla="*/ 275 w 332"/>
                <a:gd name="T45" fmla="*/ 135 h 325"/>
                <a:gd name="T46" fmla="*/ 273 w 332"/>
                <a:gd name="T47" fmla="*/ 121 h 325"/>
                <a:gd name="T48" fmla="*/ 279 w 332"/>
                <a:gd name="T49" fmla="*/ 109 h 325"/>
                <a:gd name="T50" fmla="*/ 254 w 332"/>
                <a:gd name="T51" fmla="*/ 105 h 325"/>
                <a:gd name="T52" fmla="*/ 245 w 332"/>
                <a:gd name="T53" fmla="*/ 94 h 325"/>
                <a:gd name="T54" fmla="*/ 236 w 332"/>
                <a:gd name="T55" fmla="*/ 90 h 325"/>
                <a:gd name="T56" fmla="*/ 229 w 332"/>
                <a:gd name="T57" fmla="*/ 97 h 325"/>
                <a:gd name="T58" fmla="*/ 234 w 332"/>
                <a:gd name="T59" fmla="*/ 107 h 325"/>
                <a:gd name="T60" fmla="*/ 241 w 332"/>
                <a:gd name="T61" fmla="*/ 132 h 325"/>
                <a:gd name="T62" fmla="*/ 244 w 332"/>
                <a:gd name="T63" fmla="*/ 152 h 325"/>
                <a:gd name="T64" fmla="*/ 238 w 332"/>
                <a:gd name="T65" fmla="*/ 152 h 325"/>
                <a:gd name="T66" fmla="*/ 234 w 332"/>
                <a:gd name="T67" fmla="*/ 147 h 325"/>
                <a:gd name="T68" fmla="*/ 221 w 332"/>
                <a:gd name="T69" fmla="*/ 163 h 325"/>
                <a:gd name="T70" fmla="*/ 215 w 332"/>
                <a:gd name="T71" fmla="*/ 177 h 325"/>
                <a:gd name="T72" fmla="*/ 204 w 332"/>
                <a:gd name="T73" fmla="*/ 181 h 325"/>
                <a:gd name="T74" fmla="*/ 173 w 332"/>
                <a:gd name="T75" fmla="*/ 213 h 325"/>
                <a:gd name="T76" fmla="*/ 155 w 332"/>
                <a:gd name="T77" fmla="*/ 230 h 325"/>
                <a:gd name="T78" fmla="*/ 149 w 332"/>
                <a:gd name="T79" fmla="*/ 259 h 325"/>
                <a:gd name="T80" fmla="*/ 146 w 332"/>
                <a:gd name="T81" fmla="*/ 298 h 325"/>
                <a:gd name="T82" fmla="*/ 142 w 332"/>
                <a:gd name="T83" fmla="*/ 311 h 325"/>
                <a:gd name="T84" fmla="*/ 128 w 332"/>
                <a:gd name="T85" fmla="*/ 318 h 325"/>
                <a:gd name="T86" fmla="*/ 105 w 332"/>
                <a:gd name="T87" fmla="*/ 300 h 325"/>
                <a:gd name="T88" fmla="*/ 90 w 332"/>
                <a:gd name="T89" fmla="*/ 275 h 325"/>
                <a:gd name="T90" fmla="*/ 80 w 332"/>
                <a:gd name="T91" fmla="*/ 246 h 325"/>
                <a:gd name="T92" fmla="*/ 68 w 332"/>
                <a:gd name="T93" fmla="*/ 229 h 325"/>
                <a:gd name="T94" fmla="*/ 61 w 332"/>
                <a:gd name="T95" fmla="*/ 193 h 325"/>
                <a:gd name="T96" fmla="*/ 55 w 332"/>
                <a:gd name="T97" fmla="*/ 168 h 325"/>
                <a:gd name="T98" fmla="*/ 51 w 332"/>
                <a:gd name="T99" fmla="*/ 155 h 325"/>
                <a:gd name="T100" fmla="*/ 53 w 332"/>
                <a:gd name="T101" fmla="*/ 146 h 325"/>
                <a:gd name="T102" fmla="*/ 46 w 332"/>
                <a:gd name="T103" fmla="*/ 161 h 325"/>
                <a:gd name="T104" fmla="*/ 13 w 332"/>
                <a:gd name="T105" fmla="*/ 154 h 325"/>
                <a:gd name="T106" fmla="*/ 15 w 332"/>
                <a:gd name="T107" fmla="*/ 148 h 325"/>
                <a:gd name="T108" fmla="*/ 25 w 332"/>
                <a:gd name="T109" fmla="*/ 138 h 325"/>
                <a:gd name="T110" fmla="*/ 1 w 332"/>
                <a:gd name="T111" fmla="*/ 135 h 325"/>
                <a:gd name="T112" fmla="*/ 5 w 332"/>
                <a:gd name="T113" fmla="*/ 122 h 325"/>
                <a:gd name="T114" fmla="*/ 28 w 332"/>
                <a:gd name="T115" fmla="*/ 121 h 325"/>
                <a:gd name="T116" fmla="*/ 17 w 332"/>
                <a:gd name="T117" fmla="*/ 101 h 325"/>
                <a:gd name="T118" fmla="*/ 9 w 332"/>
                <a:gd name="T119" fmla="*/ 81 h 325"/>
                <a:gd name="T120" fmla="*/ 28 w 332"/>
                <a:gd name="T121" fmla="*/ 73 h 325"/>
                <a:gd name="T122" fmla="*/ 54 w 332"/>
                <a:gd name="T123" fmla="*/ 43 h 325"/>
                <a:gd name="T124" fmla="*/ 61 w 332"/>
                <a:gd name="T125" fmla="*/ 17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32" h="325">
                  <a:moveTo>
                    <a:pt x="241" y="154"/>
                  </a:moveTo>
                  <a:lnTo>
                    <a:pt x="241" y="155"/>
                  </a:lnTo>
                  <a:lnTo>
                    <a:pt x="241" y="156"/>
                  </a:lnTo>
                  <a:lnTo>
                    <a:pt x="241" y="154"/>
                  </a:lnTo>
                  <a:close/>
                  <a:moveTo>
                    <a:pt x="236" y="154"/>
                  </a:moveTo>
                  <a:lnTo>
                    <a:pt x="237" y="155"/>
                  </a:lnTo>
                  <a:lnTo>
                    <a:pt x="238" y="156"/>
                  </a:lnTo>
                  <a:lnTo>
                    <a:pt x="237" y="155"/>
                  </a:lnTo>
                  <a:lnTo>
                    <a:pt x="236" y="154"/>
                  </a:lnTo>
                  <a:close/>
                  <a:moveTo>
                    <a:pt x="240" y="152"/>
                  </a:moveTo>
                  <a:lnTo>
                    <a:pt x="240" y="154"/>
                  </a:lnTo>
                  <a:lnTo>
                    <a:pt x="240" y="155"/>
                  </a:lnTo>
                  <a:lnTo>
                    <a:pt x="238" y="155"/>
                  </a:lnTo>
                  <a:lnTo>
                    <a:pt x="238" y="154"/>
                  </a:lnTo>
                  <a:lnTo>
                    <a:pt x="240" y="152"/>
                  </a:lnTo>
                  <a:close/>
                  <a:moveTo>
                    <a:pt x="234" y="151"/>
                  </a:moveTo>
                  <a:lnTo>
                    <a:pt x="234" y="152"/>
                  </a:lnTo>
                  <a:lnTo>
                    <a:pt x="234" y="155"/>
                  </a:lnTo>
                  <a:lnTo>
                    <a:pt x="233" y="155"/>
                  </a:lnTo>
                  <a:lnTo>
                    <a:pt x="233" y="154"/>
                  </a:lnTo>
                  <a:lnTo>
                    <a:pt x="234" y="151"/>
                  </a:lnTo>
                  <a:close/>
                  <a:moveTo>
                    <a:pt x="82" y="0"/>
                  </a:moveTo>
                  <a:lnTo>
                    <a:pt x="84" y="0"/>
                  </a:lnTo>
                  <a:lnTo>
                    <a:pt x="91" y="5"/>
                  </a:lnTo>
                  <a:lnTo>
                    <a:pt x="94" y="2"/>
                  </a:lnTo>
                  <a:lnTo>
                    <a:pt x="97" y="4"/>
                  </a:lnTo>
                  <a:lnTo>
                    <a:pt x="99" y="7"/>
                  </a:lnTo>
                  <a:lnTo>
                    <a:pt x="101" y="6"/>
                  </a:lnTo>
                  <a:lnTo>
                    <a:pt x="107" y="10"/>
                  </a:lnTo>
                  <a:lnTo>
                    <a:pt x="107" y="10"/>
                  </a:lnTo>
                  <a:lnTo>
                    <a:pt x="107" y="11"/>
                  </a:lnTo>
                  <a:lnTo>
                    <a:pt x="107" y="13"/>
                  </a:lnTo>
                  <a:lnTo>
                    <a:pt x="111" y="15"/>
                  </a:lnTo>
                  <a:lnTo>
                    <a:pt x="109" y="19"/>
                  </a:lnTo>
                  <a:lnTo>
                    <a:pt x="111" y="22"/>
                  </a:lnTo>
                  <a:lnTo>
                    <a:pt x="111" y="23"/>
                  </a:lnTo>
                  <a:lnTo>
                    <a:pt x="112" y="25"/>
                  </a:lnTo>
                  <a:lnTo>
                    <a:pt x="113" y="26"/>
                  </a:lnTo>
                  <a:lnTo>
                    <a:pt x="113" y="27"/>
                  </a:lnTo>
                  <a:lnTo>
                    <a:pt x="115" y="29"/>
                  </a:lnTo>
                  <a:lnTo>
                    <a:pt x="115" y="31"/>
                  </a:lnTo>
                  <a:lnTo>
                    <a:pt x="117" y="32"/>
                  </a:lnTo>
                  <a:lnTo>
                    <a:pt x="119" y="30"/>
                  </a:lnTo>
                  <a:lnTo>
                    <a:pt x="121" y="30"/>
                  </a:lnTo>
                  <a:lnTo>
                    <a:pt x="122" y="31"/>
                  </a:lnTo>
                  <a:lnTo>
                    <a:pt x="125" y="31"/>
                  </a:lnTo>
                  <a:lnTo>
                    <a:pt x="128" y="34"/>
                  </a:lnTo>
                  <a:lnTo>
                    <a:pt x="129" y="35"/>
                  </a:lnTo>
                  <a:lnTo>
                    <a:pt x="130" y="38"/>
                  </a:lnTo>
                  <a:lnTo>
                    <a:pt x="133" y="38"/>
                  </a:lnTo>
                  <a:lnTo>
                    <a:pt x="134" y="40"/>
                  </a:lnTo>
                  <a:lnTo>
                    <a:pt x="134" y="39"/>
                  </a:lnTo>
                  <a:lnTo>
                    <a:pt x="134" y="43"/>
                  </a:lnTo>
                  <a:lnTo>
                    <a:pt x="133" y="50"/>
                  </a:lnTo>
                  <a:lnTo>
                    <a:pt x="133" y="54"/>
                  </a:lnTo>
                  <a:lnTo>
                    <a:pt x="129" y="57"/>
                  </a:lnTo>
                  <a:lnTo>
                    <a:pt x="130" y="61"/>
                  </a:lnTo>
                  <a:lnTo>
                    <a:pt x="133" y="61"/>
                  </a:lnTo>
                  <a:lnTo>
                    <a:pt x="136" y="63"/>
                  </a:lnTo>
                  <a:lnTo>
                    <a:pt x="137" y="63"/>
                  </a:lnTo>
                  <a:lnTo>
                    <a:pt x="140" y="64"/>
                  </a:lnTo>
                  <a:lnTo>
                    <a:pt x="144" y="65"/>
                  </a:lnTo>
                  <a:lnTo>
                    <a:pt x="149" y="69"/>
                  </a:lnTo>
                  <a:lnTo>
                    <a:pt x="153" y="73"/>
                  </a:lnTo>
                  <a:lnTo>
                    <a:pt x="157" y="75"/>
                  </a:lnTo>
                  <a:lnTo>
                    <a:pt x="159" y="76"/>
                  </a:lnTo>
                  <a:lnTo>
                    <a:pt x="162" y="76"/>
                  </a:lnTo>
                  <a:lnTo>
                    <a:pt x="166" y="79"/>
                  </a:lnTo>
                  <a:lnTo>
                    <a:pt x="173" y="79"/>
                  </a:lnTo>
                  <a:lnTo>
                    <a:pt x="174" y="80"/>
                  </a:lnTo>
                  <a:lnTo>
                    <a:pt x="180" y="79"/>
                  </a:lnTo>
                  <a:lnTo>
                    <a:pt x="186" y="80"/>
                  </a:lnTo>
                  <a:lnTo>
                    <a:pt x="187" y="82"/>
                  </a:lnTo>
                  <a:lnTo>
                    <a:pt x="190" y="85"/>
                  </a:lnTo>
                  <a:lnTo>
                    <a:pt x="196" y="88"/>
                  </a:lnTo>
                  <a:lnTo>
                    <a:pt x="199" y="86"/>
                  </a:lnTo>
                  <a:lnTo>
                    <a:pt x="203" y="86"/>
                  </a:lnTo>
                  <a:lnTo>
                    <a:pt x="213" y="89"/>
                  </a:lnTo>
                  <a:lnTo>
                    <a:pt x="216" y="88"/>
                  </a:lnTo>
                  <a:lnTo>
                    <a:pt x="220" y="90"/>
                  </a:lnTo>
                  <a:lnTo>
                    <a:pt x="228" y="89"/>
                  </a:lnTo>
                  <a:lnTo>
                    <a:pt x="228" y="84"/>
                  </a:lnTo>
                  <a:lnTo>
                    <a:pt x="227" y="79"/>
                  </a:lnTo>
                  <a:lnTo>
                    <a:pt x="227" y="73"/>
                  </a:lnTo>
                  <a:lnTo>
                    <a:pt x="227" y="71"/>
                  </a:lnTo>
                  <a:lnTo>
                    <a:pt x="227" y="71"/>
                  </a:lnTo>
                  <a:lnTo>
                    <a:pt x="229" y="69"/>
                  </a:lnTo>
                  <a:lnTo>
                    <a:pt x="232" y="69"/>
                  </a:lnTo>
                  <a:lnTo>
                    <a:pt x="233" y="71"/>
                  </a:lnTo>
                  <a:lnTo>
                    <a:pt x="233" y="75"/>
                  </a:lnTo>
                  <a:lnTo>
                    <a:pt x="236" y="76"/>
                  </a:lnTo>
                  <a:lnTo>
                    <a:pt x="236" y="76"/>
                  </a:lnTo>
                  <a:lnTo>
                    <a:pt x="234" y="79"/>
                  </a:lnTo>
                  <a:lnTo>
                    <a:pt x="234" y="80"/>
                  </a:lnTo>
                  <a:lnTo>
                    <a:pt x="237" y="84"/>
                  </a:lnTo>
                  <a:lnTo>
                    <a:pt x="241" y="85"/>
                  </a:lnTo>
                  <a:lnTo>
                    <a:pt x="242" y="84"/>
                  </a:lnTo>
                  <a:lnTo>
                    <a:pt x="248" y="88"/>
                  </a:lnTo>
                  <a:lnTo>
                    <a:pt x="252" y="88"/>
                  </a:lnTo>
                  <a:lnTo>
                    <a:pt x="253" y="84"/>
                  </a:lnTo>
                  <a:lnTo>
                    <a:pt x="255" y="84"/>
                  </a:lnTo>
                  <a:lnTo>
                    <a:pt x="258" y="85"/>
                  </a:lnTo>
                  <a:lnTo>
                    <a:pt x="263" y="84"/>
                  </a:lnTo>
                  <a:lnTo>
                    <a:pt x="266" y="84"/>
                  </a:lnTo>
                  <a:lnTo>
                    <a:pt x="271" y="82"/>
                  </a:lnTo>
                  <a:lnTo>
                    <a:pt x="271" y="81"/>
                  </a:lnTo>
                  <a:lnTo>
                    <a:pt x="271" y="77"/>
                  </a:lnTo>
                  <a:lnTo>
                    <a:pt x="267" y="76"/>
                  </a:lnTo>
                  <a:lnTo>
                    <a:pt x="267" y="73"/>
                  </a:lnTo>
                  <a:lnTo>
                    <a:pt x="267" y="71"/>
                  </a:lnTo>
                  <a:lnTo>
                    <a:pt x="269" y="71"/>
                  </a:lnTo>
                  <a:lnTo>
                    <a:pt x="274" y="69"/>
                  </a:lnTo>
                  <a:lnTo>
                    <a:pt x="275" y="69"/>
                  </a:lnTo>
                  <a:lnTo>
                    <a:pt x="277" y="67"/>
                  </a:lnTo>
                  <a:lnTo>
                    <a:pt x="278" y="65"/>
                  </a:lnTo>
                  <a:lnTo>
                    <a:pt x="280" y="65"/>
                  </a:lnTo>
                  <a:lnTo>
                    <a:pt x="280" y="64"/>
                  </a:lnTo>
                  <a:lnTo>
                    <a:pt x="283" y="64"/>
                  </a:lnTo>
                  <a:lnTo>
                    <a:pt x="283" y="61"/>
                  </a:lnTo>
                  <a:lnTo>
                    <a:pt x="286" y="59"/>
                  </a:lnTo>
                  <a:lnTo>
                    <a:pt x="288" y="59"/>
                  </a:lnTo>
                  <a:lnTo>
                    <a:pt x="292" y="57"/>
                  </a:lnTo>
                  <a:lnTo>
                    <a:pt x="295" y="54"/>
                  </a:lnTo>
                  <a:lnTo>
                    <a:pt x="295" y="51"/>
                  </a:lnTo>
                  <a:lnTo>
                    <a:pt x="296" y="51"/>
                  </a:lnTo>
                  <a:lnTo>
                    <a:pt x="299" y="50"/>
                  </a:lnTo>
                  <a:lnTo>
                    <a:pt x="302" y="52"/>
                  </a:lnTo>
                  <a:lnTo>
                    <a:pt x="304" y="51"/>
                  </a:lnTo>
                  <a:lnTo>
                    <a:pt x="309" y="52"/>
                  </a:lnTo>
                  <a:lnTo>
                    <a:pt x="311" y="51"/>
                  </a:lnTo>
                  <a:lnTo>
                    <a:pt x="309" y="50"/>
                  </a:lnTo>
                  <a:lnTo>
                    <a:pt x="315" y="47"/>
                  </a:lnTo>
                  <a:lnTo>
                    <a:pt x="317" y="47"/>
                  </a:lnTo>
                  <a:lnTo>
                    <a:pt x="319" y="48"/>
                  </a:lnTo>
                  <a:lnTo>
                    <a:pt x="320" y="48"/>
                  </a:lnTo>
                  <a:lnTo>
                    <a:pt x="320" y="50"/>
                  </a:lnTo>
                  <a:lnTo>
                    <a:pt x="319" y="52"/>
                  </a:lnTo>
                  <a:lnTo>
                    <a:pt x="320" y="55"/>
                  </a:lnTo>
                  <a:lnTo>
                    <a:pt x="321" y="54"/>
                  </a:lnTo>
                  <a:lnTo>
                    <a:pt x="323" y="54"/>
                  </a:lnTo>
                  <a:lnTo>
                    <a:pt x="323" y="55"/>
                  </a:lnTo>
                  <a:lnTo>
                    <a:pt x="325" y="57"/>
                  </a:lnTo>
                  <a:lnTo>
                    <a:pt x="325" y="59"/>
                  </a:lnTo>
                  <a:lnTo>
                    <a:pt x="323" y="61"/>
                  </a:lnTo>
                  <a:lnTo>
                    <a:pt x="324" y="63"/>
                  </a:lnTo>
                  <a:lnTo>
                    <a:pt x="327" y="64"/>
                  </a:lnTo>
                  <a:lnTo>
                    <a:pt x="328" y="63"/>
                  </a:lnTo>
                  <a:lnTo>
                    <a:pt x="329" y="64"/>
                  </a:lnTo>
                  <a:lnTo>
                    <a:pt x="332" y="67"/>
                  </a:lnTo>
                  <a:lnTo>
                    <a:pt x="332" y="68"/>
                  </a:lnTo>
                  <a:lnTo>
                    <a:pt x="331" y="71"/>
                  </a:lnTo>
                  <a:lnTo>
                    <a:pt x="331" y="73"/>
                  </a:lnTo>
                  <a:lnTo>
                    <a:pt x="331" y="76"/>
                  </a:lnTo>
                  <a:lnTo>
                    <a:pt x="328" y="75"/>
                  </a:lnTo>
                  <a:lnTo>
                    <a:pt x="327" y="73"/>
                  </a:lnTo>
                  <a:lnTo>
                    <a:pt x="323" y="76"/>
                  </a:lnTo>
                  <a:lnTo>
                    <a:pt x="319" y="76"/>
                  </a:lnTo>
                  <a:lnTo>
                    <a:pt x="319" y="80"/>
                  </a:lnTo>
                  <a:lnTo>
                    <a:pt x="315" y="82"/>
                  </a:lnTo>
                  <a:lnTo>
                    <a:pt x="312" y="84"/>
                  </a:lnTo>
                  <a:lnTo>
                    <a:pt x="308" y="90"/>
                  </a:lnTo>
                  <a:lnTo>
                    <a:pt x="308" y="93"/>
                  </a:lnTo>
                  <a:lnTo>
                    <a:pt x="309" y="94"/>
                  </a:lnTo>
                  <a:lnTo>
                    <a:pt x="308" y="100"/>
                  </a:lnTo>
                  <a:lnTo>
                    <a:pt x="304" y="105"/>
                  </a:lnTo>
                  <a:lnTo>
                    <a:pt x="304" y="106"/>
                  </a:lnTo>
                  <a:lnTo>
                    <a:pt x="307" y="107"/>
                  </a:lnTo>
                  <a:lnTo>
                    <a:pt x="304" y="114"/>
                  </a:lnTo>
                  <a:lnTo>
                    <a:pt x="304" y="119"/>
                  </a:lnTo>
                  <a:lnTo>
                    <a:pt x="302" y="123"/>
                  </a:lnTo>
                  <a:lnTo>
                    <a:pt x="299" y="123"/>
                  </a:lnTo>
                  <a:lnTo>
                    <a:pt x="296" y="122"/>
                  </a:lnTo>
                  <a:lnTo>
                    <a:pt x="294" y="122"/>
                  </a:lnTo>
                  <a:lnTo>
                    <a:pt x="295" y="129"/>
                  </a:lnTo>
                  <a:lnTo>
                    <a:pt x="295" y="131"/>
                  </a:lnTo>
                  <a:lnTo>
                    <a:pt x="295" y="135"/>
                  </a:lnTo>
                  <a:lnTo>
                    <a:pt x="292" y="135"/>
                  </a:lnTo>
                  <a:lnTo>
                    <a:pt x="294" y="138"/>
                  </a:lnTo>
                  <a:lnTo>
                    <a:pt x="292" y="142"/>
                  </a:lnTo>
                  <a:lnTo>
                    <a:pt x="294" y="144"/>
                  </a:lnTo>
                  <a:lnTo>
                    <a:pt x="292" y="147"/>
                  </a:lnTo>
                  <a:lnTo>
                    <a:pt x="291" y="148"/>
                  </a:lnTo>
                  <a:lnTo>
                    <a:pt x="290" y="148"/>
                  </a:lnTo>
                  <a:lnTo>
                    <a:pt x="288" y="150"/>
                  </a:lnTo>
                  <a:lnTo>
                    <a:pt x="288" y="151"/>
                  </a:lnTo>
                  <a:lnTo>
                    <a:pt x="288" y="151"/>
                  </a:lnTo>
                  <a:lnTo>
                    <a:pt x="288" y="150"/>
                  </a:lnTo>
                  <a:lnTo>
                    <a:pt x="288" y="148"/>
                  </a:lnTo>
                  <a:lnTo>
                    <a:pt x="287" y="148"/>
                  </a:lnTo>
                  <a:lnTo>
                    <a:pt x="287" y="146"/>
                  </a:lnTo>
                  <a:lnTo>
                    <a:pt x="286" y="143"/>
                  </a:lnTo>
                  <a:lnTo>
                    <a:pt x="284" y="138"/>
                  </a:lnTo>
                  <a:lnTo>
                    <a:pt x="284" y="136"/>
                  </a:lnTo>
                  <a:lnTo>
                    <a:pt x="284" y="134"/>
                  </a:lnTo>
                  <a:lnTo>
                    <a:pt x="283" y="130"/>
                  </a:lnTo>
                  <a:lnTo>
                    <a:pt x="282" y="129"/>
                  </a:lnTo>
                  <a:lnTo>
                    <a:pt x="282" y="127"/>
                  </a:lnTo>
                  <a:lnTo>
                    <a:pt x="279" y="127"/>
                  </a:lnTo>
                  <a:lnTo>
                    <a:pt x="278" y="127"/>
                  </a:lnTo>
                  <a:lnTo>
                    <a:pt x="277" y="127"/>
                  </a:lnTo>
                  <a:lnTo>
                    <a:pt x="278" y="129"/>
                  </a:lnTo>
                  <a:lnTo>
                    <a:pt x="277" y="130"/>
                  </a:lnTo>
                  <a:lnTo>
                    <a:pt x="277" y="131"/>
                  </a:lnTo>
                  <a:lnTo>
                    <a:pt x="275" y="132"/>
                  </a:lnTo>
                  <a:lnTo>
                    <a:pt x="277" y="134"/>
                  </a:lnTo>
                  <a:lnTo>
                    <a:pt x="277" y="135"/>
                  </a:lnTo>
                  <a:lnTo>
                    <a:pt x="275" y="135"/>
                  </a:lnTo>
                  <a:lnTo>
                    <a:pt x="274" y="132"/>
                  </a:lnTo>
                  <a:lnTo>
                    <a:pt x="271" y="131"/>
                  </a:lnTo>
                  <a:lnTo>
                    <a:pt x="271" y="130"/>
                  </a:lnTo>
                  <a:lnTo>
                    <a:pt x="270" y="129"/>
                  </a:lnTo>
                  <a:lnTo>
                    <a:pt x="269" y="126"/>
                  </a:lnTo>
                  <a:lnTo>
                    <a:pt x="269" y="125"/>
                  </a:lnTo>
                  <a:lnTo>
                    <a:pt x="270" y="123"/>
                  </a:lnTo>
                  <a:lnTo>
                    <a:pt x="270" y="122"/>
                  </a:lnTo>
                  <a:lnTo>
                    <a:pt x="273" y="121"/>
                  </a:lnTo>
                  <a:lnTo>
                    <a:pt x="273" y="121"/>
                  </a:lnTo>
                  <a:lnTo>
                    <a:pt x="274" y="122"/>
                  </a:lnTo>
                  <a:lnTo>
                    <a:pt x="275" y="121"/>
                  </a:lnTo>
                  <a:lnTo>
                    <a:pt x="275" y="119"/>
                  </a:lnTo>
                  <a:lnTo>
                    <a:pt x="277" y="118"/>
                  </a:lnTo>
                  <a:lnTo>
                    <a:pt x="278" y="114"/>
                  </a:lnTo>
                  <a:lnTo>
                    <a:pt x="279" y="111"/>
                  </a:lnTo>
                  <a:lnTo>
                    <a:pt x="280" y="109"/>
                  </a:lnTo>
                  <a:lnTo>
                    <a:pt x="279" y="109"/>
                  </a:lnTo>
                  <a:lnTo>
                    <a:pt x="277" y="106"/>
                  </a:lnTo>
                  <a:lnTo>
                    <a:pt x="275" y="106"/>
                  </a:lnTo>
                  <a:lnTo>
                    <a:pt x="274" y="106"/>
                  </a:lnTo>
                  <a:lnTo>
                    <a:pt x="273" y="106"/>
                  </a:lnTo>
                  <a:lnTo>
                    <a:pt x="269" y="106"/>
                  </a:lnTo>
                  <a:lnTo>
                    <a:pt x="265" y="106"/>
                  </a:lnTo>
                  <a:lnTo>
                    <a:pt x="261" y="106"/>
                  </a:lnTo>
                  <a:lnTo>
                    <a:pt x="257" y="106"/>
                  </a:lnTo>
                  <a:lnTo>
                    <a:pt x="254" y="105"/>
                  </a:lnTo>
                  <a:lnTo>
                    <a:pt x="253" y="105"/>
                  </a:lnTo>
                  <a:lnTo>
                    <a:pt x="250" y="105"/>
                  </a:lnTo>
                  <a:lnTo>
                    <a:pt x="250" y="102"/>
                  </a:lnTo>
                  <a:lnTo>
                    <a:pt x="249" y="100"/>
                  </a:lnTo>
                  <a:lnTo>
                    <a:pt x="249" y="98"/>
                  </a:lnTo>
                  <a:lnTo>
                    <a:pt x="249" y="96"/>
                  </a:lnTo>
                  <a:lnTo>
                    <a:pt x="246" y="93"/>
                  </a:lnTo>
                  <a:lnTo>
                    <a:pt x="246" y="93"/>
                  </a:lnTo>
                  <a:lnTo>
                    <a:pt x="245" y="94"/>
                  </a:lnTo>
                  <a:lnTo>
                    <a:pt x="244" y="93"/>
                  </a:lnTo>
                  <a:lnTo>
                    <a:pt x="242" y="92"/>
                  </a:lnTo>
                  <a:lnTo>
                    <a:pt x="240" y="90"/>
                  </a:lnTo>
                  <a:lnTo>
                    <a:pt x="240" y="90"/>
                  </a:lnTo>
                  <a:lnTo>
                    <a:pt x="238" y="92"/>
                  </a:lnTo>
                  <a:lnTo>
                    <a:pt x="241" y="93"/>
                  </a:lnTo>
                  <a:lnTo>
                    <a:pt x="240" y="93"/>
                  </a:lnTo>
                  <a:lnTo>
                    <a:pt x="237" y="93"/>
                  </a:lnTo>
                  <a:lnTo>
                    <a:pt x="236" y="90"/>
                  </a:lnTo>
                  <a:lnTo>
                    <a:pt x="236" y="89"/>
                  </a:lnTo>
                  <a:lnTo>
                    <a:pt x="233" y="88"/>
                  </a:lnTo>
                  <a:lnTo>
                    <a:pt x="233" y="86"/>
                  </a:lnTo>
                  <a:lnTo>
                    <a:pt x="232" y="88"/>
                  </a:lnTo>
                  <a:lnTo>
                    <a:pt x="230" y="88"/>
                  </a:lnTo>
                  <a:lnTo>
                    <a:pt x="230" y="90"/>
                  </a:lnTo>
                  <a:lnTo>
                    <a:pt x="232" y="90"/>
                  </a:lnTo>
                  <a:lnTo>
                    <a:pt x="230" y="94"/>
                  </a:lnTo>
                  <a:lnTo>
                    <a:pt x="229" y="97"/>
                  </a:lnTo>
                  <a:lnTo>
                    <a:pt x="228" y="100"/>
                  </a:lnTo>
                  <a:lnTo>
                    <a:pt x="234" y="101"/>
                  </a:lnTo>
                  <a:lnTo>
                    <a:pt x="236" y="101"/>
                  </a:lnTo>
                  <a:lnTo>
                    <a:pt x="240" y="101"/>
                  </a:lnTo>
                  <a:lnTo>
                    <a:pt x="238" y="102"/>
                  </a:lnTo>
                  <a:lnTo>
                    <a:pt x="240" y="105"/>
                  </a:lnTo>
                  <a:lnTo>
                    <a:pt x="238" y="106"/>
                  </a:lnTo>
                  <a:lnTo>
                    <a:pt x="237" y="106"/>
                  </a:lnTo>
                  <a:lnTo>
                    <a:pt x="234" y="107"/>
                  </a:lnTo>
                  <a:lnTo>
                    <a:pt x="233" y="110"/>
                  </a:lnTo>
                  <a:lnTo>
                    <a:pt x="232" y="110"/>
                  </a:lnTo>
                  <a:lnTo>
                    <a:pt x="232" y="115"/>
                  </a:lnTo>
                  <a:lnTo>
                    <a:pt x="234" y="118"/>
                  </a:lnTo>
                  <a:lnTo>
                    <a:pt x="237" y="119"/>
                  </a:lnTo>
                  <a:lnTo>
                    <a:pt x="240" y="123"/>
                  </a:lnTo>
                  <a:lnTo>
                    <a:pt x="240" y="127"/>
                  </a:lnTo>
                  <a:lnTo>
                    <a:pt x="241" y="130"/>
                  </a:lnTo>
                  <a:lnTo>
                    <a:pt x="241" y="132"/>
                  </a:lnTo>
                  <a:lnTo>
                    <a:pt x="241" y="136"/>
                  </a:lnTo>
                  <a:lnTo>
                    <a:pt x="245" y="140"/>
                  </a:lnTo>
                  <a:lnTo>
                    <a:pt x="245" y="144"/>
                  </a:lnTo>
                  <a:lnTo>
                    <a:pt x="245" y="146"/>
                  </a:lnTo>
                  <a:lnTo>
                    <a:pt x="246" y="150"/>
                  </a:lnTo>
                  <a:lnTo>
                    <a:pt x="245" y="150"/>
                  </a:lnTo>
                  <a:lnTo>
                    <a:pt x="246" y="152"/>
                  </a:lnTo>
                  <a:lnTo>
                    <a:pt x="245" y="155"/>
                  </a:lnTo>
                  <a:lnTo>
                    <a:pt x="244" y="152"/>
                  </a:lnTo>
                  <a:lnTo>
                    <a:pt x="244" y="154"/>
                  </a:lnTo>
                  <a:lnTo>
                    <a:pt x="242" y="154"/>
                  </a:lnTo>
                  <a:lnTo>
                    <a:pt x="241" y="151"/>
                  </a:lnTo>
                  <a:lnTo>
                    <a:pt x="241" y="150"/>
                  </a:lnTo>
                  <a:lnTo>
                    <a:pt x="241" y="151"/>
                  </a:lnTo>
                  <a:lnTo>
                    <a:pt x="240" y="152"/>
                  </a:lnTo>
                  <a:lnTo>
                    <a:pt x="240" y="151"/>
                  </a:lnTo>
                  <a:lnTo>
                    <a:pt x="240" y="152"/>
                  </a:lnTo>
                  <a:lnTo>
                    <a:pt x="238" y="152"/>
                  </a:lnTo>
                  <a:lnTo>
                    <a:pt x="237" y="152"/>
                  </a:lnTo>
                  <a:lnTo>
                    <a:pt x="236" y="152"/>
                  </a:lnTo>
                  <a:lnTo>
                    <a:pt x="234" y="148"/>
                  </a:lnTo>
                  <a:lnTo>
                    <a:pt x="236" y="147"/>
                  </a:lnTo>
                  <a:lnTo>
                    <a:pt x="233" y="146"/>
                  </a:lnTo>
                  <a:lnTo>
                    <a:pt x="232" y="146"/>
                  </a:lnTo>
                  <a:lnTo>
                    <a:pt x="232" y="146"/>
                  </a:lnTo>
                  <a:lnTo>
                    <a:pt x="233" y="147"/>
                  </a:lnTo>
                  <a:lnTo>
                    <a:pt x="234" y="147"/>
                  </a:lnTo>
                  <a:lnTo>
                    <a:pt x="233" y="148"/>
                  </a:lnTo>
                  <a:lnTo>
                    <a:pt x="233" y="150"/>
                  </a:lnTo>
                  <a:lnTo>
                    <a:pt x="233" y="151"/>
                  </a:lnTo>
                  <a:lnTo>
                    <a:pt x="230" y="154"/>
                  </a:lnTo>
                  <a:lnTo>
                    <a:pt x="224" y="156"/>
                  </a:lnTo>
                  <a:lnTo>
                    <a:pt x="223" y="157"/>
                  </a:lnTo>
                  <a:lnTo>
                    <a:pt x="221" y="159"/>
                  </a:lnTo>
                  <a:lnTo>
                    <a:pt x="220" y="161"/>
                  </a:lnTo>
                  <a:lnTo>
                    <a:pt x="221" y="163"/>
                  </a:lnTo>
                  <a:lnTo>
                    <a:pt x="223" y="165"/>
                  </a:lnTo>
                  <a:lnTo>
                    <a:pt x="223" y="165"/>
                  </a:lnTo>
                  <a:lnTo>
                    <a:pt x="223" y="167"/>
                  </a:lnTo>
                  <a:lnTo>
                    <a:pt x="220" y="168"/>
                  </a:lnTo>
                  <a:lnTo>
                    <a:pt x="220" y="171"/>
                  </a:lnTo>
                  <a:lnTo>
                    <a:pt x="219" y="171"/>
                  </a:lnTo>
                  <a:lnTo>
                    <a:pt x="219" y="172"/>
                  </a:lnTo>
                  <a:lnTo>
                    <a:pt x="215" y="176"/>
                  </a:lnTo>
                  <a:lnTo>
                    <a:pt x="215" y="177"/>
                  </a:lnTo>
                  <a:lnTo>
                    <a:pt x="208" y="180"/>
                  </a:lnTo>
                  <a:lnTo>
                    <a:pt x="207" y="180"/>
                  </a:lnTo>
                  <a:lnTo>
                    <a:pt x="207" y="179"/>
                  </a:lnTo>
                  <a:lnTo>
                    <a:pt x="207" y="177"/>
                  </a:lnTo>
                  <a:lnTo>
                    <a:pt x="205" y="177"/>
                  </a:lnTo>
                  <a:lnTo>
                    <a:pt x="204" y="180"/>
                  </a:lnTo>
                  <a:lnTo>
                    <a:pt x="203" y="180"/>
                  </a:lnTo>
                  <a:lnTo>
                    <a:pt x="201" y="182"/>
                  </a:lnTo>
                  <a:lnTo>
                    <a:pt x="204" y="181"/>
                  </a:lnTo>
                  <a:lnTo>
                    <a:pt x="204" y="181"/>
                  </a:lnTo>
                  <a:lnTo>
                    <a:pt x="205" y="181"/>
                  </a:lnTo>
                  <a:lnTo>
                    <a:pt x="198" y="189"/>
                  </a:lnTo>
                  <a:lnTo>
                    <a:pt x="195" y="194"/>
                  </a:lnTo>
                  <a:lnTo>
                    <a:pt x="184" y="202"/>
                  </a:lnTo>
                  <a:lnTo>
                    <a:pt x="183" y="206"/>
                  </a:lnTo>
                  <a:lnTo>
                    <a:pt x="180" y="209"/>
                  </a:lnTo>
                  <a:lnTo>
                    <a:pt x="176" y="210"/>
                  </a:lnTo>
                  <a:lnTo>
                    <a:pt x="173" y="213"/>
                  </a:lnTo>
                  <a:lnTo>
                    <a:pt x="173" y="215"/>
                  </a:lnTo>
                  <a:lnTo>
                    <a:pt x="173" y="218"/>
                  </a:lnTo>
                  <a:lnTo>
                    <a:pt x="171" y="221"/>
                  </a:lnTo>
                  <a:lnTo>
                    <a:pt x="169" y="222"/>
                  </a:lnTo>
                  <a:lnTo>
                    <a:pt x="163" y="222"/>
                  </a:lnTo>
                  <a:lnTo>
                    <a:pt x="161" y="223"/>
                  </a:lnTo>
                  <a:lnTo>
                    <a:pt x="161" y="226"/>
                  </a:lnTo>
                  <a:lnTo>
                    <a:pt x="157" y="230"/>
                  </a:lnTo>
                  <a:lnTo>
                    <a:pt x="155" y="230"/>
                  </a:lnTo>
                  <a:lnTo>
                    <a:pt x="154" y="229"/>
                  </a:lnTo>
                  <a:lnTo>
                    <a:pt x="153" y="229"/>
                  </a:lnTo>
                  <a:lnTo>
                    <a:pt x="149" y="232"/>
                  </a:lnTo>
                  <a:lnTo>
                    <a:pt x="149" y="234"/>
                  </a:lnTo>
                  <a:lnTo>
                    <a:pt x="149" y="239"/>
                  </a:lnTo>
                  <a:lnTo>
                    <a:pt x="150" y="244"/>
                  </a:lnTo>
                  <a:lnTo>
                    <a:pt x="149" y="247"/>
                  </a:lnTo>
                  <a:lnTo>
                    <a:pt x="149" y="250"/>
                  </a:lnTo>
                  <a:lnTo>
                    <a:pt x="149" y="259"/>
                  </a:lnTo>
                  <a:lnTo>
                    <a:pt x="151" y="260"/>
                  </a:lnTo>
                  <a:lnTo>
                    <a:pt x="153" y="265"/>
                  </a:lnTo>
                  <a:lnTo>
                    <a:pt x="150" y="273"/>
                  </a:lnTo>
                  <a:lnTo>
                    <a:pt x="146" y="279"/>
                  </a:lnTo>
                  <a:lnTo>
                    <a:pt x="146" y="284"/>
                  </a:lnTo>
                  <a:lnTo>
                    <a:pt x="148" y="285"/>
                  </a:lnTo>
                  <a:lnTo>
                    <a:pt x="149" y="296"/>
                  </a:lnTo>
                  <a:lnTo>
                    <a:pt x="149" y="298"/>
                  </a:lnTo>
                  <a:lnTo>
                    <a:pt x="146" y="298"/>
                  </a:lnTo>
                  <a:lnTo>
                    <a:pt x="145" y="298"/>
                  </a:lnTo>
                  <a:lnTo>
                    <a:pt x="142" y="298"/>
                  </a:lnTo>
                  <a:lnTo>
                    <a:pt x="141" y="301"/>
                  </a:lnTo>
                  <a:lnTo>
                    <a:pt x="141" y="302"/>
                  </a:lnTo>
                  <a:lnTo>
                    <a:pt x="138" y="306"/>
                  </a:lnTo>
                  <a:lnTo>
                    <a:pt x="137" y="307"/>
                  </a:lnTo>
                  <a:lnTo>
                    <a:pt x="137" y="309"/>
                  </a:lnTo>
                  <a:lnTo>
                    <a:pt x="141" y="311"/>
                  </a:lnTo>
                  <a:lnTo>
                    <a:pt x="142" y="311"/>
                  </a:lnTo>
                  <a:lnTo>
                    <a:pt x="142" y="313"/>
                  </a:lnTo>
                  <a:lnTo>
                    <a:pt x="141" y="311"/>
                  </a:lnTo>
                  <a:lnTo>
                    <a:pt x="140" y="310"/>
                  </a:lnTo>
                  <a:lnTo>
                    <a:pt x="134" y="313"/>
                  </a:lnTo>
                  <a:lnTo>
                    <a:pt x="133" y="313"/>
                  </a:lnTo>
                  <a:lnTo>
                    <a:pt x="129" y="314"/>
                  </a:lnTo>
                  <a:lnTo>
                    <a:pt x="128" y="317"/>
                  </a:lnTo>
                  <a:lnTo>
                    <a:pt x="128" y="318"/>
                  </a:lnTo>
                  <a:lnTo>
                    <a:pt x="128" y="318"/>
                  </a:lnTo>
                  <a:lnTo>
                    <a:pt x="128" y="319"/>
                  </a:lnTo>
                  <a:lnTo>
                    <a:pt x="126" y="322"/>
                  </a:lnTo>
                  <a:lnTo>
                    <a:pt x="122" y="325"/>
                  </a:lnTo>
                  <a:lnTo>
                    <a:pt x="119" y="325"/>
                  </a:lnTo>
                  <a:lnTo>
                    <a:pt x="115" y="322"/>
                  </a:lnTo>
                  <a:lnTo>
                    <a:pt x="111" y="318"/>
                  </a:lnTo>
                  <a:lnTo>
                    <a:pt x="107" y="309"/>
                  </a:lnTo>
                  <a:lnTo>
                    <a:pt x="107" y="305"/>
                  </a:lnTo>
                  <a:lnTo>
                    <a:pt x="105" y="300"/>
                  </a:lnTo>
                  <a:lnTo>
                    <a:pt x="103" y="294"/>
                  </a:lnTo>
                  <a:lnTo>
                    <a:pt x="103" y="293"/>
                  </a:lnTo>
                  <a:lnTo>
                    <a:pt x="101" y="293"/>
                  </a:lnTo>
                  <a:lnTo>
                    <a:pt x="100" y="289"/>
                  </a:lnTo>
                  <a:lnTo>
                    <a:pt x="100" y="285"/>
                  </a:lnTo>
                  <a:lnTo>
                    <a:pt x="96" y="281"/>
                  </a:lnTo>
                  <a:lnTo>
                    <a:pt x="94" y="277"/>
                  </a:lnTo>
                  <a:lnTo>
                    <a:pt x="94" y="277"/>
                  </a:lnTo>
                  <a:lnTo>
                    <a:pt x="90" y="275"/>
                  </a:lnTo>
                  <a:lnTo>
                    <a:pt x="88" y="271"/>
                  </a:lnTo>
                  <a:lnTo>
                    <a:pt x="87" y="271"/>
                  </a:lnTo>
                  <a:lnTo>
                    <a:pt x="87" y="265"/>
                  </a:lnTo>
                  <a:lnTo>
                    <a:pt x="86" y="263"/>
                  </a:lnTo>
                  <a:lnTo>
                    <a:pt x="84" y="257"/>
                  </a:lnTo>
                  <a:lnTo>
                    <a:pt x="83" y="255"/>
                  </a:lnTo>
                  <a:lnTo>
                    <a:pt x="82" y="252"/>
                  </a:lnTo>
                  <a:lnTo>
                    <a:pt x="80" y="250"/>
                  </a:lnTo>
                  <a:lnTo>
                    <a:pt x="80" y="246"/>
                  </a:lnTo>
                  <a:lnTo>
                    <a:pt x="79" y="246"/>
                  </a:lnTo>
                  <a:lnTo>
                    <a:pt x="76" y="242"/>
                  </a:lnTo>
                  <a:lnTo>
                    <a:pt x="76" y="240"/>
                  </a:lnTo>
                  <a:lnTo>
                    <a:pt x="75" y="240"/>
                  </a:lnTo>
                  <a:lnTo>
                    <a:pt x="72" y="235"/>
                  </a:lnTo>
                  <a:lnTo>
                    <a:pt x="72" y="234"/>
                  </a:lnTo>
                  <a:lnTo>
                    <a:pt x="71" y="232"/>
                  </a:lnTo>
                  <a:lnTo>
                    <a:pt x="70" y="230"/>
                  </a:lnTo>
                  <a:lnTo>
                    <a:pt x="68" y="229"/>
                  </a:lnTo>
                  <a:lnTo>
                    <a:pt x="67" y="223"/>
                  </a:lnTo>
                  <a:lnTo>
                    <a:pt x="66" y="217"/>
                  </a:lnTo>
                  <a:lnTo>
                    <a:pt x="62" y="206"/>
                  </a:lnTo>
                  <a:lnTo>
                    <a:pt x="62" y="204"/>
                  </a:lnTo>
                  <a:lnTo>
                    <a:pt x="59" y="200"/>
                  </a:lnTo>
                  <a:lnTo>
                    <a:pt x="62" y="200"/>
                  </a:lnTo>
                  <a:lnTo>
                    <a:pt x="58" y="196"/>
                  </a:lnTo>
                  <a:lnTo>
                    <a:pt x="58" y="193"/>
                  </a:lnTo>
                  <a:lnTo>
                    <a:pt x="61" y="193"/>
                  </a:lnTo>
                  <a:lnTo>
                    <a:pt x="59" y="190"/>
                  </a:lnTo>
                  <a:lnTo>
                    <a:pt x="58" y="189"/>
                  </a:lnTo>
                  <a:lnTo>
                    <a:pt x="55" y="182"/>
                  </a:lnTo>
                  <a:lnTo>
                    <a:pt x="54" y="179"/>
                  </a:lnTo>
                  <a:lnTo>
                    <a:pt x="57" y="177"/>
                  </a:lnTo>
                  <a:lnTo>
                    <a:pt x="55" y="176"/>
                  </a:lnTo>
                  <a:lnTo>
                    <a:pt x="54" y="175"/>
                  </a:lnTo>
                  <a:lnTo>
                    <a:pt x="55" y="172"/>
                  </a:lnTo>
                  <a:lnTo>
                    <a:pt x="55" y="168"/>
                  </a:lnTo>
                  <a:lnTo>
                    <a:pt x="54" y="164"/>
                  </a:lnTo>
                  <a:lnTo>
                    <a:pt x="53" y="164"/>
                  </a:lnTo>
                  <a:lnTo>
                    <a:pt x="53" y="157"/>
                  </a:lnTo>
                  <a:lnTo>
                    <a:pt x="55" y="156"/>
                  </a:lnTo>
                  <a:lnTo>
                    <a:pt x="55" y="155"/>
                  </a:lnTo>
                  <a:lnTo>
                    <a:pt x="58" y="155"/>
                  </a:lnTo>
                  <a:lnTo>
                    <a:pt x="55" y="155"/>
                  </a:lnTo>
                  <a:lnTo>
                    <a:pt x="53" y="155"/>
                  </a:lnTo>
                  <a:lnTo>
                    <a:pt x="51" y="155"/>
                  </a:lnTo>
                  <a:lnTo>
                    <a:pt x="51" y="152"/>
                  </a:lnTo>
                  <a:lnTo>
                    <a:pt x="50" y="151"/>
                  </a:lnTo>
                  <a:lnTo>
                    <a:pt x="51" y="148"/>
                  </a:lnTo>
                  <a:lnTo>
                    <a:pt x="51" y="148"/>
                  </a:lnTo>
                  <a:lnTo>
                    <a:pt x="53" y="148"/>
                  </a:lnTo>
                  <a:lnTo>
                    <a:pt x="55" y="147"/>
                  </a:lnTo>
                  <a:lnTo>
                    <a:pt x="55" y="144"/>
                  </a:lnTo>
                  <a:lnTo>
                    <a:pt x="54" y="146"/>
                  </a:lnTo>
                  <a:lnTo>
                    <a:pt x="53" y="146"/>
                  </a:lnTo>
                  <a:lnTo>
                    <a:pt x="50" y="146"/>
                  </a:lnTo>
                  <a:lnTo>
                    <a:pt x="49" y="144"/>
                  </a:lnTo>
                  <a:lnTo>
                    <a:pt x="49" y="146"/>
                  </a:lnTo>
                  <a:lnTo>
                    <a:pt x="49" y="148"/>
                  </a:lnTo>
                  <a:lnTo>
                    <a:pt x="46" y="152"/>
                  </a:lnTo>
                  <a:lnTo>
                    <a:pt x="49" y="155"/>
                  </a:lnTo>
                  <a:lnTo>
                    <a:pt x="47" y="159"/>
                  </a:lnTo>
                  <a:lnTo>
                    <a:pt x="46" y="160"/>
                  </a:lnTo>
                  <a:lnTo>
                    <a:pt x="46" y="161"/>
                  </a:lnTo>
                  <a:lnTo>
                    <a:pt x="42" y="164"/>
                  </a:lnTo>
                  <a:lnTo>
                    <a:pt x="36" y="168"/>
                  </a:lnTo>
                  <a:lnTo>
                    <a:pt x="33" y="168"/>
                  </a:lnTo>
                  <a:lnTo>
                    <a:pt x="29" y="168"/>
                  </a:lnTo>
                  <a:lnTo>
                    <a:pt x="20" y="160"/>
                  </a:lnTo>
                  <a:lnTo>
                    <a:pt x="16" y="155"/>
                  </a:lnTo>
                  <a:lnTo>
                    <a:pt x="16" y="155"/>
                  </a:lnTo>
                  <a:lnTo>
                    <a:pt x="15" y="155"/>
                  </a:lnTo>
                  <a:lnTo>
                    <a:pt x="13" y="154"/>
                  </a:lnTo>
                  <a:lnTo>
                    <a:pt x="8" y="148"/>
                  </a:lnTo>
                  <a:lnTo>
                    <a:pt x="8" y="147"/>
                  </a:lnTo>
                  <a:lnTo>
                    <a:pt x="8" y="146"/>
                  </a:lnTo>
                  <a:lnTo>
                    <a:pt x="9" y="146"/>
                  </a:lnTo>
                  <a:lnTo>
                    <a:pt x="9" y="147"/>
                  </a:lnTo>
                  <a:lnTo>
                    <a:pt x="11" y="146"/>
                  </a:lnTo>
                  <a:lnTo>
                    <a:pt x="11" y="148"/>
                  </a:lnTo>
                  <a:lnTo>
                    <a:pt x="13" y="148"/>
                  </a:lnTo>
                  <a:lnTo>
                    <a:pt x="15" y="148"/>
                  </a:lnTo>
                  <a:lnTo>
                    <a:pt x="15" y="147"/>
                  </a:lnTo>
                  <a:lnTo>
                    <a:pt x="16" y="148"/>
                  </a:lnTo>
                  <a:lnTo>
                    <a:pt x="17" y="147"/>
                  </a:lnTo>
                  <a:lnTo>
                    <a:pt x="21" y="143"/>
                  </a:lnTo>
                  <a:lnTo>
                    <a:pt x="22" y="143"/>
                  </a:lnTo>
                  <a:lnTo>
                    <a:pt x="25" y="140"/>
                  </a:lnTo>
                  <a:lnTo>
                    <a:pt x="26" y="140"/>
                  </a:lnTo>
                  <a:lnTo>
                    <a:pt x="26" y="138"/>
                  </a:lnTo>
                  <a:lnTo>
                    <a:pt x="25" y="138"/>
                  </a:lnTo>
                  <a:lnTo>
                    <a:pt x="24" y="138"/>
                  </a:lnTo>
                  <a:lnTo>
                    <a:pt x="24" y="138"/>
                  </a:lnTo>
                  <a:lnTo>
                    <a:pt x="24" y="139"/>
                  </a:lnTo>
                  <a:lnTo>
                    <a:pt x="18" y="142"/>
                  </a:lnTo>
                  <a:lnTo>
                    <a:pt x="16" y="142"/>
                  </a:lnTo>
                  <a:lnTo>
                    <a:pt x="15" y="142"/>
                  </a:lnTo>
                  <a:lnTo>
                    <a:pt x="7" y="139"/>
                  </a:lnTo>
                  <a:lnTo>
                    <a:pt x="3" y="135"/>
                  </a:lnTo>
                  <a:lnTo>
                    <a:pt x="1" y="135"/>
                  </a:lnTo>
                  <a:lnTo>
                    <a:pt x="1" y="132"/>
                  </a:lnTo>
                  <a:lnTo>
                    <a:pt x="4" y="130"/>
                  </a:lnTo>
                  <a:lnTo>
                    <a:pt x="7" y="129"/>
                  </a:lnTo>
                  <a:lnTo>
                    <a:pt x="3" y="129"/>
                  </a:lnTo>
                  <a:lnTo>
                    <a:pt x="0" y="131"/>
                  </a:lnTo>
                  <a:lnTo>
                    <a:pt x="0" y="127"/>
                  </a:lnTo>
                  <a:lnTo>
                    <a:pt x="3" y="126"/>
                  </a:lnTo>
                  <a:lnTo>
                    <a:pt x="4" y="126"/>
                  </a:lnTo>
                  <a:lnTo>
                    <a:pt x="5" y="122"/>
                  </a:lnTo>
                  <a:lnTo>
                    <a:pt x="7" y="123"/>
                  </a:lnTo>
                  <a:lnTo>
                    <a:pt x="8" y="122"/>
                  </a:lnTo>
                  <a:lnTo>
                    <a:pt x="17" y="122"/>
                  </a:lnTo>
                  <a:lnTo>
                    <a:pt x="21" y="121"/>
                  </a:lnTo>
                  <a:lnTo>
                    <a:pt x="22" y="119"/>
                  </a:lnTo>
                  <a:lnTo>
                    <a:pt x="25" y="119"/>
                  </a:lnTo>
                  <a:lnTo>
                    <a:pt x="24" y="121"/>
                  </a:lnTo>
                  <a:lnTo>
                    <a:pt x="25" y="122"/>
                  </a:lnTo>
                  <a:lnTo>
                    <a:pt x="28" y="121"/>
                  </a:lnTo>
                  <a:lnTo>
                    <a:pt x="30" y="119"/>
                  </a:lnTo>
                  <a:lnTo>
                    <a:pt x="29" y="118"/>
                  </a:lnTo>
                  <a:lnTo>
                    <a:pt x="29" y="117"/>
                  </a:lnTo>
                  <a:lnTo>
                    <a:pt x="26" y="109"/>
                  </a:lnTo>
                  <a:lnTo>
                    <a:pt x="25" y="106"/>
                  </a:lnTo>
                  <a:lnTo>
                    <a:pt x="25" y="105"/>
                  </a:lnTo>
                  <a:lnTo>
                    <a:pt x="24" y="104"/>
                  </a:lnTo>
                  <a:lnTo>
                    <a:pt x="21" y="104"/>
                  </a:lnTo>
                  <a:lnTo>
                    <a:pt x="17" y="101"/>
                  </a:lnTo>
                  <a:lnTo>
                    <a:pt x="17" y="97"/>
                  </a:lnTo>
                  <a:lnTo>
                    <a:pt x="17" y="93"/>
                  </a:lnTo>
                  <a:lnTo>
                    <a:pt x="16" y="90"/>
                  </a:lnTo>
                  <a:lnTo>
                    <a:pt x="13" y="89"/>
                  </a:lnTo>
                  <a:lnTo>
                    <a:pt x="12" y="90"/>
                  </a:lnTo>
                  <a:lnTo>
                    <a:pt x="9" y="89"/>
                  </a:lnTo>
                  <a:lnTo>
                    <a:pt x="7" y="89"/>
                  </a:lnTo>
                  <a:lnTo>
                    <a:pt x="7" y="86"/>
                  </a:lnTo>
                  <a:lnTo>
                    <a:pt x="9" y="81"/>
                  </a:lnTo>
                  <a:lnTo>
                    <a:pt x="11" y="81"/>
                  </a:lnTo>
                  <a:lnTo>
                    <a:pt x="13" y="77"/>
                  </a:lnTo>
                  <a:lnTo>
                    <a:pt x="15" y="75"/>
                  </a:lnTo>
                  <a:lnTo>
                    <a:pt x="16" y="73"/>
                  </a:lnTo>
                  <a:lnTo>
                    <a:pt x="18" y="72"/>
                  </a:lnTo>
                  <a:lnTo>
                    <a:pt x="21" y="73"/>
                  </a:lnTo>
                  <a:lnTo>
                    <a:pt x="21" y="76"/>
                  </a:lnTo>
                  <a:lnTo>
                    <a:pt x="22" y="76"/>
                  </a:lnTo>
                  <a:lnTo>
                    <a:pt x="28" y="73"/>
                  </a:lnTo>
                  <a:lnTo>
                    <a:pt x="33" y="73"/>
                  </a:lnTo>
                  <a:lnTo>
                    <a:pt x="37" y="69"/>
                  </a:lnTo>
                  <a:lnTo>
                    <a:pt x="40" y="63"/>
                  </a:lnTo>
                  <a:lnTo>
                    <a:pt x="45" y="59"/>
                  </a:lnTo>
                  <a:lnTo>
                    <a:pt x="46" y="56"/>
                  </a:lnTo>
                  <a:lnTo>
                    <a:pt x="47" y="52"/>
                  </a:lnTo>
                  <a:lnTo>
                    <a:pt x="50" y="48"/>
                  </a:lnTo>
                  <a:lnTo>
                    <a:pt x="53" y="47"/>
                  </a:lnTo>
                  <a:lnTo>
                    <a:pt x="54" y="43"/>
                  </a:lnTo>
                  <a:lnTo>
                    <a:pt x="54" y="42"/>
                  </a:lnTo>
                  <a:lnTo>
                    <a:pt x="53" y="40"/>
                  </a:lnTo>
                  <a:lnTo>
                    <a:pt x="57" y="36"/>
                  </a:lnTo>
                  <a:lnTo>
                    <a:pt x="58" y="35"/>
                  </a:lnTo>
                  <a:lnTo>
                    <a:pt x="59" y="32"/>
                  </a:lnTo>
                  <a:lnTo>
                    <a:pt x="59" y="26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61" y="17"/>
                  </a:lnTo>
                  <a:lnTo>
                    <a:pt x="63" y="17"/>
                  </a:lnTo>
                  <a:lnTo>
                    <a:pt x="66" y="15"/>
                  </a:lnTo>
                  <a:lnTo>
                    <a:pt x="67" y="15"/>
                  </a:lnTo>
                  <a:lnTo>
                    <a:pt x="70" y="11"/>
                  </a:lnTo>
                  <a:lnTo>
                    <a:pt x="74" y="6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3" name="Freeform 368">
              <a:extLst>
                <a:ext uri="{FF2B5EF4-FFF2-40B4-BE49-F238E27FC236}">
                  <a16:creationId xmlns:a16="http://schemas.microsoft.com/office/drawing/2014/main" id="{CF81E07C-1521-423D-8588-F0B87C0310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29280" y="4900082"/>
              <a:ext cx="544034" cy="716314"/>
            </a:xfrm>
            <a:custGeom>
              <a:avLst/>
              <a:gdLst>
                <a:gd name="T0" fmla="*/ 45 w 60"/>
                <a:gd name="T1" fmla="*/ 57 h 79"/>
                <a:gd name="T2" fmla="*/ 45 w 60"/>
                <a:gd name="T3" fmla="*/ 54 h 79"/>
                <a:gd name="T4" fmla="*/ 42 w 60"/>
                <a:gd name="T5" fmla="*/ 58 h 79"/>
                <a:gd name="T6" fmla="*/ 41 w 60"/>
                <a:gd name="T7" fmla="*/ 57 h 79"/>
                <a:gd name="T8" fmla="*/ 37 w 60"/>
                <a:gd name="T9" fmla="*/ 53 h 79"/>
                <a:gd name="T10" fmla="*/ 35 w 60"/>
                <a:gd name="T11" fmla="*/ 58 h 79"/>
                <a:gd name="T12" fmla="*/ 37 w 60"/>
                <a:gd name="T13" fmla="*/ 53 h 79"/>
                <a:gd name="T14" fmla="*/ 8 w 60"/>
                <a:gd name="T15" fmla="*/ 3 h 79"/>
                <a:gd name="T16" fmla="*/ 12 w 60"/>
                <a:gd name="T17" fmla="*/ 7 h 79"/>
                <a:gd name="T18" fmla="*/ 12 w 60"/>
                <a:gd name="T19" fmla="*/ 4 h 79"/>
                <a:gd name="T20" fmla="*/ 16 w 60"/>
                <a:gd name="T21" fmla="*/ 7 h 79"/>
                <a:gd name="T22" fmla="*/ 18 w 60"/>
                <a:gd name="T23" fmla="*/ 7 h 79"/>
                <a:gd name="T24" fmla="*/ 21 w 60"/>
                <a:gd name="T25" fmla="*/ 14 h 79"/>
                <a:gd name="T26" fmla="*/ 25 w 60"/>
                <a:gd name="T27" fmla="*/ 19 h 79"/>
                <a:gd name="T28" fmla="*/ 33 w 60"/>
                <a:gd name="T29" fmla="*/ 20 h 79"/>
                <a:gd name="T30" fmla="*/ 45 w 60"/>
                <a:gd name="T31" fmla="*/ 20 h 79"/>
                <a:gd name="T32" fmla="*/ 49 w 60"/>
                <a:gd name="T33" fmla="*/ 20 h 79"/>
                <a:gd name="T34" fmla="*/ 51 w 60"/>
                <a:gd name="T35" fmla="*/ 25 h 79"/>
                <a:gd name="T36" fmla="*/ 47 w 60"/>
                <a:gd name="T37" fmla="*/ 33 h 79"/>
                <a:gd name="T38" fmla="*/ 45 w 60"/>
                <a:gd name="T39" fmla="*/ 35 h 79"/>
                <a:gd name="T40" fmla="*/ 42 w 60"/>
                <a:gd name="T41" fmla="*/ 37 h 79"/>
                <a:gd name="T42" fmla="*/ 42 w 60"/>
                <a:gd name="T43" fmla="*/ 43 h 79"/>
                <a:gd name="T44" fmla="*/ 46 w 60"/>
                <a:gd name="T45" fmla="*/ 46 h 79"/>
                <a:gd name="T46" fmla="*/ 49 w 60"/>
                <a:gd name="T47" fmla="*/ 48 h 79"/>
                <a:gd name="T48" fmla="*/ 49 w 60"/>
                <a:gd name="T49" fmla="*/ 44 h 79"/>
                <a:gd name="T50" fmla="*/ 50 w 60"/>
                <a:gd name="T51" fmla="*/ 41 h 79"/>
                <a:gd name="T52" fmla="*/ 54 w 60"/>
                <a:gd name="T53" fmla="*/ 43 h 79"/>
                <a:gd name="T54" fmla="*/ 56 w 60"/>
                <a:gd name="T55" fmla="*/ 50 h 79"/>
                <a:gd name="T56" fmla="*/ 59 w 60"/>
                <a:gd name="T57" fmla="*/ 60 h 79"/>
                <a:gd name="T58" fmla="*/ 60 w 60"/>
                <a:gd name="T59" fmla="*/ 64 h 79"/>
                <a:gd name="T60" fmla="*/ 60 w 60"/>
                <a:gd name="T61" fmla="*/ 68 h 79"/>
                <a:gd name="T62" fmla="*/ 56 w 60"/>
                <a:gd name="T63" fmla="*/ 73 h 79"/>
                <a:gd name="T64" fmla="*/ 56 w 60"/>
                <a:gd name="T65" fmla="*/ 77 h 79"/>
                <a:gd name="T66" fmla="*/ 55 w 60"/>
                <a:gd name="T67" fmla="*/ 75 h 79"/>
                <a:gd name="T68" fmla="*/ 52 w 60"/>
                <a:gd name="T69" fmla="*/ 70 h 79"/>
                <a:gd name="T70" fmla="*/ 50 w 60"/>
                <a:gd name="T71" fmla="*/ 70 h 79"/>
                <a:gd name="T72" fmla="*/ 50 w 60"/>
                <a:gd name="T73" fmla="*/ 65 h 79"/>
                <a:gd name="T74" fmla="*/ 49 w 60"/>
                <a:gd name="T75" fmla="*/ 60 h 79"/>
                <a:gd name="T76" fmla="*/ 45 w 60"/>
                <a:gd name="T77" fmla="*/ 53 h 79"/>
                <a:gd name="T78" fmla="*/ 37 w 60"/>
                <a:gd name="T79" fmla="*/ 52 h 79"/>
                <a:gd name="T80" fmla="*/ 33 w 60"/>
                <a:gd name="T81" fmla="*/ 49 h 79"/>
                <a:gd name="T82" fmla="*/ 34 w 60"/>
                <a:gd name="T83" fmla="*/ 52 h 79"/>
                <a:gd name="T84" fmla="*/ 33 w 60"/>
                <a:gd name="T85" fmla="*/ 54 h 79"/>
                <a:gd name="T86" fmla="*/ 31 w 60"/>
                <a:gd name="T87" fmla="*/ 61 h 79"/>
                <a:gd name="T88" fmla="*/ 29 w 60"/>
                <a:gd name="T89" fmla="*/ 61 h 79"/>
                <a:gd name="T90" fmla="*/ 29 w 60"/>
                <a:gd name="T91" fmla="*/ 61 h 79"/>
                <a:gd name="T92" fmla="*/ 27 w 60"/>
                <a:gd name="T93" fmla="*/ 57 h 79"/>
                <a:gd name="T94" fmla="*/ 27 w 60"/>
                <a:gd name="T95" fmla="*/ 57 h 79"/>
                <a:gd name="T96" fmla="*/ 25 w 60"/>
                <a:gd name="T97" fmla="*/ 61 h 79"/>
                <a:gd name="T98" fmla="*/ 25 w 60"/>
                <a:gd name="T99" fmla="*/ 66 h 79"/>
                <a:gd name="T100" fmla="*/ 22 w 60"/>
                <a:gd name="T101" fmla="*/ 65 h 79"/>
                <a:gd name="T102" fmla="*/ 20 w 60"/>
                <a:gd name="T103" fmla="*/ 66 h 79"/>
                <a:gd name="T104" fmla="*/ 17 w 60"/>
                <a:gd name="T105" fmla="*/ 60 h 79"/>
                <a:gd name="T106" fmla="*/ 13 w 60"/>
                <a:gd name="T107" fmla="*/ 50 h 79"/>
                <a:gd name="T108" fmla="*/ 12 w 60"/>
                <a:gd name="T109" fmla="*/ 41 h 79"/>
                <a:gd name="T110" fmla="*/ 6 w 60"/>
                <a:gd name="T111" fmla="*/ 32 h 79"/>
                <a:gd name="T112" fmla="*/ 5 w 60"/>
                <a:gd name="T113" fmla="*/ 24 h 79"/>
                <a:gd name="T114" fmla="*/ 10 w 60"/>
                <a:gd name="T115" fmla="*/ 20 h 79"/>
                <a:gd name="T116" fmla="*/ 12 w 60"/>
                <a:gd name="T117" fmla="*/ 15 h 79"/>
                <a:gd name="T118" fmla="*/ 0 w 60"/>
                <a:gd name="T119" fmla="*/ 14 h 79"/>
                <a:gd name="T120" fmla="*/ 4 w 60"/>
                <a:gd name="T121" fmla="*/ 4 h 79"/>
                <a:gd name="T122" fmla="*/ 4 w 60"/>
                <a:gd name="T123" fmla="*/ 2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0" h="79">
                  <a:moveTo>
                    <a:pt x="45" y="54"/>
                  </a:moveTo>
                  <a:lnTo>
                    <a:pt x="45" y="56"/>
                  </a:lnTo>
                  <a:lnTo>
                    <a:pt x="45" y="57"/>
                  </a:lnTo>
                  <a:lnTo>
                    <a:pt x="43" y="58"/>
                  </a:lnTo>
                  <a:lnTo>
                    <a:pt x="43" y="56"/>
                  </a:lnTo>
                  <a:lnTo>
                    <a:pt x="45" y="54"/>
                  </a:lnTo>
                  <a:close/>
                  <a:moveTo>
                    <a:pt x="39" y="54"/>
                  </a:moveTo>
                  <a:lnTo>
                    <a:pt x="42" y="56"/>
                  </a:lnTo>
                  <a:lnTo>
                    <a:pt x="42" y="58"/>
                  </a:lnTo>
                  <a:lnTo>
                    <a:pt x="41" y="61"/>
                  </a:lnTo>
                  <a:lnTo>
                    <a:pt x="39" y="60"/>
                  </a:lnTo>
                  <a:lnTo>
                    <a:pt x="41" y="57"/>
                  </a:lnTo>
                  <a:lnTo>
                    <a:pt x="39" y="56"/>
                  </a:lnTo>
                  <a:lnTo>
                    <a:pt x="39" y="54"/>
                  </a:lnTo>
                  <a:close/>
                  <a:moveTo>
                    <a:pt x="37" y="53"/>
                  </a:moveTo>
                  <a:lnTo>
                    <a:pt x="38" y="56"/>
                  </a:lnTo>
                  <a:lnTo>
                    <a:pt x="38" y="60"/>
                  </a:lnTo>
                  <a:lnTo>
                    <a:pt x="35" y="58"/>
                  </a:lnTo>
                  <a:lnTo>
                    <a:pt x="34" y="56"/>
                  </a:lnTo>
                  <a:lnTo>
                    <a:pt x="34" y="54"/>
                  </a:lnTo>
                  <a:lnTo>
                    <a:pt x="37" y="53"/>
                  </a:lnTo>
                  <a:close/>
                  <a:moveTo>
                    <a:pt x="5" y="0"/>
                  </a:moveTo>
                  <a:lnTo>
                    <a:pt x="5" y="2"/>
                  </a:lnTo>
                  <a:lnTo>
                    <a:pt x="8" y="3"/>
                  </a:lnTo>
                  <a:lnTo>
                    <a:pt x="8" y="4"/>
                  </a:lnTo>
                  <a:lnTo>
                    <a:pt x="9" y="7"/>
                  </a:lnTo>
                  <a:lnTo>
                    <a:pt x="12" y="7"/>
                  </a:lnTo>
                  <a:lnTo>
                    <a:pt x="13" y="7"/>
                  </a:lnTo>
                  <a:lnTo>
                    <a:pt x="10" y="6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16" y="7"/>
                  </a:lnTo>
                  <a:lnTo>
                    <a:pt x="17" y="8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21" y="10"/>
                  </a:lnTo>
                  <a:lnTo>
                    <a:pt x="21" y="12"/>
                  </a:lnTo>
                  <a:lnTo>
                    <a:pt x="21" y="14"/>
                  </a:lnTo>
                  <a:lnTo>
                    <a:pt x="22" y="16"/>
                  </a:lnTo>
                  <a:lnTo>
                    <a:pt x="22" y="19"/>
                  </a:lnTo>
                  <a:lnTo>
                    <a:pt x="25" y="19"/>
                  </a:lnTo>
                  <a:lnTo>
                    <a:pt x="26" y="19"/>
                  </a:lnTo>
                  <a:lnTo>
                    <a:pt x="29" y="20"/>
                  </a:lnTo>
                  <a:lnTo>
                    <a:pt x="33" y="20"/>
                  </a:lnTo>
                  <a:lnTo>
                    <a:pt x="37" y="20"/>
                  </a:lnTo>
                  <a:lnTo>
                    <a:pt x="41" y="20"/>
                  </a:lnTo>
                  <a:lnTo>
                    <a:pt x="45" y="20"/>
                  </a:lnTo>
                  <a:lnTo>
                    <a:pt x="46" y="20"/>
                  </a:lnTo>
                  <a:lnTo>
                    <a:pt x="47" y="20"/>
                  </a:lnTo>
                  <a:lnTo>
                    <a:pt x="49" y="20"/>
                  </a:lnTo>
                  <a:lnTo>
                    <a:pt x="51" y="23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0" y="28"/>
                  </a:lnTo>
                  <a:lnTo>
                    <a:pt x="49" y="32"/>
                  </a:lnTo>
                  <a:lnTo>
                    <a:pt x="47" y="33"/>
                  </a:lnTo>
                  <a:lnTo>
                    <a:pt x="47" y="35"/>
                  </a:lnTo>
                  <a:lnTo>
                    <a:pt x="46" y="36"/>
                  </a:lnTo>
                  <a:lnTo>
                    <a:pt x="45" y="35"/>
                  </a:lnTo>
                  <a:lnTo>
                    <a:pt x="45" y="35"/>
                  </a:lnTo>
                  <a:lnTo>
                    <a:pt x="42" y="36"/>
                  </a:lnTo>
                  <a:lnTo>
                    <a:pt x="42" y="37"/>
                  </a:lnTo>
                  <a:lnTo>
                    <a:pt x="41" y="39"/>
                  </a:lnTo>
                  <a:lnTo>
                    <a:pt x="41" y="40"/>
                  </a:lnTo>
                  <a:lnTo>
                    <a:pt x="42" y="43"/>
                  </a:lnTo>
                  <a:lnTo>
                    <a:pt x="43" y="44"/>
                  </a:lnTo>
                  <a:lnTo>
                    <a:pt x="43" y="45"/>
                  </a:lnTo>
                  <a:lnTo>
                    <a:pt x="46" y="46"/>
                  </a:lnTo>
                  <a:lnTo>
                    <a:pt x="47" y="49"/>
                  </a:lnTo>
                  <a:lnTo>
                    <a:pt x="49" y="49"/>
                  </a:lnTo>
                  <a:lnTo>
                    <a:pt x="49" y="48"/>
                  </a:lnTo>
                  <a:lnTo>
                    <a:pt x="47" y="46"/>
                  </a:lnTo>
                  <a:lnTo>
                    <a:pt x="49" y="45"/>
                  </a:lnTo>
                  <a:lnTo>
                    <a:pt x="49" y="44"/>
                  </a:lnTo>
                  <a:lnTo>
                    <a:pt x="50" y="43"/>
                  </a:lnTo>
                  <a:lnTo>
                    <a:pt x="49" y="41"/>
                  </a:lnTo>
                  <a:lnTo>
                    <a:pt x="50" y="41"/>
                  </a:lnTo>
                  <a:lnTo>
                    <a:pt x="51" y="41"/>
                  </a:lnTo>
                  <a:lnTo>
                    <a:pt x="54" y="41"/>
                  </a:lnTo>
                  <a:lnTo>
                    <a:pt x="54" y="43"/>
                  </a:lnTo>
                  <a:lnTo>
                    <a:pt x="55" y="44"/>
                  </a:lnTo>
                  <a:lnTo>
                    <a:pt x="56" y="48"/>
                  </a:lnTo>
                  <a:lnTo>
                    <a:pt x="56" y="50"/>
                  </a:lnTo>
                  <a:lnTo>
                    <a:pt x="56" y="52"/>
                  </a:lnTo>
                  <a:lnTo>
                    <a:pt x="58" y="57"/>
                  </a:lnTo>
                  <a:lnTo>
                    <a:pt x="59" y="60"/>
                  </a:lnTo>
                  <a:lnTo>
                    <a:pt x="59" y="62"/>
                  </a:lnTo>
                  <a:lnTo>
                    <a:pt x="60" y="62"/>
                  </a:lnTo>
                  <a:lnTo>
                    <a:pt x="60" y="64"/>
                  </a:lnTo>
                  <a:lnTo>
                    <a:pt x="60" y="65"/>
                  </a:lnTo>
                  <a:lnTo>
                    <a:pt x="60" y="65"/>
                  </a:lnTo>
                  <a:lnTo>
                    <a:pt x="60" y="68"/>
                  </a:lnTo>
                  <a:lnTo>
                    <a:pt x="60" y="71"/>
                  </a:lnTo>
                  <a:lnTo>
                    <a:pt x="59" y="70"/>
                  </a:lnTo>
                  <a:lnTo>
                    <a:pt x="56" y="73"/>
                  </a:lnTo>
                  <a:lnTo>
                    <a:pt x="56" y="75"/>
                  </a:lnTo>
                  <a:lnTo>
                    <a:pt x="56" y="77"/>
                  </a:lnTo>
                  <a:lnTo>
                    <a:pt x="56" y="77"/>
                  </a:lnTo>
                  <a:lnTo>
                    <a:pt x="56" y="79"/>
                  </a:lnTo>
                  <a:lnTo>
                    <a:pt x="56" y="79"/>
                  </a:lnTo>
                  <a:lnTo>
                    <a:pt x="55" y="75"/>
                  </a:lnTo>
                  <a:lnTo>
                    <a:pt x="52" y="73"/>
                  </a:lnTo>
                  <a:lnTo>
                    <a:pt x="51" y="71"/>
                  </a:lnTo>
                  <a:lnTo>
                    <a:pt x="52" y="70"/>
                  </a:lnTo>
                  <a:lnTo>
                    <a:pt x="52" y="68"/>
                  </a:lnTo>
                  <a:lnTo>
                    <a:pt x="51" y="69"/>
                  </a:lnTo>
                  <a:lnTo>
                    <a:pt x="50" y="70"/>
                  </a:lnTo>
                  <a:lnTo>
                    <a:pt x="50" y="69"/>
                  </a:lnTo>
                  <a:lnTo>
                    <a:pt x="51" y="66"/>
                  </a:lnTo>
                  <a:lnTo>
                    <a:pt x="50" y="65"/>
                  </a:lnTo>
                  <a:lnTo>
                    <a:pt x="50" y="62"/>
                  </a:lnTo>
                  <a:lnTo>
                    <a:pt x="50" y="61"/>
                  </a:lnTo>
                  <a:lnTo>
                    <a:pt x="49" y="60"/>
                  </a:lnTo>
                  <a:lnTo>
                    <a:pt x="45" y="52"/>
                  </a:lnTo>
                  <a:lnTo>
                    <a:pt x="45" y="52"/>
                  </a:lnTo>
                  <a:lnTo>
                    <a:pt x="45" y="53"/>
                  </a:lnTo>
                  <a:lnTo>
                    <a:pt x="43" y="52"/>
                  </a:lnTo>
                  <a:lnTo>
                    <a:pt x="41" y="53"/>
                  </a:lnTo>
                  <a:lnTo>
                    <a:pt x="37" y="52"/>
                  </a:lnTo>
                  <a:lnTo>
                    <a:pt x="37" y="50"/>
                  </a:lnTo>
                  <a:lnTo>
                    <a:pt x="35" y="50"/>
                  </a:lnTo>
                  <a:lnTo>
                    <a:pt x="33" y="49"/>
                  </a:lnTo>
                  <a:lnTo>
                    <a:pt x="33" y="45"/>
                  </a:lnTo>
                  <a:lnTo>
                    <a:pt x="33" y="49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1" y="54"/>
                  </a:lnTo>
                  <a:lnTo>
                    <a:pt x="33" y="54"/>
                  </a:lnTo>
                  <a:lnTo>
                    <a:pt x="34" y="57"/>
                  </a:lnTo>
                  <a:lnTo>
                    <a:pt x="34" y="61"/>
                  </a:lnTo>
                  <a:lnTo>
                    <a:pt x="31" y="61"/>
                  </a:lnTo>
                  <a:lnTo>
                    <a:pt x="30" y="65"/>
                  </a:lnTo>
                  <a:lnTo>
                    <a:pt x="29" y="64"/>
                  </a:lnTo>
                  <a:lnTo>
                    <a:pt x="29" y="61"/>
                  </a:lnTo>
                  <a:lnTo>
                    <a:pt x="30" y="61"/>
                  </a:lnTo>
                  <a:lnTo>
                    <a:pt x="31" y="60"/>
                  </a:lnTo>
                  <a:lnTo>
                    <a:pt x="29" y="61"/>
                  </a:lnTo>
                  <a:lnTo>
                    <a:pt x="27" y="64"/>
                  </a:lnTo>
                  <a:lnTo>
                    <a:pt x="26" y="61"/>
                  </a:lnTo>
                  <a:lnTo>
                    <a:pt x="27" y="57"/>
                  </a:lnTo>
                  <a:lnTo>
                    <a:pt x="27" y="57"/>
                  </a:lnTo>
                  <a:lnTo>
                    <a:pt x="26" y="56"/>
                  </a:lnTo>
                  <a:lnTo>
                    <a:pt x="27" y="57"/>
                  </a:lnTo>
                  <a:lnTo>
                    <a:pt x="26" y="58"/>
                  </a:lnTo>
                  <a:lnTo>
                    <a:pt x="26" y="61"/>
                  </a:lnTo>
                  <a:lnTo>
                    <a:pt x="25" y="61"/>
                  </a:lnTo>
                  <a:lnTo>
                    <a:pt x="26" y="64"/>
                  </a:lnTo>
                  <a:lnTo>
                    <a:pt x="26" y="65"/>
                  </a:lnTo>
                  <a:lnTo>
                    <a:pt x="25" y="66"/>
                  </a:lnTo>
                  <a:lnTo>
                    <a:pt x="25" y="66"/>
                  </a:lnTo>
                  <a:lnTo>
                    <a:pt x="24" y="65"/>
                  </a:lnTo>
                  <a:lnTo>
                    <a:pt x="22" y="65"/>
                  </a:lnTo>
                  <a:lnTo>
                    <a:pt x="22" y="66"/>
                  </a:lnTo>
                  <a:lnTo>
                    <a:pt x="21" y="66"/>
                  </a:lnTo>
                  <a:lnTo>
                    <a:pt x="20" y="66"/>
                  </a:lnTo>
                  <a:lnTo>
                    <a:pt x="20" y="64"/>
                  </a:lnTo>
                  <a:lnTo>
                    <a:pt x="18" y="64"/>
                  </a:lnTo>
                  <a:lnTo>
                    <a:pt x="17" y="60"/>
                  </a:lnTo>
                  <a:lnTo>
                    <a:pt x="17" y="58"/>
                  </a:lnTo>
                  <a:lnTo>
                    <a:pt x="17" y="54"/>
                  </a:lnTo>
                  <a:lnTo>
                    <a:pt x="13" y="50"/>
                  </a:lnTo>
                  <a:lnTo>
                    <a:pt x="13" y="46"/>
                  </a:lnTo>
                  <a:lnTo>
                    <a:pt x="13" y="44"/>
                  </a:lnTo>
                  <a:lnTo>
                    <a:pt x="12" y="41"/>
                  </a:lnTo>
                  <a:lnTo>
                    <a:pt x="12" y="37"/>
                  </a:lnTo>
                  <a:lnTo>
                    <a:pt x="9" y="33"/>
                  </a:lnTo>
                  <a:lnTo>
                    <a:pt x="6" y="32"/>
                  </a:lnTo>
                  <a:lnTo>
                    <a:pt x="4" y="29"/>
                  </a:lnTo>
                  <a:lnTo>
                    <a:pt x="4" y="24"/>
                  </a:lnTo>
                  <a:lnTo>
                    <a:pt x="5" y="24"/>
                  </a:lnTo>
                  <a:lnTo>
                    <a:pt x="6" y="21"/>
                  </a:lnTo>
                  <a:lnTo>
                    <a:pt x="9" y="20"/>
                  </a:lnTo>
                  <a:lnTo>
                    <a:pt x="10" y="20"/>
                  </a:lnTo>
                  <a:lnTo>
                    <a:pt x="12" y="19"/>
                  </a:lnTo>
                  <a:lnTo>
                    <a:pt x="10" y="16"/>
                  </a:lnTo>
                  <a:lnTo>
                    <a:pt x="12" y="15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0" y="14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4"/>
                  </a:lnTo>
                  <a:lnTo>
                    <a:pt x="2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" name="Freeform 369">
              <a:extLst>
                <a:ext uri="{FF2B5EF4-FFF2-40B4-BE49-F238E27FC236}">
                  <a16:creationId xmlns:a16="http://schemas.microsoft.com/office/drawing/2014/main" id="{4064CF77-DC04-4569-9FBA-2CCD002AB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683" y="4709670"/>
              <a:ext cx="335489" cy="208548"/>
            </a:xfrm>
            <a:custGeom>
              <a:avLst/>
              <a:gdLst>
                <a:gd name="T0" fmla="*/ 16 w 37"/>
                <a:gd name="T1" fmla="*/ 0 h 23"/>
                <a:gd name="T2" fmla="*/ 18 w 37"/>
                <a:gd name="T3" fmla="*/ 3 h 23"/>
                <a:gd name="T4" fmla="*/ 23 w 37"/>
                <a:gd name="T5" fmla="*/ 3 h 23"/>
                <a:gd name="T6" fmla="*/ 25 w 37"/>
                <a:gd name="T7" fmla="*/ 4 h 23"/>
                <a:gd name="T8" fmla="*/ 28 w 37"/>
                <a:gd name="T9" fmla="*/ 3 h 23"/>
                <a:gd name="T10" fmla="*/ 31 w 37"/>
                <a:gd name="T11" fmla="*/ 3 h 23"/>
                <a:gd name="T12" fmla="*/ 33 w 37"/>
                <a:gd name="T13" fmla="*/ 6 h 23"/>
                <a:gd name="T14" fmla="*/ 33 w 37"/>
                <a:gd name="T15" fmla="*/ 6 h 23"/>
                <a:gd name="T16" fmla="*/ 33 w 37"/>
                <a:gd name="T17" fmla="*/ 8 h 23"/>
                <a:gd name="T18" fmla="*/ 33 w 37"/>
                <a:gd name="T19" fmla="*/ 11 h 23"/>
                <a:gd name="T20" fmla="*/ 37 w 37"/>
                <a:gd name="T21" fmla="*/ 12 h 23"/>
                <a:gd name="T22" fmla="*/ 37 w 37"/>
                <a:gd name="T23" fmla="*/ 16 h 23"/>
                <a:gd name="T24" fmla="*/ 37 w 37"/>
                <a:gd name="T25" fmla="*/ 17 h 23"/>
                <a:gd name="T26" fmla="*/ 32 w 37"/>
                <a:gd name="T27" fmla="*/ 19 h 23"/>
                <a:gd name="T28" fmla="*/ 29 w 37"/>
                <a:gd name="T29" fmla="*/ 19 h 23"/>
                <a:gd name="T30" fmla="*/ 24 w 37"/>
                <a:gd name="T31" fmla="*/ 20 h 23"/>
                <a:gd name="T32" fmla="*/ 21 w 37"/>
                <a:gd name="T33" fmla="*/ 19 h 23"/>
                <a:gd name="T34" fmla="*/ 19 w 37"/>
                <a:gd name="T35" fmla="*/ 19 h 23"/>
                <a:gd name="T36" fmla="*/ 18 w 37"/>
                <a:gd name="T37" fmla="*/ 23 h 23"/>
                <a:gd name="T38" fmla="*/ 14 w 37"/>
                <a:gd name="T39" fmla="*/ 23 h 23"/>
                <a:gd name="T40" fmla="*/ 8 w 37"/>
                <a:gd name="T41" fmla="*/ 19 h 23"/>
                <a:gd name="T42" fmla="*/ 7 w 37"/>
                <a:gd name="T43" fmla="*/ 20 h 23"/>
                <a:gd name="T44" fmla="*/ 3 w 37"/>
                <a:gd name="T45" fmla="*/ 19 h 23"/>
                <a:gd name="T46" fmla="*/ 0 w 37"/>
                <a:gd name="T47" fmla="*/ 15 h 23"/>
                <a:gd name="T48" fmla="*/ 0 w 37"/>
                <a:gd name="T49" fmla="*/ 14 h 23"/>
                <a:gd name="T50" fmla="*/ 2 w 37"/>
                <a:gd name="T51" fmla="*/ 11 h 23"/>
                <a:gd name="T52" fmla="*/ 3 w 37"/>
                <a:gd name="T53" fmla="*/ 10 h 23"/>
                <a:gd name="T54" fmla="*/ 6 w 37"/>
                <a:gd name="T55" fmla="*/ 4 h 23"/>
                <a:gd name="T56" fmla="*/ 12 w 37"/>
                <a:gd name="T57" fmla="*/ 2 h 23"/>
                <a:gd name="T58" fmla="*/ 16 w 37"/>
                <a:gd name="T5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" h="23">
                  <a:moveTo>
                    <a:pt x="16" y="0"/>
                  </a:moveTo>
                  <a:lnTo>
                    <a:pt x="18" y="3"/>
                  </a:lnTo>
                  <a:lnTo>
                    <a:pt x="23" y="3"/>
                  </a:lnTo>
                  <a:lnTo>
                    <a:pt x="25" y="4"/>
                  </a:lnTo>
                  <a:lnTo>
                    <a:pt x="28" y="3"/>
                  </a:lnTo>
                  <a:lnTo>
                    <a:pt x="31" y="3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8"/>
                  </a:lnTo>
                  <a:lnTo>
                    <a:pt x="33" y="11"/>
                  </a:lnTo>
                  <a:lnTo>
                    <a:pt x="37" y="12"/>
                  </a:lnTo>
                  <a:lnTo>
                    <a:pt x="37" y="16"/>
                  </a:lnTo>
                  <a:lnTo>
                    <a:pt x="37" y="17"/>
                  </a:lnTo>
                  <a:lnTo>
                    <a:pt x="32" y="19"/>
                  </a:lnTo>
                  <a:lnTo>
                    <a:pt x="29" y="19"/>
                  </a:lnTo>
                  <a:lnTo>
                    <a:pt x="24" y="20"/>
                  </a:lnTo>
                  <a:lnTo>
                    <a:pt x="21" y="19"/>
                  </a:lnTo>
                  <a:lnTo>
                    <a:pt x="19" y="19"/>
                  </a:lnTo>
                  <a:lnTo>
                    <a:pt x="18" y="23"/>
                  </a:lnTo>
                  <a:lnTo>
                    <a:pt x="14" y="23"/>
                  </a:lnTo>
                  <a:lnTo>
                    <a:pt x="8" y="19"/>
                  </a:lnTo>
                  <a:lnTo>
                    <a:pt x="7" y="20"/>
                  </a:lnTo>
                  <a:lnTo>
                    <a:pt x="3" y="19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2" y="11"/>
                  </a:lnTo>
                  <a:lnTo>
                    <a:pt x="3" y="10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5" name="Freeform 370">
              <a:extLst>
                <a:ext uri="{FF2B5EF4-FFF2-40B4-BE49-F238E27FC236}">
                  <a16:creationId xmlns:a16="http://schemas.microsoft.com/office/drawing/2014/main" id="{96B1452D-97BE-4210-A0EC-7071B92AC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620" y="4473923"/>
              <a:ext cx="897659" cy="462432"/>
            </a:xfrm>
            <a:custGeom>
              <a:avLst/>
              <a:gdLst>
                <a:gd name="T0" fmla="*/ 9 w 99"/>
                <a:gd name="T1" fmla="*/ 1 h 51"/>
                <a:gd name="T2" fmla="*/ 12 w 99"/>
                <a:gd name="T3" fmla="*/ 3 h 51"/>
                <a:gd name="T4" fmla="*/ 15 w 99"/>
                <a:gd name="T5" fmla="*/ 1 h 51"/>
                <a:gd name="T6" fmla="*/ 22 w 99"/>
                <a:gd name="T7" fmla="*/ 3 h 51"/>
                <a:gd name="T8" fmla="*/ 26 w 99"/>
                <a:gd name="T9" fmla="*/ 4 h 51"/>
                <a:gd name="T10" fmla="*/ 32 w 99"/>
                <a:gd name="T11" fmla="*/ 9 h 51"/>
                <a:gd name="T12" fmla="*/ 37 w 99"/>
                <a:gd name="T13" fmla="*/ 11 h 51"/>
                <a:gd name="T14" fmla="*/ 40 w 99"/>
                <a:gd name="T15" fmla="*/ 15 h 51"/>
                <a:gd name="T16" fmla="*/ 42 w 99"/>
                <a:gd name="T17" fmla="*/ 16 h 51"/>
                <a:gd name="T18" fmla="*/ 44 w 99"/>
                <a:gd name="T19" fmla="*/ 12 h 51"/>
                <a:gd name="T20" fmla="*/ 47 w 99"/>
                <a:gd name="T21" fmla="*/ 13 h 51"/>
                <a:gd name="T22" fmla="*/ 50 w 99"/>
                <a:gd name="T23" fmla="*/ 17 h 51"/>
                <a:gd name="T24" fmla="*/ 57 w 99"/>
                <a:gd name="T25" fmla="*/ 18 h 51"/>
                <a:gd name="T26" fmla="*/ 59 w 99"/>
                <a:gd name="T27" fmla="*/ 24 h 51"/>
                <a:gd name="T28" fmla="*/ 62 w 99"/>
                <a:gd name="T29" fmla="*/ 26 h 51"/>
                <a:gd name="T30" fmla="*/ 67 w 99"/>
                <a:gd name="T31" fmla="*/ 26 h 51"/>
                <a:gd name="T32" fmla="*/ 71 w 99"/>
                <a:gd name="T33" fmla="*/ 24 h 51"/>
                <a:gd name="T34" fmla="*/ 79 w 99"/>
                <a:gd name="T35" fmla="*/ 25 h 51"/>
                <a:gd name="T36" fmla="*/ 83 w 99"/>
                <a:gd name="T37" fmla="*/ 30 h 51"/>
                <a:gd name="T38" fmla="*/ 87 w 99"/>
                <a:gd name="T39" fmla="*/ 33 h 51"/>
                <a:gd name="T40" fmla="*/ 92 w 99"/>
                <a:gd name="T41" fmla="*/ 33 h 51"/>
                <a:gd name="T42" fmla="*/ 98 w 99"/>
                <a:gd name="T43" fmla="*/ 32 h 51"/>
                <a:gd name="T44" fmla="*/ 98 w 99"/>
                <a:gd name="T45" fmla="*/ 40 h 51"/>
                <a:gd name="T46" fmla="*/ 99 w 99"/>
                <a:gd name="T47" fmla="*/ 50 h 51"/>
                <a:gd name="T48" fmla="*/ 87 w 99"/>
                <a:gd name="T49" fmla="*/ 49 h 51"/>
                <a:gd name="T50" fmla="*/ 74 w 99"/>
                <a:gd name="T51" fmla="*/ 47 h 51"/>
                <a:gd name="T52" fmla="*/ 67 w 99"/>
                <a:gd name="T53" fmla="*/ 49 h 51"/>
                <a:gd name="T54" fmla="*/ 58 w 99"/>
                <a:gd name="T55" fmla="*/ 43 h 51"/>
                <a:gd name="T56" fmla="*/ 51 w 99"/>
                <a:gd name="T57" fmla="*/ 40 h 51"/>
                <a:gd name="T58" fmla="*/ 44 w 99"/>
                <a:gd name="T59" fmla="*/ 40 h 51"/>
                <a:gd name="T60" fmla="*/ 33 w 99"/>
                <a:gd name="T61" fmla="*/ 37 h 51"/>
                <a:gd name="T62" fmla="*/ 28 w 99"/>
                <a:gd name="T63" fmla="*/ 36 h 51"/>
                <a:gd name="T64" fmla="*/ 20 w 99"/>
                <a:gd name="T65" fmla="*/ 30 h 51"/>
                <a:gd name="T66" fmla="*/ 11 w 99"/>
                <a:gd name="T67" fmla="*/ 25 h 51"/>
                <a:gd name="T68" fmla="*/ 7 w 99"/>
                <a:gd name="T69" fmla="*/ 24 h 51"/>
                <a:gd name="T70" fmla="*/ 1 w 99"/>
                <a:gd name="T71" fmla="*/ 22 h 51"/>
                <a:gd name="T72" fmla="*/ 4 w 99"/>
                <a:gd name="T73" fmla="*/ 15 h 51"/>
                <a:gd name="T74" fmla="*/ 5 w 99"/>
                <a:gd name="T75" fmla="*/ 4 h 51"/>
                <a:gd name="T76" fmla="*/ 5 w 99"/>
                <a:gd name="T7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9" h="51">
                  <a:moveTo>
                    <a:pt x="5" y="0"/>
                  </a:moveTo>
                  <a:lnTo>
                    <a:pt x="9" y="1"/>
                  </a:lnTo>
                  <a:lnTo>
                    <a:pt x="9" y="3"/>
                  </a:lnTo>
                  <a:lnTo>
                    <a:pt x="12" y="3"/>
                  </a:lnTo>
                  <a:lnTo>
                    <a:pt x="13" y="4"/>
                  </a:lnTo>
                  <a:lnTo>
                    <a:pt x="15" y="1"/>
                  </a:lnTo>
                  <a:lnTo>
                    <a:pt x="19" y="1"/>
                  </a:lnTo>
                  <a:lnTo>
                    <a:pt x="22" y="3"/>
                  </a:lnTo>
                  <a:lnTo>
                    <a:pt x="24" y="4"/>
                  </a:lnTo>
                  <a:lnTo>
                    <a:pt x="26" y="4"/>
                  </a:lnTo>
                  <a:lnTo>
                    <a:pt x="28" y="5"/>
                  </a:lnTo>
                  <a:lnTo>
                    <a:pt x="32" y="9"/>
                  </a:lnTo>
                  <a:lnTo>
                    <a:pt x="34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40" y="15"/>
                  </a:lnTo>
                  <a:lnTo>
                    <a:pt x="41" y="17"/>
                  </a:lnTo>
                  <a:lnTo>
                    <a:pt x="42" y="16"/>
                  </a:lnTo>
                  <a:lnTo>
                    <a:pt x="42" y="13"/>
                  </a:lnTo>
                  <a:lnTo>
                    <a:pt x="44" y="12"/>
                  </a:lnTo>
                  <a:lnTo>
                    <a:pt x="45" y="13"/>
                  </a:lnTo>
                  <a:lnTo>
                    <a:pt x="47" y="13"/>
                  </a:lnTo>
                  <a:lnTo>
                    <a:pt x="50" y="15"/>
                  </a:lnTo>
                  <a:lnTo>
                    <a:pt x="50" y="17"/>
                  </a:lnTo>
                  <a:lnTo>
                    <a:pt x="53" y="20"/>
                  </a:lnTo>
                  <a:lnTo>
                    <a:pt x="57" y="18"/>
                  </a:lnTo>
                  <a:lnTo>
                    <a:pt x="59" y="20"/>
                  </a:lnTo>
                  <a:lnTo>
                    <a:pt x="59" y="24"/>
                  </a:lnTo>
                  <a:lnTo>
                    <a:pt x="61" y="26"/>
                  </a:lnTo>
                  <a:lnTo>
                    <a:pt x="62" y="26"/>
                  </a:lnTo>
                  <a:lnTo>
                    <a:pt x="66" y="28"/>
                  </a:lnTo>
                  <a:lnTo>
                    <a:pt x="67" y="26"/>
                  </a:lnTo>
                  <a:lnTo>
                    <a:pt x="70" y="26"/>
                  </a:lnTo>
                  <a:lnTo>
                    <a:pt x="71" y="24"/>
                  </a:lnTo>
                  <a:lnTo>
                    <a:pt x="76" y="24"/>
                  </a:lnTo>
                  <a:lnTo>
                    <a:pt x="79" y="25"/>
                  </a:lnTo>
                  <a:lnTo>
                    <a:pt x="79" y="29"/>
                  </a:lnTo>
                  <a:lnTo>
                    <a:pt x="83" y="30"/>
                  </a:lnTo>
                  <a:lnTo>
                    <a:pt x="86" y="33"/>
                  </a:lnTo>
                  <a:lnTo>
                    <a:pt x="87" y="33"/>
                  </a:lnTo>
                  <a:lnTo>
                    <a:pt x="91" y="32"/>
                  </a:lnTo>
                  <a:lnTo>
                    <a:pt x="92" y="33"/>
                  </a:lnTo>
                  <a:lnTo>
                    <a:pt x="95" y="32"/>
                  </a:lnTo>
                  <a:lnTo>
                    <a:pt x="98" y="32"/>
                  </a:lnTo>
                  <a:lnTo>
                    <a:pt x="98" y="34"/>
                  </a:lnTo>
                  <a:lnTo>
                    <a:pt x="98" y="40"/>
                  </a:lnTo>
                  <a:lnTo>
                    <a:pt x="99" y="45"/>
                  </a:lnTo>
                  <a:lnTo>
                    <a:pt x="99" y="50"/>
                  </a:lnTo>
                  <a:lnTo>
                    <a:pt x="91" y="51"/>
                  </a:lnTo>
                  <a:lnTo>
                    <a:pt x="87" y="49"/>
                  </a:lnTo>
                  <a:lnTo>
                    <a:pt x="84" y="50"/>
                  </a:lnTo>
                  <a:lnTo>
                    <a:pt x="74" y="47"/>
                  </a:lnTo>
                  <a:lnTo>
                    <a:pt x="70" y="47"/>
                  </a:lnTo>
                  <a:lnTo>
                    <a:pt x="67" y="49"/>
                  </a:lnTo>
                  <a:lnTo>
                    <a:pt x="61" y="46"/>
                  </a:lnTo>
                  <a:lnTo>
                    <a:pt x="58" y="43"/>
                  </a:lnTo>
                  <a:lnTo>
                    <a:pt x="57" y="41"/>
                  </a:lnTo>
                  <a:lnTo>
                    <a:pt x="51" y="40"/>
                  </a:lnTo>
                  <a:lnTo>
                    <a:pt x="45" y="41"/>
                  </a:lnTo>
                  <a:lnTo>
                    <a:pt x="44" y="40"/>
                  </a:lnTo>
                  <a:lnTo>
                    <a:pt x="37" y="40"/>
                  </a:lnTo>
                  <a:lnTo>
                    <a:pt x="33" y="37"/>
                  </a:lnTo>
                  <a:lnTo>
                    <a:pt x="30" y="37"/>
                  </a:lnTo>
                  <a:lnTo>
                    <a:pt x="28" y="36"/>
                  </a:lnTo>
                  <a:lnTo>
                    <a:pt x="24" y="34"/>
                  </a:lnTo>
                  <a:lnTo>
                    <a:pt x="20" y="30"/>
                  </a:lnTo>
                  <a:lnTo>
                    <a:pt x="15" y="26"/>
                  </a:lnTo>
                  <a:lnTo>
                    <a:pt x="11" y="25"/>
                  </a:lnTo>
                  <a:lnTo>
                    <a:pt x="8" y="24"/>
                  </a:lnTo>
                  <a:lnTo>
                    <a:pt x="7" y="24"/>
                  </a:lnTo>
                  <a:lnTo>
                    <a:pt x="4" y="22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5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" name="Freeform 371">
              <a:extLst>
                <a:ext uri="{FF2B5EF4-FFF2-40B4-BE49-F238E27FC236}">
                  <a16:creationId xmlns:a16="http://schemas.microsoft.com/office/drawing/2014/main" id="{0F2377CA-C322-405E-B608-344C6F9F9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-608498" y="3676005"/>
              <a:ext cx="1505160" cy="1632101"/>
            </a:xfrm>
            <a:custGeom>
              <a:avLst/>
              <a:gdLst>
                <a:gd name="T0" fmla="*/ 129 w 166"/>
                <a:gd name="T1" fmla="*/ 2 h 180"/>
                <a:gd name="T2" fmla="*/ 126 w 166"/>
                <a:gd name="T3" fmla="*/ 12 h 180"/>
                <a:gd name="T4" fmla="*/ 138 w 166"/>
                <a:gd name="T5" fmla="*/ 18 h 180"/>
                <a:gd name="T6" fmla="*/ 139 w 166"/>
                <a:gd name="T7" fmla="*/ 28 h 180"/>
                <a:gd name="T8" fmla="*/ 139 w 166"/>
                <a:gd name="T9" fmla="*/ 38 h 180"/>
                <a:gd name="T10" fmla="*/ 150 w 166"/>
                <a:gd name="T11" fmla="*/ 54 h 180"/>
                <a:gd name="T12" fmla="*/ 162 w 166"/>
                <a:gd name="T13" fmla="*/ 58 h 180"/>
                <a:gd name="T14" fmla="*/ 162 w 166"/>
                <a:gd name="T15" fmla="*/ 64 h 180"/>
                <a:gd name="T16" fmla="*/ 154 w 166"/>
                <a:gd name="T17" fmla="*/ 71 h 180"/>
                <a:gd name="T18" fmla="*/ 153 w 166"/>
                <a:gd name="T19" fmla="*/ 85 h 180"/>
                <a:gd name="T20" fmla="*/ 149 w 166"/>
                <a:gd name="T21" fmla="*/ 96 h 180"/>
                <a:gd name="T22" fmla="*/ 141 w 166"/>
                <a:gd name="T23" fmla="*/ 108 h 180"/>
                <a:gd name="T24" fmla="*/ 124 w 166"/>
                <a:gd name="T25" fmla="*/ 122 h 180"/>
                <a:gd name="T26" fmla="*/ 114 w 166"/>
                <a:gd name="T27" fmla="*/ 121 h 180"/>
                <a:gd name="T28" fmla="*/ 107 w 166"/>
                <a:gd name="T29" fmla="*/ 130 h 180"/>
                <a:gd name="T30" fmla="*/ 105 w 166"/>
                <a:gd name="T31" fmla="*/ 138 h 180"/>
                <a:gd name="T32" fmla="*/ 113 w 166"/>
                <a:gd name="T33" fmla="*/ 142 h 180"/>
                <a:gd name="T34" fmla="*/ 120 w 166"/>
                <a:gd name="T35" fmla="*/ 153 h 180"/>
                <a:gd name="T36" fmla="*/ 125 w 166"/>
                <a:gd name="T37" fmla="*/ 166 h 180"/>
                <a:gd name="T38" fmla="*/ 121 w 166"/>
                <a:gd name="T39" fmla="*/ 171 h 180"/>
                <a:gd name="T40" fmla="*/ 117 w 166"/>
                <a:gd name="T41" fmla="*/ 170 h 180"/>
                <a:gd name="T42" fmla="*/ 101 w 166"/>
                <a:gd name="T43" fmla="*/ 171 h 180"/>
                <a:gd name="T44" fmla="*/ 96 w 166"/>
                <a:gd name="T45" fmla="*/ 180 h 180"/>
                <a:gd name="T46" fmla="*/ 87 w 166"/>
                <a:gd name="T47" fmla="*/ 178 h 180"/>
                <a:gd name="T48" fmla="*/ 82 w 166"/>
                <a:gd name="T49" fmla="*/ 175 h 180"/>
                <a:gd name="T50" fmla="*/ 82 w 166"/>
                <a:gd name="T51" fmla="*/ 168 h 180"/>
                <a:gd name="T52" fmla="*/ 74 w 166"/>
                <a:gd name="T53" fmla="*/ 164 h 180"/>
                <a:gd name="T54" fmla="*/ 74 w 166"/>
                <a:gd name="T55" fmla="*/ 160 h 180"/>
                <a:gd name="T56" fmla="*/ 64 w 166"/>
                <a:gd name="T57" fmla="*/ 156 h 180"/>
                <a:gd name="T58" fmla="*/ 58 w 166"/>
                <a:gd name="T59" fmla="*/ 156 h 180"/>
                <a:gd name="T60" fmla="*/ 49 w 166"/>
                <a:gd name="T61" fmla="*/ 160 h 180"/>
                <a:gd name="T62" fmla="*/ 42 w 166"/>
                <a:gd name="T63" fmla="*/ 158 h 180"/>
                <a:gd name="T64" fmla="*/ 37 w 166"/>
                <a:gd name="T65" fmla="*/ 156 h 180"/>
                <a:gd name="T66" fmla="*/ 33 w 166"/>
                <a:gd name="T67" fmla="*/ 159 h 180"/>
                <a:gd name="T68" fmla="*/ 25 w 166"/>
                <a:gd name="T69" fmla="*/ 160 h 180"/>
                <a:gd name="T70" fmla="*/ 18 w 166"/>
                <a:gd name="T71" fmla="*/ 162 h 180"/>
                <a:gd name="T72" fmla="*/ 16 w 166"/>
                <a:gd name="T73" fmla="*/ 158 h 180"/>
                <a:gd name="T74" fmla="*/ 16 w 166"/>
                <a:gd name="T75" fmla="*/ 146 h 180"/>
                <a:gd name="T76" fmla="*/ 28 w 166"/>
                <a:gd name="T77" fmla="*/ 139 h 180"/>
                <a:gd name="T78" fmla="*/ 29 w 166"/>
                <a:gd name="T79" fmla="*/ 133 h 180"/>
                <a:gd name="T80" fmla="*/ 25 w 166"/>
                <a:gd name="T81" fmla="*/ 125 h 180"/>
                <a:gd name="T82" fmla="*/ 18 w 166"/>
                <a:gd name="T83" fmla="*/ 118 h 180"/>
                <a:gd name="T84" fmla="*/ 8 w 166"/>
                <a:gd name="T85" fmla="*/ 112 h 180"/>
                <a:gd name="T86" fmla="*/ 16 w 166"/>
                <a:gd name="T87" fmla="*/ 105 h 180"/>
                <a:gd name="T88" fmla="*/ 39 w 166"/>
                <a:gd name="T89" fmla="*/ 103 h 180"/>
                <a:gd name="T90" fmla="*/ 58 w 166"/>
                <a:gd name="T91" fmla="*/ 101 h 180"/>
                <a:gd name="T92" fmla="*/ 62 w 166"/>
                <a:gd name="T93" fmla="*/ 92 h 180"/>
                <a:gd name="T94" fmla="*/ 64 w 166"/>
                <a:gd name="T95" fmla="*/ 83 h 180"/>
                <a:gd name="T96" fmla="*/ 70 w 166"/>
                <a:gd name="T97" fmla="*/ 79 h 180"/>
                <a:gd name="T98" fmla="*/ 79 w 166"/>
                <a:gd name="T99" fmla="*/ 71 h 180"/>
                <a:gd name="T100" fmla="*/ 87 w 166"/>
                <a:gd name="T101" fmla="*/ 71 h 180"/>
                <a:gd name="T102" fmla="*/ 93 w 166"/>
                <a:gd name="T103" fmla="*/ 68 h 180"/>
                <a:gd name="T104" fmla="*/ 93 w 166"/>
                <a:gd name="T105" fmla="*/ 58 h 180"/>
                <a:gd name="T106" fmla="*/ 100 w 166"/>
                <a:gd name="T107" fmla="*/ 50 h 180"/>
                <a:gd name="T108" fmla="*/ 96 w 166"/>
                <a:gd name="T109" fmla="*/ 41 h 180"/>
                <a:gd name="T110" fmla="*/ 111 w 166"/>
                <a:gd name="T111" fmla="*/ 35 h 180"/>
                <a:gd name="T112" fmla="*/ 113 w 166"/>
                <a:gd name="T113" fmla="*/ 17 h 180"/>
                <a:gd name="T114" fmla="*/ 114 w 166"/>
                <a:gd name="T115" fmla="*/ 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" h="180">
                  <a:moveTo>
                    <a:pt x="122" y="0"/>
                  </a:moveTo>
                  <a:lnTo>
                    <a:pt x="125" y="1"/>
                  </a:lnTo>
                  <a:lnTo>
                    <a:pt x="128" y="0"/>
                  </a:lnTo>
                  <a:lnTo>
                    <a:pt x="129" y="2"/>
                  </a:lnTo>
                  <a:lnTo>
                    <a:pt x="122" y="6"/>
                  </a:lnTo>
                  <a:lnTo>
                    <a:pt x="124" y="10"/>
                  </a:lnTo>
                  <a:lnTo>
                    <a:pt x="125" y="13"/>
                  </a:lnTo>
                  <a:lnTo>
                    <a:pt x="126" y="12"/>
                  </a:lnTo>
                  <a:lnTo>
                    <a:pt x="129" y="12"/>
                  </a:lnTo>
                  <a:lnTo>
                    <a:pt x="132" y="13"/>
                  </a:lnTo>
                  <a:lnTo>
                    <a:pt x="136" y="17"/>
                  </a:lnTo>
                  <a:lnTo>
                    <a:pt x="138" y="18"/>
                  </a:lnTo>
                  <a:lnTo>
                    <a:pt x="138" y="21"/>
                  </a:lnTo>
                  <a:lnTo>
                    <a:pt x="142" y="22"/>
                  </a:lnTo>
                  <a:lnTo>
                    <a:pt x="142" y="25"/>
                  </a:lnTo>
                  <a:lnTo>
                    <a:pt x="139" y="28"/>
                  </a:lnTo>
                  <a:lnTo>
                    <a:pt x="138" y="30"/>
                  </a:lnTo>
                  <a:lnTo>
                    <a:pt x="137" y="30"/>
                  </a:lnTo>
                  <a:lnTo>
                    <a:pt x="137" y="34"/>
                  </a:lnTo>
                  <a:lnTo>
                    <a:pt x="139" y="38"/>
                  </a:lnTo>
                  <a:lnTo>
                    <a:pt x="141" y="46"/>
                  </a:lnTo>
                  <a:lnTo>
                    <a:pt x="141" y="49"/>
                  </a:lnTo>
                  <a:lnTo>
                    <a:pt x="146" y="53"/>
                  </a:lnTo>
                  <a:lnTo>
                    <a:pt x="150" y="54"/>
                  </a:lnTo>
                  <a:lnTo>
                    <a:pt x="154" y="55"/>
                  </a:lnTo>
                  <a:lnTo>
                    <a:pt x="155" y="59"/>
                  </a:lnTo>
                  <a:lnTo>
                    <a:pt x="159" y="59"/>
                  </a:lnTo>
                  <a:lnTo>
                    <a:pt x="162" y="58"/>
                  </a:lnTo>
                  <a:lnTo>
                    <a:pt x="164" y="59"/>
                  </a:lnTo>
                  <a:lnTo>
                    <a:pt x="166" y="62"/>
                  </a:lnTo>
                  <a:lnTo>
                    <a:pt x="163" y="64"/>
                  </a:lnTo>
                  <a:lnTo>
                    <a:pt x="162" y="64"/>
                  </a:lnTo>
                  <a:lnTo>
                    <a:pt x="159" y="66"/>
                  </a:lnTo>
                  <a:lnTo>
                    <a:pt x="157" y="66"/>
                  </a:lnTo>
                  <a:lnTo>
                    <a:pt x="154" y="70"/>
                  </a:lnTo>
                  <a:lnTo>
                    <a:pt x="154" y="71"/>
                  </a:lnTo>
                  <a:lnTo>
                    <a:pt x="155" y="75"/>
                  </a:lnTo>
                  <a:lnTo>
                    <a:pt x="155" y="81"/>
                  </a:lnTo>
                  <a:lnTo>
                    <a:pt x="154" y="84"/>
                  </a:lnTo>
                  <a:lnTo>
                    <a:pt x="153" y="85"/>
                  </a:lnTo>
                  <a:lnTo>
                    <a:pt x="149" y="89"/>
                  </a:lnTo>
                  <a:lnTo>
                    <a:pt x="150" y="91"/>
                  </a:lnTo>
                  <a:lnTo>
                    <a:pt x="150" y="92"/>
                  </a:lnTo>
                  <a:lnTo>
                    <a:pt x="149" y="96"/>
                  </a:lnTo>
                  <a:lnTo>
                    <a:pt x="146" y="97"/>
                  </a:lnTo>
                  <a:lnTo>
                    <a:pt x="143" y="101"/>
                  </a:lnTo>
                  <a:lnTo>
                    <a:pt x="142" y="105"/>
                  </a:lnTo>
                  <a:lnTo>
                    <a:pt x="141" y="108"/>
                  </a:lnTo>
                  <a:lnTo>
                    <a:pt x="136" y="112"/>
                  </a:lnTo>
                  <a:lnTo>
                    <a:pt x="133" y="118"/>
                  </a:lnTo>
                  <a:lnTo>
                    <a:pt x="129" y="122"/>
                  </a:lnTo>
                  <a:lnTo>
                    <a:pt x="124" y="122"/>
                  </a:lnTo>
                  <a:lnTo>
                    <a:pt x="118" y="125"/>
                  </a:lnTo>
                  <a:lnTo>
                    <a:pt x="117" y="125"/>
                  </a:lnTo>
                  <a:lnTo>
                    <a:pt x="117" y="122"/>
                  </a:lnTo>
                  <a:lnTo>
                    <a:pt x="114" y="121"/>
                  </a:lnTo>
                  <a:lnTo>
                    <a:pt x="112" y="122"/>
                  </a:lnTo>
                  <a:lnTo>
                    <a:pt x="111" y="124"/>
                  </a:lnTo>
                  <a:lnTo>
                    <a:pt x="109" y="126"/>
                  </a:lnTo>
                  <a:lnTo>
                    <a:pt x="107" y="130"/>
                  </a:lnTo>
                  <a:lnTo>
                    <a:pt x="105" y="130"/>
                  </a:lnTo>
                  <a:lnTo>
                    <a:pt x="103" y="135"/>
                  </a:lnTo>
                  <a:lnTo>
                    <a:pt x="103" y="138"/>
                  </a:lnTo>
                  <a:lnTo>
                    <a:pt x="105" y="138"/>
                  </a:lnTo>
                  <a:lnTo>
                    <a:pt x="108" y="139"/>
                  </a:lnTo>
                  <a:lnTo>
                    <a:pt x="109" y="138"/>
                  </a:lnTo>
                  <a:lnTo>
                    <a:pt x="112" y="139"/>
                  </a:lnTo>
                  <a:lnTo>
                    <a:pt x="113" y="142"/>
                  </a:lnTo>
                  <a:lnTo>
                    <a:pt x="113" y="146"/>
                  </a:lnTo>
                  <a:lnTo>
                    <a:pt x="113" y="150"/>
                  </a:lnTo>
                  <a:lnTo>
                    <a:pt x="117" y="153"/>
                  </a:lnTo>
                  <a:lnTo>
                    <a:pt x="120" y="153"/>
                  </a:lnTo>
                  <a:lnTo>
                    <a:pt x="121" y="154"/>
                  </a:lnTo>
                  <a:lnTo>
                    <a:pt x="121" y="155"/>
                  </a:lnTo>
                  <a:lnTo>
                    <a:pt x="122" y="158"/>
                  </a:lnTo>
                  <a:lnTo>
                    <a:pt x="125" y="166"/>
                  </a:lnTo>
                  <a:lnTo>
                    <a:pt x="125" y="167"/>
                  </a:lnTo>
                  <a:lnTo>
                    <a:pt x="126" y="168"/>
                  </a:lnTo>
                  <a:lnTo>
                    <a:pt x="124" y="170"/>
                  </a:lnTo>
                  <a:lnTo>
                    <a:pt x="121" y="171"/>
                  </a:lnTo>
                  <a:lnTo>
                    <a:pt x="120" y="170"/>
                  </a:lnTo>
                  <a:lnTo>
                    <a:pt x="121" y="168"/>
                  </a:lnTo>
                  <a:lnTo>
                    <a:pt x="118" y="168"/>
                  </a:lnTo>
                  <a:lnTo>
                    <a:pt x="117" y="170"/>
                  </a:lnTo>
                  <a:lnTo>
                    <a:pt x="113" y="171"/>
                  </a:lnTo>
                  <a:lnTo>
                    <a:pt x="104" y="171"/>
                  </a:lnTo>
                  <a:lnTo>
                    <a:pt x="103" y="172"/>
                  </a:lnTo>
                  <a:lnTo>
                    <a:pt x="101" y="171"/>
                  </a:lnTo>
                  <a:lnTo>
                    <a:pt x="100" y="175"/>
                  </a:lnTo>
                  <a:lnTo>
                    <a:pt x="99" y="175"/>
                  </a:lnTo>
                  <a:lnTo>
                    <a:pt x="96" y="176"/>
                  </a:lnTo>
                  <a:lnTo>
                    <a:pt x="96" y="180"/>
                  </a:lnTo>
                  <a:lnTo>
                    <a:pt x="93" y="180"/>
                  </a:lnTo>
                  <a:lnTo>
                    <a:pt x="93" y="179"/>
                  </a:lnTo>
                  <a:lnTo>
                    <a:pt x="89" y="178"/>
                  </a:lnTo>
                  <a:lnTo>
                    <a:pt x="87" y="178"/>
                  </a:lnTo>
                  <a:lnTo>
                    <a:pt x="84" y="178"/>
                  </a:lnTo>
                  <a:lnTo>
                    <a:pt x="83" y="175"/>
                  </a:lnTo>
                  <a:lnTo>
                    <a:pt x="83" y="175"/>
                  </a:lnTo>
                  <a:lnTo>
                    <a:pt x="82" y="175"/>
                  </a:lnTo>
                  <a:lnTo>
                    <a:pt x="83" y="174"/>
                  </a:lnTo>
                  <a:lnTo>
                    <a:pt x="83" y="172"/>
                  </a:lnTo>
                  <a:lnTo>
                    <a:pt x="82" y="172"/>
                  </a:lnTo>
                  <a:lnTo>
                    <a:pt x="82" y="168"/>
                  </a:lnTo>
                  <a:lnTo>
                    <a:pt x="79" y="164"/>
                  </a:lnTo>
                  <a:lnTo>
                    <a:pt x="79" y="163"/>
                  </a:lnTo>
                  <a:lnTo>
                    <a:pt x="75" y="164"/>
                  </a:lnTo>
                  <a:lnTo>
                    <a:pt x="74" y="164"/>
                  </a:lnTo>
                  <a:lnTo>
                    <a:pt x="74" y="163"/>
                  </a:lnTo>
                  <a:lnTo>
                    <a:pt x="74" y="163"/>
                  </a:lnTo>
                  <a:lnTo>
                    <a:pt x="74" y="163"/>
                  </a:lnTo>
                  <a:lnTo>
                    <a:pt x="74" y="160"/>
                  </a:lnTo>
                  <a:lnTo>
                    <a:pt x="72" y="158"/>
                  </a:lnTo>
                  <a:lnTo>
                    <a:pt x="71" y="156"/>
                  </a:lnTo>
                  <a:lnTo>
                    <a:pt x="67" y="156"/>
                  </a:lnTo>
                  <a:lnTo>
                    <a:pt x="64" y="156"/>
                  </a:lnTo>
                  <a:lnTo>
                    <a:pt x="60" y="156"/>
                  </a:lnTo>
                  <a:lnTo>
                    <a:pt x="59" y="156"/>
                  </a:lnTo>
                  <a:lnTo>
                    <a:pt x="59" y="156"/>
                  </a:lnTo>
                  <a:lnTo>
                    <a:pt x="58" y="156"/>
                  </a:lnTo>
                  <a:lnTo>
                    <a:pt x="55" y="158"/>
                  </a:lnTo>
                  <a:lnTo>
                    <a:pt x="54" y="158"/>
                  </a:lnTo>
                  <a:lnTo>
                    <a:pt x="51" y="158"/>
                  </a:lnTo>
                  <a:lnTo>
                    <a:pt x="49" y="160"/>
                  </a:lnTo>
                  <a:lnTo>
                    <a:pt x="46" y="160"/>
                  </a:lnTo>
                  <a:lnTo>
                    <a:pt x="45" y="159"/>
                  </a:lnTo>
                  <a:lnTo>
                    <a:pt x="43" y="159"/>
                  </a:lnTo>
                  <a:lnTo>
                    <a:pt x="42" y="158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39" y="158"/>
                  </a:lnTo>
                  <a:lnTo>
                    <a:pt x="37" y="156"/>
                  </a:lnTo>
                  <a:lnTo>
                    <a:pt x="35" y="158"/>
                  </a:lnTo>
                  <a:lnTo>
                    <a:pt x="35" y="159"/>
                  </a:lnTo>
                  <a:lnTo>
                    <a:pt x="34" y="159"/>
                  </a:lnTo>
                  <a:lnTo>
                    <a:pt x="33" y="159"/>
                  </a:lnTo>
                  <a:lnTo>
                    <a:pt x="30" y="159"/>
                  </a:lnTo>
                  <a:lnTo>
                    <a:pt x="29" y="159"/>
                  </a:lnTo>
                  <a:lnTo>
                    <a:pt x="26" y="159"/>
                  </a:lnTo>
                  <a:lnTo>
                    <a:pt x="25" y="160"/>
                  </a:lnTo>
                  <a:lnTo>
                    <a:pt x="24" y="160"/>
                  </a:lnTo>
                  <a:lnTo>
                    <a:pt x="24" y="160"/>
                  </a:lnTo>
                  <a:lnTo>
                    <a:pt x="21" y="160"/>
                  </a:lnTo>
                  <a:lnTo>
                    <a:pt x="18" y="162"/>
                  </a:lnTo>
                  <a:lnTo>
                    <a:pt x="17" y="162"/>
                  </a:lnTo>
                  <a:lnTo>
                    <a:pt x="17" y="160"/>
                  </a:lnTo>
                  <a:lnTo>
                    <a:pt x="16" y="160"/>
                  </a:lnTo>
                  <a:lnTo>
                    <a:pt x="16" y="158"/>
                  </a:lnTo>
                  <a:lnTo>
                    <a:pt x="16" y="154"/>
                  </a:lnTo>
                  <a:lnTo>
                    <a:pt x="14" y="151"/>
                  </a:lnTo>
                  <a:lnTo>
                    <a:pt x="17" y="149"/>
                  </a:lnTo>
                  <a:lnTo>
                    <a:pt x="16" y="146"/>
                  </a:lnTo>
                  <a:lnTo>
                    <a:pt x="17" y="145"/>
                  </a:lnTo>
                  <a:lnTo>
                    <a:pt x="21" y="142"/>
                  </a:lnTo>
                  <a:lnTo>
                    <a:pt x="22" y="141"/>
                  </a:lnTo>
                  <a:lnTo>
                    <a:pt x="28" y="139"/>
                  </a:lnTo>
                  <a:lnTo>
                    <a:pt x="30" y="141"/>
                  </a:lnTo>
                  <a:lnTo>
                    <a:pt x="33" y="139"/>
                  </a:lnTo>
                  <a:lnTo>
                    <a:pt x="32" y="134"/>
                  </a:lnTo>
                  <a:lnTo>
                    <a:pt x="29" y="133"/>
                  </a:lnTo>
                  <a:lnTo>
                    <a:pt x="26" y="133"/>
                  </a:lnTo>
                  <a:lnTo>
                    <a:pt x="25" y="130"/>
                  </a:lnTo>
                  <a:lnTo>
                    <a:pt x="25" y="128"/>
                  </a:lnTo>
                  <a:lnTo>
                    <a:pt x="25" y="125"/>
                  </a:lnTo>
                  <a:lnTo>
                    <a:pt x="25" y="121"/>
                  </a:lnTo>
                  <a:lnTo>
                    <a:pt x="21" y="120"/>
                  </a:lnTo>
                  <a:lnTo>
                    <a:pt x="21" y="120"/>
                  </a:lnTo>
                  <a:lnTo>
                    <a:pt x="18" y="118"/>
                  </a:lnTo>
                  <a:lnTo>
                    <a:pt x="14" y="118"/>
                  </a:lnTo>
                  <a:lnTo>
                    <a:pt x="13" y="117"/>
                  </a:lnTo>
                  <a:lnTo>
                    <a:pt x="10" y="114"/>
                  </a:lnTo>
                  <a:lnTo>
                    <a:pt x="8" y="112"/>
                  </a:lnTo>
                  <a:lnTo>
                    <a:pt x="6" y="109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16" y="105"/>
                  </a:lnTo>
                  <a:lnTo>
                    <a:pt x="30" y="105"/>
                  </a:lnTo>
                  <a:lnTo>
                    <a:pt x="34" y="104"/>
                  </a:lnTo>
                  <a:lnTo>
                    <a:pt x="38" y="104"/>
                  </a:lnTo>
                  <a:lnTo>
                    <a:pt x="39" y="103"/>
                  </a:lnTo>
                  <a:lnTo>
                    <a:pt x="43" y="101"/>
                  </a:lnTo>
                  <a:lnTo>
                    <a:pt x="50" y="101"/>
                  </a:lnTo>
                  <a:lnTo>
                    <a:pt x="54" y="101"/>
                  </a:lnTo>
                  <a:lnTo>
                    <a:pt x="58" y="101"/>
                  </a:lnTo>
                  <a:lnTo>
                    <a:pt x="62" y="99"/>
                  </a:lnTo>
                  <a:lnTo>
                    <a:pt x="63" y="97"/>
                  </a:lnTo>
                  <a:lnTo>
                    <a:pt x="62" y="95"/>
                  </a:lnTo>
                  <a:lnTo>
                    <a:pt x="62" y="92"/>
                  </a:lnTo>
                  <a:lnTo>
                    <a:pt x="60" y="88"/>
                  </a:lnTo>
                  <a:lnTo>
                    <a:pt x="60" y="85"/>
                  </a:lnTo>
                  <a:lnTo>
                    <a:pt x="63" y="83"/>
                  </a:lnTo>
                  <a:lnTo>
                    <a:pt x="64" y="83"/>
                  </a:lnTo>
                  <a:lnTo>
                    <a:pt x="66" y="80"/>
                  </a:lnTo>
                  <a:lnTo>
                    <a:pt x="66" y="79"/>
                  </a:lnTo>
                  <a:lnTo>
                    <a:pt x="68" y="78"/>
                  </a:lnTo>
                  <a:lnTo>
                    <a:pt x="70" y="79"/>
                  </a:lnTo>
                  <a:lnTo>
                    <a:pt x="75" y="78"/>
                  </a:lnTo>
                  <a:lnTo>
                    <a:pt x="76" y="75"/>
                  </a:lnTo>
                  <a:lnTo>
                    <a:pt x="74" y="75"/>
                  </a:lnTo>
                  <a:lnTo>
                    <a:pt x="79" y="71"/>
                  </a:lnTo>
                  <a:lnTo>
                    <a:pt x="79" y="70"/>
                  </a:lnTo>
                  <a:lnTo>
                    <a:pt x="82" y="70"/>
                  </a:lnTo>
                  <a:lnTo>
                    <a:pt x="83" y="71"/>
                  </a:lnTo>
                  <a:lnTo>
                    <a:pt x="87" y="71"/>
                  </a:lnTo>
                  <a:lnTo>
                    <a:pt x="87" y="70"/>
                  </a:lnTo>
                  <a:lnTo>
                    <a:pt x="88" y="70"/>
                  </a:lnTo>
                  <a:lnTo>
                    <a:pt x="91" y="72"/>
                  </a:lnTo>
                  <a:lnTo>
                    <a:pt x="93" y="68"/>
                  </a:lnTo>
                  <a:lnTo>
                    <a:pt x="92" y="63"/>
                  </a:lnTo>
                  <a:lnTo>
                    <a:pt x="92" y="62"/>
                  </a:lnTo>
                  <a:lnTo>
                    <a:pt x="93" y="60"/>
                  </a:lnTo>
                  <a:lnTo>
                    <a:pt x="93" y="58"/>
                  </a:lnTo>
                  <a:lnTo>
                    <a:pt x="93" y="54"/>
                  </a:lnTo>
                  <a:lnTo>
                    <a:pt x="95" y="51"/>
                  </a:lnTo>
                  <a:lnTo>
                    <a:pt x="97" y="51"/>
                  </a:lnTo>
                  <a:lnTo>
                    <a:pt x="100" y="50"/>
                  </a:lnTo>
                  <a:lnTo>
                    <a:pt x="101" y="47"/>
                  </a:lnTo>
                  <a:lnTo>
                    <a:pt x="100" y="45"/>
                  </a:lnTo>
                  <a:lnTo>
                    <a:pt x="97" y="43"/>
                  </a:lnTo>
                  <a:lnTo>
                    <a:pt x="96" y="41"/>
                  </a:lnTo>
                  <a:lnTo>
                    <a:pt x="99" y="38"/>
                  </a:lnTo>
                  <a:lnTo>
                    <a:pt x="103" y="39"/>
                  </a:lnTo>
                  <a:lnTo>
                    <a:pt x="108" y="39"/>
                  </a:lnTo>
                  <a:lnTo>
                    <a:pt x="111" y="35"/>
                  </a:lnTo>
                  <a:lnTo>
                    <a:pt x="111" y="31"/>
                  </a:lnTo>
                  <a:lnTo>
                    <a:pt x="108" y="29"/>
                  </a:lnTo>
                  <a:lnTo>
                    <a:pt x="113" y="22"/>
                  </a:lnTo>
                  <a:lnTo>
                    <a:pt x="113" y="17"/>
                  </a:lnTo>
                  <a:lnTo>
                    <a:pt x="108" y="9"/>
                  </a:lnTo>
                  <a:lnTo>
                    <a:pt x="109" y="8"/>
                  </a:lnTo>
                  <a:lnTo>
                    <a:pt x="112" y="4"/>
                  </a:lnTo>
                  <a:lnTo>
                    <a:pt x="114" y="4"/>
                  </a:lnTo>
                  <a:lnTo>
                    <a:pt x="118" y="1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7" name="Freeform 372">
              <a:extLst>
                <a:ext uri="{FF2B5EF4-FFF2-40B4-BE49-F238E27FC236}">
                  <a16:creationId xmlns:a16="http://schemas.microsoft.com/office/drawing/2014/main" id="{8E4A6638-795D-42EB-818D-A8FB1D444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701" y="3594403"/>
              <a:ext cx="788852" cy="643776"/>
            </a:xfrm>
            <a:custGeom>
              <a:avLst/>
              <a:gdLst>
                <a:gd name="T0" fmla="*/ 33 w 87"/>
                <a:gd name="T1" fmla="*/ 0 h 71"/>
                <a:gd name="T2" fmla="*/ 37 w 87"/>
                <a:gd name="T3" fmla="*/ 5 h 71"/>
                <a:gd name="T4" fmla="*/ 45 w 87"/>
                <a:gd name="T5" fmla="*/ 15 h 71"/>
                <a:gd name="T6" fmla="*/ 48 w 87"/>
                <a:gd name="T7" fmla="*/ 19 h 71"/>
                <a:gd name="T8" fmla="*/ 53 w 87"/>
                <a:gd name="T9" fmla="*/ 22 h 71"/>
                <a:gd name="T10" fmla="*/ 61 w 87"/>
                <a:gd name="T11" fmla="*/ 22 h 71"/>
                <a:gd name="T12" fmla="*/ 66 w 87"/>
                <a:gd name="T13" fmla="*/ 26 h 71"/>
                <a:gd name="T14" fmla="*/ 71 w 87"/>
                <a:gd name="T15" fmla="*/ 34 h 71"/>
                <a:gd name="T16" fmla="*/ 78 w 87"/>
                <a:gd name="T17" fmla="*/ 39 h 71"/>
                <a:gd name="T18" fmla="*/ 81 w 87"/>
                <a:gd name="T19" fmla="*/ 48 h 71"/>
                <a:gd name="T20" fmla="*/ 86 w 87"/>
                <a:gd name="T21" fmla="*/ 55 h 71"/>
                <a:gd name="T22" fmla="*/ 87 w 87"/>
                <a:gd name="T23" fmla="*/ 64 h 71"/>
                <a:gd name="T24" fmla="*/ 86 w 87"/>
                <a:gd name="T25" fmla="*/ 64 h 71"/>
                <a:gd name="T26" fmla="*/ 81 w 87"/>
                <a:gd name="T27" fmla="*/ 68 h 71"/>
                <a:gd name="T28" fmla="*/ 73 w 87"/>
                <a:gd name="T29" fmla="*/ 65 h 71"/>
                <a:gd name="T30" fmla="*/ 68 w 87"/>
                <a:gd name="T31" fmla="*/ 60 h 71"/>
                <a:gd name="T32" fmla="*/ 58 w 87"/>
                <a:gd name="T33" fmla="*/ 58 h 71"/>
                <a:gd name="T34" fmla="*/ 54 w 87"/>
                <a:gd name="T35" fmla="*/ 60 h 71"/>
                <a:gd name="T36" fmla="*/ 48 w 87"/>
                <a:gd name="T37" fmla="*/ 64 h 71"/>
                <a:gd name="T38" fmla="*/ 44 w 87"/>
                <a:gd name="T39" fmla="*/ 71 h 71"/>
                <a:gd name="T40" fmla="*/ 40 w 87"/>
                <a:gd name="T41" fmla="*/ 67 h 71"/>
                <a:gd name="T42" fmla="*/ 33 w 87"/>
                <a:gd name="T43" fmla="*/ 68 h 71"/>
                <a:gd name="T44" fmla="*/ 28 w 87"/>
                <a:gd name="T45" fmla="*/ 63 h 71"/>
                <a:gd name="T46" fmla="*/ 19 w 87"/>
                <a:gd name="T47" fmla="*/ 58 h 71"/>
                <a:gd name="T48" fmla="*/ 17 w 87"/>
                <a:gd name="T49" fmla="*/ 47 h 71"/>
                <a:gd name="T50" fmla="*/ 15 w 87"/>
                <a:gd name="T51" fmla="*/ 39 h 71"/>
                <a:gd name="T52" fmla="*/ 17 w 87"/>
                <a:gd name="T53" fmla="*/ 37 h 71"/>
                <a:gd name="T54" fmla="*/ 20 w 87"/>
                <a:gd name="T55" fmla="*/ 31 h 71"/>
                <a:gd name="T56" fmla="*/ 16 w 87"/>
                <a:gd name="T57" fmla="*/ 27 h 71"/>
                <a:gd name="T58" fmla="*/ 10 w 87"/>
                <a:gd name="T59" fmla="*/ 22 h 71"/>
                <a:gd name="T60" fmla="*/ 4 w 87"/>
                <a:gd name="T61" fmla="*/ 21 h 71"/>
                <a:gd name="T62" fmla="*/ 2 w 87"/>
                <a:gd name="T63" fmla="*/ 19 h 71"/>
                <a:gd name="T64" fmla="*/ 7 w 87"/>
                <a:gd name="T65" fmla="*/ 11 h 71"/>
                <a:gd name="T66" fmla="*/ 15 w 87"/>
                <a:gd name="T67" fmla="*/ 8 h 71"/>
                <a:gd name="T68" fmla="*/ 21 w 87"/>
                <a:gd name="T69" fmla="*/ 1 h 71"/>
                <a:gd name="T70" fmla="*/ 23 w 87"/>
                <a:gd name="T71" fmla="*/ 1 h 71"/>
                <a:gd name="T72" fmla="*/ 27 w 87"/>
                <a:gd name="T73" fmla="*/ 2 h 71"/>
                <a:gd name="T74" fmla="*/ 31 w 87"/>
                <a:gd name="T75" fmla="*/ 1 h 71"/>
                <a:gd name="T76" fmla="*/ 32 w 87"/>
                <a:gd name="T77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7" h="71">
                  <a:moveTo>
                    <a:pt x="32" y="0"/>
                  </a:moveTo>
                  <a:lnTo>
                    <a:pt x="33" y="0"/>
                  </a:lnTo>
                  <a:lnTo>
                    <a:pt x="36" y="1"/>
                  </a:lnTo>
                  <a:lnTo>
                    <a:pt x="37" y="5"/>
                  </a:lnTo>
                  <a:lnTo>
                    <a:pt x="42" y="13"/>
                  </a:lnTo>
                  <a:lnTo>
                    <a:pt x="45" y="15"/>
                  </a:lnTo>
                  <a:lnTo>
                    <a:pt x="45" y="18"/>
                  </a:lnTo>
                  <a:lnTo>
                    <a:pt x="48" y="19"/>
                  </a:lnTo>
                  <a:lnTo>
                    <a:pt x="49" y="21"/>
                  </a:lnTo>
                  <a:lnTo>
                    <a:pt x="53" y="22"/>
                  </a:lnTo>
                  <a:lnTo>
                    <a:pt x="58" y="22"/>
                  </a:lnTo>
                  <a:lnTo>
                    <a:pt x="61" y="22"/>
                  </a:lnTo>
                  <a:lnTo>
                    <a:pt x="61" y="25"/>
                  </a:lnTo>
                  <a:lnTo>
                    <a:pt x="66" y="26"/>
                  </a:lnTo>
                  <a:lnTo>
                    <a:pt x="70" y="29"/>
                  </a:lnTo>
                  <a:lnTo>
                    <a:pt x="71" y="34"/>
                  </a:lnTo>
                  <a:lnTo>
                    <a:pt x="74" y="38"/>
                  </a:lnTo>
                  <a:lnTo>
                    <a:pt x="78" y="39"/>
                  </a:lnTo>
                  <a:lnTo>
                    <a:pt x="81" y="43"/>
                  </a:lnTo>
                  <a:lnTo>
                    <a:pt x="81" y="48"/>
                  </a:lnTo>
                  <a:lnTo>
                    <a:pt x="82" y="54"/>
                  </a:lnTo>
                  <a:lnTo>
                    <a:pt x="86" y="55"/>
                  </a:lnTo>
                  <a:lnTo>
                    <a:pt x="87" y="60"/>
                  </a:lnTo>
                  <a:lnTo>
                    <a:pt x="87" y="64"/>
                  </a:lnTo>
                  <a:lnTo>
                    <a:pt x="86" y="67"/>
                  </a:lnTo>
                  <a:lnTo>
                    <a:pt x="86" y="64"/>
                  </a:lnTo>
                  <a:lnTo>
                    <a:pt x="83" y="64"/>
                  </a:lnTo>
                  <a:lnTo>
                    <a:pt x="81" y="68"/>
                  </a:lnTo>
                  <a:lnTo>
                    <a:pt x="75" y="64"/>
                  </a:lnTo>
                  <a:lnTo>
                    <a:pt x="73" y="65"/>
                  </a:lnTo>
                  <a:lnTo>
                    <a:pt x="71" y="62"/>
                  </a:lnTo>
                  <a:lnTo>
                    <a:pt x="68" y="60"/>
                  </a:lnTo>
                  <a:lnTo>
                    <a:pt x="65" y="63"/>
                  </a:lnTo>
                  <a:lnTo>
                    <a:pt x="58" y="58"/>
                  </a:lnTo>
                  <a:lnTo>
                    <a:pt x="56" y="58"/>
                  </a:lnTo>
                  <a:lnTo>
                    <a:pt x="54" y="60"/>
                  </a:lnTo>
                  <a:lnTo>
                    <a:pt x="52" y="62"/>
                  </a:lnTo>
                  <a:lnTo>
                    <a:pt x="48" y="64"/>
                  </a:lnTo>
                  <a:lnTo>
                    <a:pt x="44" y="69"/>
                  </a:lnTo>
                  <a:lnTo>
                    <a:pt x="44" y="71"/>
                  </a:lnTo>
                  <a:lnTo>
                    <a:pt x="42" y="68"/>
                  </a:lnTo>
                  <a:lnTo>
                    <a:pt x="40" y="67"/>
                  </a:lnTo>
                  <a:lnTo>
                    <a:pt x="37" y="68"/>
                  </a:lnTo>
                  <a:lnTo>
                    <a:pt x="33" y="68"/>
                  </a:lnTo>
                  <a:lnTo>
                    <a:pt x="32" y="64"/>
                  </a:lnTo>
                  <a:lnTo>
                    <a:pt x="28" y="63"/>
                  </a:lnTo>
                  <a:lnTo>
                    <a:pt x="24" y="62"/>
                  </a:lnTo>
                  <a:lnTo>
                    <a:pt x="19" y="58"/>
                  </a:lnTo>
                  <a:lnTo>
                    <a:pt x="19" y="55"/>
                  </a:lnTo>
                  <a:lnTo>
                    <a:pt x="17" y="47"/>
                  </a:lnTo>
                  <a:lnTo>
                    <a:pt x="15" y="43"/>
                  </a:lnTo>
                  <a:lnTo>
                    <a:pt x="15" y="39"/>
                  </a:lnTo>
                  <a:lnTo>
                    <a:pt x="16" y="39"/>
                  </a:lnTo>
                  <a:lnTo>
                    <a:pt x="17" y="37"/>
                  </a:lnTo>
                  <a:lnTo>
                    <a:pt x="20" y="34"/>
                  </a:lnTo>
                  <a:lnTo>
                    <a:pt x="20" y="31"/>
                  </a:lnTo>
                  <a:lnTo>
                    <a:pt x="16" y="30"/>
                  </a:lnTo>
                  <a:lnTo>
                    <a:pt x="16" y="27"/>
                  </a:lnTo>
                  <a:lnTo>
                    <a:pt x="14" y="26"/>
                  </a:lnTo>
                  <a:lnTo>
                    <a:pt x="10" y="22"/>
                  </a:lnTo>
                  <a:lnTo>
                    <a:pt x="7" y="21"/>
                  </a:lnTo>
                  <a:lnTo>
                    <a:pt x="4" y="21"/>
                  </a:lnTo>
                  <a:lnTo>
                    <a:pt x="3" y="22"/>
                  </a:lnTo>
                  <a:lnTo>
                    <a:pt x="2" y="19"/>
                  </a:lnTo>
                  <a:lnTo>
                    <a:pt x="0" y="15"/>
                  </a:lnTo>
                  <a:lnTo>
                    <a:pt x="7" y="11"/>
                  </a:lnTo>
                  <a:lnTo>
                    <a:pt x="6" y="9"/>
                  </a:lnTo>
                  <a:lnTo>
                    <a:pt x="15" y="8"/>
                  </a:lnTo>
                  <a:lnTo>
                    <a:pt x="20" y="5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8" name="Freeform 373">
              <a:extLst>
                <a:ext uri="{FF2B5EF4-FFF2-40B4-BE49-F238E27FC236}">
                  <a16:creationId xmlns:a16="http://schemas.microsoft.com/office/drawing/2014/main" id="{9E5F02ED-A39D-4FB6-9F0A-66EBB578D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-717303" y="3449329"/>
              <a:ext cx="1432622" cy="1178738"/>
            </a:xfrm>
            <a:custGeom>
              <a:avLst/>
              <a:gdLst>
                <a:gd name="T0" fmla="*/ 113 w 158"/>
                <a:gd name="T1" fmla="*/ 1 h 130"/>
                <a:gd name="T2" fmla="*/ 116 w 158"/>
                <a:gd name="T3" fmla="*/ 6 h 130"/>
                <a:gd name="T4" fmla="*/ 119 w 158"/>
                <a:gd name="T5" fmla="*/ 10 h 130"/>
                <a:gd name="T6" fmla="*/ 120 w 158"/>
                <a:gd name="T7" fmla="*/ 21 h 130"/>
                <a:gd name="T8" fmla="*/ 124 w 158"/>
                <a:gd name="T9" fmla="*/ 26 h 130"/>
                <a:gd name="T10" fmla="*/ 129 w 158"/>
                <a:gd name="T11" fmla="*/ 24 h 130"/>
                <a:gd name="T12" fmla="*/ 136 w 158"/>
                <a:gd name="T13" fmla="*/ 17 h 130"/>
                <a:gd name="T14" fmla="*/ 146 w 158"/>
                <a:gd name="T15" fmla="*/ 12 h 130"/>
                <a:gd name="T16" fmla="*/ 151 w 158"/>
                <a:gd name="T17" fmla="*/ 12 h 130"/>
                <a:gd name="T18" fmla="*/ 154 w 158"/>
                <a:gd name="T19" fmla="*/ 17 h 130"/>
                <a:gd name="T20" fmla="*/ 149 w 158"/>
                <a:gd name="T21" fmla="*/ 24 h 130"/>
                <a:gd name="T22" fmla="*/ 130 w 158"/>
                <a:gd name="T23" fmla="*/ 26 h 130"/>
                <a:gd name="T24" fmla="*/ 121 w 158"/>
                <a:gd name="T25" fmla="*/ 33 h 130"/>
                <a:gd name="T26" fmla="*/ 125 w 158"/>
                <a:gd name="T27" fmla="*/ 47 h 130"/>
                <a:gd name="T28" fmla="*/ 123 w 158"/>
                <a:gd name="T29" fmla="*/ 60 h 130"/>
                <a:gd name="T30" fmla="*/ 111 w 158"/>
                <a:gd name="T31" fmla="*/ 63 h 130"/>
                <a:gd name="T32" fmla="*/ 112 w 158"/>
                <a:gd name="T33" fmla="*/ 70 h 130"/>
                <a:gd name="T34" fmla="*/ 109 w 158"/>
                <a:gd name="T35" fmla="*/ 76 h 130"/>
                <a:gd name="T36" fmla="*/ 105 w 158"/>
                <a:gd name="T37" fmla="*/ 83 h 130"/>
                <a:gd name="T38" fmla="*/ 104 w 158"/>
                <a:gd name="T39" fmla="*/ 88 h 130"/>
                <a:gd name="T40" fmla="*/ 100 w 158"/>
                <a:gd name="T41" fmla="*/ 95 h 130"/>
                <a:gd name="T42" fmla="*/ 95 w 158"/>
                <a:gd name="T43" fmla="*/ 96 h 130"/>
                <a:gd name="T44" fmla="*/ 91 w 158"/>
                <a:gd name="T45" fmla="*/ 96 h 130"/>
                <a:gd name="T46" fmla="*/ 87 w 158"/>
                <a:gd name="T47" fmla="*/ 103 h 130"/>
                <a:gd name="T48" fmla="*/ 78 w 158"/>
                <a:gd name="T49" fmla="*/ 104 h 130"/>
                <a:gd name="T50" fmla="*/ 75 w 158"/>
                <a:gd name="T51" fmla="*/ 108 h 130"/>
                <a:gd name="T52" fmla="*/ 74 w 158"/>
                <a:gd name="T53" fmla="*/ 117 h 130"/>
                <a:gd name="T54" fmla="*/ 74 w 158"/>
                <a:gd name="T55" fmla="*/ 124 h 130"/>
                <a:gd name="T56" fmla="*/ 62 w 158"/>
                <a:gd name="T57" fmla="*/ 126 h 130"/>
                <a:gd name="T58" fmla="*/ 50 w 158"/>
                <a:gd name="T59" fmla="*/ 129 h 130"/>
                <a:gd name="T60" fmla="*/ 28 w 158"/>
                <a:gd name="T61" fmla="*/ 130 h 130"/>
                <a:gd name="T62" fmla="*/ 22 w 158"/>
                <a:gd name="T63" fmla="*/ 112 h 130"/>
                <a:gd name="T64" fmla="*/ 18 w 158"/>
                <a:gd name="T65" fmla="*/ 100 h 130"/>
                <a:gd name="T66" fmla="*/ 7 w 158"/>
                <a:gd name="T67" fmla="*/ 93 h 130"/>
                <a:gd name="T68" fmla="*/ 3 w 158"/>
                <a:gd name="T69" fmla="*/ 80 h 130"/>
                <a:gd name="T70" fmla="*/ 7 w 158"/>
                <a:gd name="T71" fmla="*/ 72 h 130"/>
                <a:gd name="T72" fmla="*/ 1 w 158"/>
                <a:gd name="T73" fmla="*/ 66 h 130"/>
                <a:gd name="T74" fmla="*/ 1 w 158"/>
                <a:gd name="T75" fmla="*/ 60 h 130"/>
                <a:gd name="T76" fmla="*/ 5 w 158"/>
                <a:gd name="T77" fmla="*/ 55 h 130"/>
                <a:gd name="T78" fmla="*/ 5 w 158"/>
                <a:gd name="T79" fmla="*/ 51 h 130"/>
                <a:gd name="T80" fmla="*/ 5 w 158"/>
                <a:gd name="T81" fmla="*/ 45 h 130"/>
                <a:gd name="T82" fmla="*/ 9 w 158"/>
                <a:gd name="T83" fmla="*/ 45 h 130"/>
                <a:gd name="T84" fmla="*/ 15 w 158"/>
                <a:gd name="T85" fmla="*/ 45 h 130"/>
                <a:gd name="T86" fmla="*/ 20 w 158"/>
                <a:gd name="T87" fmla="*/ 49 h 130"/>
                <a:gd name="T88" fmla="*/ 25 w 158"/>
                <a:gd name="T89" fmla="*/ 47 h 130"/>
                <a:gd name="T90" fmla="*/ 29 w 158"/>
                <a:gd name="T91" fmla="*/ 43 h 130"/>
                <a:gd name="T92" fmla="*/ 37 w 158"/>
                <a:gd name="T93" fmla="*/ 38 h 130"/>
                <a:gd name="T94" fmla="*/ 41 w 158"/>
                <a:gd name="T95" fmla="*/ 35 h 130"/>
                <a:gd name="T96" fmla="*/ 45 w 158"/>
                <a:gd name="T97" fmla="*/ 26 h 130"/>
                <a:gd name="T98" fmla="*/ 44 w 158"/>
                <a:gd name="T99" fmla="*/ 21 h 130"/>
                <a:gd name="T100" fmla="*/ 49 w 158"/>
                <a:gd name="T101" fmla="*/ 18 h 130"/>
                <a:gd name="T102" fmla="*/ 57 w 158"/>
                <a:gd name="T103" fmla="*/ 16 h 130"/>
                <a:gd name="T104" fmla="*/ 62 w 158"/>
                <a:gd name="T105" fmla="*/ 17 h 130"/>
                <a:gd name="T106" fmla="*/ 70 w 158"/>
                <a:gd name="T107" fmla="*/ 20 h 130"/>
                <a:gd name="T108" fmla="*/ 76 w 158"/>
                <a:gd name="T109" fmla="*/ 18 h 130"/>
                <a:gd name="T110" fmla="*/ 84 w 158"/>
                <a:gd name="T111" fmla="*/ 21 h 130"/>
                <a:gd name="T112" fmla="*/ 90 w 158"/>
                <a:gd name="T113" fmla="*/ 18 h 130"/>
                <a:gd name="T114" fmla="*/ 94 w 158"/>
                <a:gd name="T115" fmla="*/ 20 h 130"/>
                <a:gd name="T116" fmla="*/ 96 w 158"/>
                <a:gd name="T117" fmla="*/ 17 h 130"/>
                <a:gd name="T118" fmla="*/ 100 w 158"/>
                <a:gd name="T119" fmla="*/ 13 h 130"/>
                <a:gd name="T120" fmla="*/ 104 w 158"/>
                <a:gd name="T121" fmla="*/ 14 h 130"/>
                <a:gd name="T122" fmla="*/ 105 w 158"/>
                <a:gd name="T123" fmla="*/ 6 h 130"/>
                <a:gd name="T124" fmla="*/ 109 w 158"/>
                <a:gd name="T12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8" h="130">
                  <a:moveTo>
                    <a:pt x="109" y="0"/>
                  </a:moveTo>
                  <a:lnTo>
                    <a:pt x="112" y="0"/>
                  </a:lnTo>
                  <a:lnTo>
                    <a:pt x="113" y="1"/>
                  </a:lnTo>
                  <a:lnTo>
                    <a:pt x="116" y="2"/>
                  </a:lnTo>
                  <a:lnTo>
                    <a:pt x="116" y="4"/>
                  </a:lnTo>
                  <a:lnTo>
                    <a:pt x="116" y="6"/>
                  </a:lnTo>
                  <a:lnTo>
                    <a:pt x="116" y="9"/>
                  </a:lnTo>
                  <a:lnTo>
                    <a:pt x="119" y="9"/>
                  </a:lnTo>
                  <a:lnTo>
                    <a:pt x="119" y="10"/>
                  </a:lnTo>
                  <a:lnTo>
                    <a:pt x="119" y="14"/>
                  </a:lnTo>
                  <a:lnTo>
                    <a:pt x="119" y="17"/>
                  </a:lnTo>
                  <a:lnTo>
                    <a:pt x="120" y="21"/>
                  </a:lnTo>
                  <a:lnTo>
                    <a:pt x="121" y="24"/>
                  </a:lnTo>
                  <a:lnTo>
                    <a:pt x="121" y="25"/>
                  </a:lnTo>
                  <a:lnTo>
                    <a:pt x="124" y="26"/>
                  </a:lnTo>
                  <a:lnTo>
                    <a:pt x="126" y="26"/>
                  </a:lnTo>
                  <a:lnTo>
                    <a:pt x="128" y="25"/>
                  </a:lnTo>
                  <a:lnTo>
                    <a:pt x="129" y="24"/>
                  </a:lnTo>
                  <a:lnTo>
                    <a:pt x="133" y="21"/>
                  </a:lnTo>
                  <a:lnTo>
                    <a:pt x="134" y="20"/>
                  </a:lnTo>
                  <a:lnTo>
                    <a:pt x="136" y="17"/>
                  </a:lnTo>
                  <a:lnTo>
                    <a:pt x="137" y="16"/>
                  </a:lnTo>
                  <a:lnTo>
                    <a:pt x="142" y="13"/>
                  </a:lnTo>
                  <a:lnTo>
                    <a:pt x="146" y="12"/>
                  </a:lnTo>
                  <a:lnTo>
                    <a:pt x="146" y="14"/>
                  </a:lnTo>
                  <a:lnTo>
                    <a:pt x="150" y="14"/>
                  </a:lnTo>
                  <a:lnTo>
                    <a:pt x="151" y="12"/>
                  </a:lnTo>
                  <a:lnTo>
                    <a:pt x="157" y="12"/>
                  </a:lnTo>
                  <a:lnTo>
                    <a:pt x="158" y="14"/>
                  </a:lnTo>
                  <a:lnTo>
                    <a:pt x="154" y="17"/>
                  </a:lnTo>
                  <a:lnTo>
                    <a:pt x="155" y="17"/>
                  </a:lnTo>
                  <a:lnTo>
                    <a:pt x="154" y="21"/>
                  </a:lnTo>
                  <a:lnTo>
                    <a:pt x="149" y="24"/>
                  </a:lnTo>
                  <a:lnTo>
                    <a:pt x="137" y="26"/>
                  </a:lnTo>
                  <a:lnTo>
                    <a:pt x="134" y="25"/>
                  </a:lnTo>
                  <a:lnTo>
                    <a:pt x="130" y="26"/>
                  </a:lnTo>
                  <a:lnTo>
                    <a:pt x="126" y="29"/>
                  </a:lnTo>
                  <a:lnTo>
                    <a:pt x="124" y="29"/>
                  </a:lnTo>
                  <a:lnTo>
                    <a:pt x="121" y="33"/>
                  </a:lnTo>
                  <a:lnTo>
                    <a:pt x="120" y="34"/>
                  </a:lnTo>
                  <a:lnTo>
                    <a:pt x="125" y="42"/>
                  </a:lnTo>
                  <a:lnTo>
                    <a:pt x="125" y="47"/>
                  </a:lnTo>
                  <a:lnTo>
                    <a:pt x="120" y="54"/>
                  </a:lnTo>
                  <a:lnTo>
                    <a:pt x="123" y="56"/>
                  </a:lnTo>
                  <a:lnTo>
                    <a:pt x="123" y="60"/>
                  </a:lnTo>
                  <a:lnTo>
                    <a:pt x="120" y="64"/>
                  </a:lnTo>
                  <a:lnTo>
                    <a:pt x="115" y="64"/>
                  </a:lnTo>
                  <a:lnTo>
                    <a:pt x="111" y="63"/>
                  </a:lnTo>
                  <a:lnTo>
                    <a:pt x="108" y="66"/>
                  </a:lnTo>
                  <a:lnTo>
                    <a:pt x="109" y="68"/>
                  </a:lnTo>
                  <a:lnTo>
                    <a:pt x="112" y="70"/>
                  </a:lnTo>
                  <a:lnTo>
                    <a:pt x="113" y="72"/>
                  </a:lnTo>
                  <a:lnTo>
                    <a:pt x="112" y="75"/>
                  </a:lnTo>
                  <a:lnTo>
                    <a:pt x="109" y="76"/>
                  </a:lnTo>
                  <a:lnTo>
                    <a:pt x="107" y="76"/>
                  </a:lnTo>
                  <a:lnTo>
                    <a:pt x="105" y="79"/>
                  </a:lnTo>
                  <a:lnTo>
                    <a:pt x="105" y="83"/>
                  </a:lnTo>
                  <a:lnTo>
                    <a:pt x="105" y="85"/>
                  </a:lnTo>
                  <a:lnTo>
                    <a:pt x="104" y="87"/>
                  </a:lnTo>
                  <a:lnTo>
                    <a:pt x="104" y="88"/>
                  </a:lnTo>
                  <a:lnTo>
                    <a:pt x="105" y="93"/>
                  </a:lnTo>
                  <a:lnTo>
                    <a:pt x="103" y="97"/>
                  </a:lnTo>
                  <a:lnTo>
                    <a:pt x="100" y="95"/>
                  </a:lnTo>
                  <a:lnTo>
                    <a:pt x="99" y="95"/>
                  </a:lnTo>
                  <a:lnTo>
                    <a:pt x="99" y="96"/>
                  </a:lnTo>
                  <a:lnTo>
                    <a:pt x="95" y="96"/>
                  </a:lnTo>
                  <a:lnTo>
                    <a:pt x="94" y="95"/>
                  </a:lnTo>
                  <a:lnTo>
                    <a:pt x="91" y="95"/>
                  </a:lnTo>
                  <a:lnTo>
                    <a:pt x="91" y="96"/>
                  </a:lnTo>
                  <a:lnTo>
                    <a:pt x="86" y="100"/>
                  </a:lnTo>
                  <a:lnTo>
                    <a:pt x="88" y="100"/>
                  </a:lnTo>
                  <a:lnTo>
                    <a:pt x="87" y="103"/>
                  </a:lnTo>
                  <a:lnTo>
                    <a:pt x="82" y="104"/>
                  </a:lnTo>
                  <a:lnTo>
                    <a:pt x="80" y="103"/>
                  </a:lnTo>
                  <a:lnTo>
                    <a:pt x="78" y="104"/>
                  </a:lnTo>
                  <a:lnTo>
                    <a:pt x="78" y="105"/>
                  </a:lnTo>
                  <a:lnTo>
                    <a:pt x="76" y="108"/>
                  </a:lnTo>
                  <a:lnTo>
                    <a:pt x="75" y="108"/>
                  </a:lnTo>
                  <a:lnTo>
                    <a:pt x="72" y="110"/>
                  </a:lnTo>
                  <a:lnTo>
                    <a:pt x="72" y="113"/>
                  </a:lnTo>
                  <a:lnTo>
                    <a:pt x="74" y="117"/>
                  </a:lnTo>
                  <a:lnTo>
                    <a:pt x="74" y="120"/>
                  </a:lnTo>
                  <a:lnTo>
                    <a:pt x="75" y="122"/>
                  </a:lnTo>
                  <a:lnTo>
                    <a:pt x="74" y="124"/>
                  </a:lnTo>
                  <a:lnTo>
                    <a:pt x="70" y="126"/>
                  </a:lnTo>
                  <a:lnTo>
                    <a:pt x="66" y="126"/>
                  </a:lnTo>
                  <a:lnTo>
                    <a:pt x="62" y="126"/>
                  </a:lnTo>
                  <a:lnTo>
                    <a:pt x="55" y="126"/>
                  </a:lnTo>
                  <a:lnTo>
                    <a:pt x="51" y="128"/>
                  </a:lnTo>
                  <a:lnTo>
                    <a:pt x="50" y="129"/>
                  </a:lnTo>
                  <a:lnTo>
                    <a:pt x="46" y="129"/>
                  </a:lnTo>
                  <a:lnTo>
                    <a:pt x="42" y="130"/>
                  </a:lnTo>
                  <a:lnTo>
                    <a:pt x="28" y="130"/>
                  </a:lnTo>
                  <a:lnTo>
                    <a:pt x="12" y="126"/>
                  </a:lnTo>
                  <a:lnTo>
                    <a:pt x="21" y="114"/>
                  </a:lnTo>
                  <a:lnTo>
                    <a:pt x="22" y="112"/>
                  </a:lnTo>
                  <a:lnTo>
                    <a:pt x="21" y="108"/>
                  </a:lnTo>
                  <a:lnTo>
                    <a:pt x="21" y="104"/>
                  </a:lnTo>
                  <a:lnTo>
                    <a:pt x="18" y="100"/>
                  </a:lnTo>
                  <a:lnTo>
                    <a:pt x="9" y="100"/>
                  </a:lnTo>
                  <a:lnTo>
                    <a:pt x="8" y="96"/>
                  </a:lnTo>
                  <a:lnTo>
                    <a:pt x="7" y="93"/>
                  </a:lnTo>
                  <a:lnTo>
                    <a:pt x="8" y="92"/>
                  </a:lnTo>
                  <a:lnTo>
                    <a:pt x="7" y="87"/>
                  </a:lnTo>
                  <a:lnTo>
                    <a:pt x="3" y="80"/>
                  </a:lnTo>
                  <a:lnTo>
                    <a:pt x="4" y="78"/>
                  </a:lnTo>
                  <a:lnTo>
                    <a:pt x="8" y="72"/>
                  </a:lnTo>
                  <a:lnTo>
                    <a:pt x="7" y="72"/>
                  </a:lnTo>
                  <a:lnTo>
                    <a:pt x="3" y="72"/>
                  </a:lnTo>
                  <a:lnTo>
                    <a:pt x="3" y="70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3" y="62"/>
                  </a:lnTo>
                  <a:lnTo>
                    <a:pt x="1" y="60"/>
                  </a:lnTo>
                  <a:lnTo>
                    <a:pt x="0" y="58"/>
                  </a:lnTo>
                  <a:lnTo>
                    <a:pt x="3" y="58"/>
                  </a:lnTo>
                  <a:lnTo>
                    <a:pt x="5" y="55"/>
                  </a:lnTo>
                  <a:lnTo>
                    <a:pt x="5" y="54"/>
                  </a:lnTo>
                  <a:lnTo>
                    <a:pt x="7" y="54"/>
                  </a:lnTo>
                  <a:lnTo>
                    <a:pt x="5" y="51"/>
                  </a:lnTo>
                  <a:lnTo>
                    <a:pt x="5" y="50"/>
                  </a:lnTo>
                  <a:lnTo>
                    <a:pt x="5" y="49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7" y="45"/>
                  </a:lnTo>
                  <a:lnTo>
                    <a:pt x="9" y="45"/>
                  </a:lnTo>
                  <a:lnTo>
                    <a:pt x="11" y="46"/>
                  </a:lnTo>
                  <a:lnTo>
                    <a:pt x="13" y="46"/>
                  </a:lnTo>
                  <a:lnTo>
                    <a:pt x="15" y="45"/>
                  </a:lnTo>
                  <a:lnTo>
                    <a:pt x="17" y="45"/>
                  </a:lnTo>
                  <a:lnTo>
                    <a:pt x="20" y="47"/>
                  </a:lnTo>
                  <a:lnTo>
                    <a:pt x="20" y="49"/>
                  </a:lnTo>
                  <a:lnTo>
                    <a:pt x="21" y="50"/>
                  </a:lnTo>
                  <a:lnTo>
                    <a:pt x="22" y="49"/>
                  </a:lnTo>
                  <a:lnTo>
                    <a:pt x="25" y="47"/>
                  </a:lnTo>
                  <a:lnTo>
                    <a:pt x="28" y="46"/>
                  </a:lnTo>
                  <a:lnTo>
                    <a:pt x="28" y="45"/>
                  </a:lnTo>
                  <a:lnTo>
                    <a:pt x="29" y="43"/>
                  </a:lnTo>
                  <a:lnTo>
                    <a:pt x="29" y="41"/>
                  </a:lnTo>
                  <a:lnTo>
                    <a:pt x="33" y="38"/>
                  </a:lnTo>
                  <a:lnTo>
                    <a:pt x="37" y="38"/>
                  </a:lnTo>
                  <a:lnTo>
                    <a:pt x="37" y="37"/>
                  </a:lnTo>
                  <a:lnTo>
                    <a:pt x="40" y="35"/>
                  </a:lnTo>
                  <a:lnTo>
                    <a:pt x="41" y="35"/>
                  </a:lnTo>
                  <a:lnTo>
                    <a:pt x="42" y="31"/>
                  </a:lnTo>
                  <a:lnTo>
                    <a:pt x="42" y="29"/>
                  </a:lnTo>
                  <a:lnTo>
                    <a:pt x="45" y="26"/>
                  </a:lnTo>
                  <a:lnTo>
                    <a:pt x="45" y="24"/>
                  </a:lnTo>
                  <a:lnTo>
                    <a:pt x="44" y="22"/>
                  </a:lnTo>
                  <a:lnTo>
                    <a:pt x="44" y="21"/>
                  </a:lnTo>
                  <a:lnTo>
                    <a:pt x="45" y="21"/>
                  </a:lnTo>
                  <a:lnTo>
                    <a:pt x="46" y="20"/>
                  </a:lnTo>
                  <a:lnTo>
                    <a:pt x="49" y="18"/>
                  </a:lnTo>
                  <a:lnTo>
                    <a:pt x="50" y="20"/>
                  </a:lnTo>
                  <a:lnTo>
                    <a:pt x="54" y="17"/>
                  </a:lnTo>
                  <a:lnTo>
                    <a:pt x="57" y="16"/>
                  </a:lnTo>
                  <a:lnTo>
                    <a:pt x="59" y="17"/>
                  </a:lnTo>
                  <a:lnTo>
                    <a:pt x="62" y="17"/>
                  </a:lnTo>
                  <a:lnTo>
                    <a:pt x="62" y="17"/>
                  </a:lnTo>
                  <a:lnTo>
                    <a:pt x="66" y="16"/>
                  </a:lnTo>
                  <a:lnTo>
                    <a:pt x="69" y="17"/>
                  </a:lnTo>
                  <a:lnTo>
                    <a:pt x="70" y="20"/>
                  </a:lnTo>
                  <a:lnTo>
                    <a:pt x="72" y="20"/>
                  </a:lnTo>
                  <a:lnTo>
                    <a:pt x="74" y="18"/>
                  </a:lnTo>
                  <a:lnTo>
                    <a:pt x="76" y="18"/>
                  </a:lnTo>
                  <a:lnTo>
                    <a:pt x="79" y="21"/>
                  </a:lnTo>
                  <a:lnTo>
                    <a:pt x="80" y="22"/>
                  </a:lnTo>
                  <a:lnTo>
                    <a:pt x="84" y="21"/>
                  </a:lnTo>
                  <a:lnTo>
                    <a:pt x="87" y="20"/>
                  </a:lnTo>
                  <a:lnTo>
                    <a:pt x="88" y="18"/>
                  </a:lnTo>
                  <a:lnTo>
                    <a:pt x="90" y="18"/>
                  </a:lnTo>
                  <a:lnTo>
                    <a:pt x="91" y="17"/>
                  </a:lnTo>
                  <a:lnTo>
                    <a:pt x="92" y="17"/>
                  </a:lnTo>
                  <a:lnTo>
                    <a:pt x="94" y="20"/>
                  </a:lnTo>
                  <a:lnTo>
                    <a:pt x="97" y="20"/>
                  </a:lnTo>
                  <a:lnTo>
                    <a:pt x="97" y="17"/>
                  </a:lnTo>
                  <a:lnTo>
                    <a:pt x="96" y="17"/>
                  </a:lnTo>
                  <a:lnTo>
                    <a:pt x="96" y="14"/>
                  </a:lnTo>
                  <a:lnTo>
                    <a:pt x="99" y="14"/>
                  </a:lnTo>
                  <a:lnTo>
                    <a:pt x="100" y="13"/>
                  </a:lnTo>
                  <a:lnTo>
                    <a:pt x="101" y="13"/>
                  </a:lnTo>
                  <a:lnTo>
                    <a:pt x="101" y="14"/>
                  </a:lnTo>
                  <a:lnTo>
                    <a:pt x="104" y="14"/>
                  </a:lnTo>
                  <a:lnTo>
                    <a:pt x="105" y="12"/>
                  </a:lnTo>
                  <a:lnTo>
                    <a:pt x="105" y="8"/>
                  </a:lnTo>
                  <a:lnTo>
                    <a:pt x="105" y="6"/>
                  </a:lnTo>
                  <a:lnTo>
                    <a:pt x="107" y="5"/>
                  </a:lnTo>
                  <a:lnTo>
                    <a:pt x="108" y="1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5646A7B4-92F2-41F8-ACCF-27F1A333CBCC}"/>
              </a:ext>
            </a:extLst>
          </p:cNvPr>
          <p:cNvSpPr/>
          <p:nvPr/>
        </p:nvSpPr>
        <p:spPr>
          <a:xfrm>
            <a:off x="4979159" y="2695771"/>
            <a:ext cx="3433278" cy="2681986"/>
          </a:xfrm>
          <a:custGeom>
            <a:avLst/>
            <a:gdLst>
              <a:gd name="connsiteX0" fmla="*/ 117941 w 3422794"/>
              <a:gd name="connsiteY0" fmla="*/ 2691612 h 2691612"/>
              <a:gd name="connsiteX1" fmla="*/ 145101 w 3422794"/>
              <a:gd name="connsiteY1" fmla="*/ 2573917 h 2691612"/>
              <a:gd name="connsiteX2" fmla="*/ 45513 w 3422794"/>
              <a:gd name="connsiteY2" fmla="*/ 2420008 h 2691612"/>
              <a:gd name="connsiteX3" fmla="*/ 987074 w 3422794"/>
              <a:gd name="connsiteY3" fmla="*/ 1913014 h 2691612"/>
              <a:gd name="connsiteX4" fmla="*/ 1394480 w 3422794"/>
              <a:gd name="connsiteY4" fmla="*/ 1333593 h 2691612"/>
              <a:gd name="connsiteX5" fmla="*/ 1448800 w 3422794"/>
              <a:gd name="connsiteY5" fmla="*/ 1080096 h 2691612"/>
              <a:gd name="connsiteX6" fmla="*/ 2064436 w 3422794"/>
              <a:gd name="connsiteY6" fmla="*/ 880919 h 2691612"/>
              <a:gd name="connsiteX7" fmla="*/ 2553323 w 3422794"/>
              <a:gd name="connsiteY7" fmla="*/ 373925 h 2691612"/>
              <a:gd name="connsiteX8" fmla="*/ 3087478 w 3422794"/>
              <a:gd name="connsiteY8" fmla="*/ 84214 h 2691612"/>
              <a:gd name="connsiteX9" fmla="*/ 3422456 w 3422794"/>
              <a:gd name="connsiteY9" fmla="*/ 20840 h 2691612"/>
              <a:gd name="connsiteX10" fmla="*/ 3150852 w 3422794"/>
              <a:gd name="connsiteY10" fmla="*/ 401086 h 2691612"/>
              <a:gd name="connsiteX11" fmla="*/ 3168959 w 3422794"/>
              <a:gd name="connsiteY11" fmla="*/ 183803 h 2691612"/>
              <a:gd name="connsiteX12" fmla="*/ 2951676 w 3422794"/>
              <a:gd name="connsiteY12" fmla="*/ 220016 h 2691612"/>
              <a:gd name="connsiteX13" fmla="*/ 2879248 w 3422794"/>
              <a:gd name="connsiteY13" fmla="*/ 346765 h 2691612"/>
              <a:gd name="connsiteX14" fmla="*/ 2969783 w 3422794"/>
              <a:gd name="connsiteY14" fmla="*/ 545941 h 2691612"/>
              <a:gd name="connsiteX0" fmla="*/ 117941 w 3327704"/>
              <a:gd name="connsiteY0" fmla="*/ 2972166 h 2972166"/>
              <a:gd name="connsiteX1" fmla="*/ 145101 w 3327704"/>
              <a:gd name="connsiteY1" fmla="*/ 2854471 h 2972166"/>
              <a:gd name="connsiteX2" fmla="*/ 45513 w 3327704"/>
              <a:gd name="connsiteY2" fmla="*/ 2700562 h 2972166"/>
              <a:gd name="connsiteX3" fmla="*/ 987074 w 3327704"/>
              <a:gd name="connsiteY3" fmla="*/ 2193568 h 2972166"/>
              <a:gd name="connsiteX4" fmla="*/ 1394480 w 3327704"/>
              <a:gd name="connsiteY4" fmla="*/ 1614147 h 2972166"/>
              <a:gd name="connsiteX5" fmla="*/ 1448800 w 3327704"/>
              <a:gd name="connsiteY5" fmla="*/ 1360650 h 2972166"/>
              <a:gd name="connsiteX6" fmla="*/ 2064436 w 3327704"/>
              <a:gd name="connsiteY6" fmla="*/ 1161473 h 2972166"/>
              <a:gd name="connsiteX7" fmla="*/ 2553323 w 3327704"/>
              <a:gd name="connsiteY7" fmla="*/ 654479 h 2972166"/>
              <a:gd name="connsiteX8" fmla="*/ 3087478 w 3327704"/>
              <a:gd name="connsiteY8" fmla="*/ 364768 h 2972166"/>
              <a:gd name="connsiteX9" fmla="*/ 3327206 w 3327704"/>
              <a:gd name="connsiteY9" fmla="*/ 6119 h 2972166"/>
              <a:gd name="connsiteX10" fmla="*/ 3150852 w 3327704"/>
              <a:gd name="connsiteY10" fmla="*/ 681640 h 2972166"/>
              <a:gd name="connsiteX11" fmla="*/ 3168959 w 3327704"/>
              <a:gd name="connsiteY11" fmla="*/ 464357 h 2972166"/>
              <a:gd name="connsiteX12" fmla="*/ 2951676 w 3327704"/>
              <a:gd name="connsiteY12" fmla="*/ 500570 h 2972166"/>
              <a:gd name="connsiteX13" fmla="*/ 2879248 w 3327704"/>
              <a:gd name="connsiteY13" fmla="*/ 627319 h 2972166"/>
              <a:gd name="connsiteX14" fmla="*/ 2969783 w 3327704"/>
              <a:gd name="connsiteY14" fmla="*/ 826495 h 2972166"/>
              <a:gd name="connsiteX0" fmla="*/ 117941 w 4170764"/>
              <a:gd name="connsiteY0" fmla="*/ 2966059 h 2966059"/>
              <a:gd name="connsiteX1" fmla="*/ 145101 w 4170764"/>
              <a:gd name="connsiteY1" fmla="*/ 2848364 h 2966059"/>
              <a:gd name="connsiteX2" fmla="*/ 45513 w 4170764"/>
              <a:gd name="connsiteY2" fmla="*/ 2694455 h 2966059"/>
              <a:gd name="connsiteX3" fmla="*/ 987074 w 4170764"/>
              <a:gd name="connsiteY3" fmla="*/ 2187461 h 2966059"/>
              <a:gd name="connsiteX4" fmla="*/ 1394480 w 4170764"/>
              <a:gd name="connsiteY4" fmla="*/ 1608040 h 2966059"/>
              <a:gd name="connsiteX5" fmla="*/ 1448800 w 4170764"/>
              <a:gd name="connsiteY5" fmla="*/ 1354543 h 2966059"/>
              <a:gd name="connsiteX6" fmla="*/ 2064436 w 4170764"/>
              <a:gd name="connsiteY6" fmla="*/ 1155366 h 2966059"/>
              <a:gd name="connsiteX7" fmla="*/ 2553323 w 4170764"/>
              <a:gd name="connsiteY7" fmla="*/ 648372 h 2966059"/>
              <a:gd name="connsiteX8" fmla="*/ 3087478 w 4170764"/>
              <a:gd name="connsiteY8" fmla="*/ 358661 h 2966059"/>
              <a:gd name="connsiteX9" fmla="*/ 3327206 w 4170764"/>
              <a:gd name="connsiteY9" fmla="*/ 12 h 2966059"/>
              <a:gd name="connsiteX10" fmla="*/ 4170027 w 4170764"/>
              <a:gd name="connsiteY10" fmla="*/ 370733 h 2966059"/>
              <a:gd name="connsiteX11" fmla="*/ 3168959 w 4170764"/>
              <a:gd name="connsiteY11" fmla="*/ 458250 h 2966059"/>
              <a:gd name="connsiteX12" fmla="*/ 2951676 w 4170764"/>
              <a:gd name="connsiteY12" fmla="*/ 494463 h 2966059"/>
              <a:gd name="connsiteX13" fmla="*/ 2879248 w 4170764"/>
              <a:gd name="connsiteY13" fmla="*/ 621212 h 2966059"/>
              <a:gd name="connsiteX14" fmla="*/ 2969783 w 4170764"/>
              <a:gd name="connsiteY14" fmla="*/ 820388 h 2966059"/>
              <a:gd name="connsiteX0" fmla="*/ 117941 w 5022864"/>
              <a:gd name="connsiteY0" fmla="*/ 2966059 h 2966059"/>
              <a:gd name="connsiteX1" fmla="*/ 145101 w 5022864"/>
              <a:gd name="connsiteY1" fmla="*/ 2848364 h 2966059"/>
              <a:gd name="connsiteX2" fmla="*/ 45513 w 5022864"/>
              <a:gd name="connsiteY2" fmla="*/ 2694455 h 2966059"/>
              <a:gd name="connsiteX3" fmla="*/ 987074 w 5022864"/>
              <a:gd name="connsiteY3" fmla="*/ 2187461 h 2966059"/>
              <a:gd name="connsiteX4" fmla="*/ 1394480 w 5022864"/>
              <a:gd name="connsiteY4" fmla="*/ 1608040 h 2966059"/>
              <a:gd name="connsiteX5" fmla="*/ 1448800 w 5022864"/>
              <a:gd name="connsiteY5" fmla="*/ 1354543 h 2966059"/>
              <a:gd name="connsiteX6" fmla="*/ 2064436 w 5022864"/>
              <a:gd name="connsiteY6" fmla="*/ 1155366 h 2966059"/>
              <a:gd name="connsiteX7" fmla="*/ 2553323 w 5022864"/>
              <a:gd name="connsiteY7" fmla="*/ 648372 h 2966059"/>
              <a:gd name="connsiteX8" fmla="*/ 3087478 w 5022864"/>
              <a:gd name="connsiteY8" fmla="*/ 358661 h 2966059"/>
              <a:gd name="connsiteX9" fmla="*/ 3327206 w 5022864"/>
              <a:gd name="connsiteY9" fmla="*/ 12 h 2966059"/>
              <a:gd name="connsiteX10" fmla="*/ 4170027 w 5022864"/>
              <a:gd name="connsiteY10" fmla="*/ 370733 h 2966059"/>
              <a:gd name="connsiteX11" fmla="*/ 4988234 w 5022864"/>
              <a:gd name="connsiteY11" fmla="*/ 648750 h 2966059"/>
              <a:gd name="connsiteX12" fmla="*/ 2951676 w 5022864"/>
              <a:gd name="connsiteY12" fmla="*/ 494463 h 2966059"/>
              <a:gd name="connsiteX13" fmla="*/ 2879248 w 5022864"/>
              <a:gd name="connsiteY13" fmla="*/ 621212 h 2966059"/>
              <a:gd name="connsiteX14" fmla="*/ 2969783 w 5022864"/>
              <a:gd name="connsiteY14" fmla="*/ 820388 h 2966059"/>
              <a:gd name="connsiteX0" fmla="*/ 117941 w 5581289"/>
              <a:gd name="connsiteY0" fmla="*/ 2966059 h 2966059"/>
              <a:gd name="connsiteX1" fmla="*/ 145101 w 5581289"/>
              <a:gd name="connsiteY1" fmla="*/ 2848364 h 2966059"/>
              <a:gd name="connsiteX2" fmla="*/ 45513 w 5581289"/>
              <a:gd name="connsiteY2" fmla="*/ 2694455 h 2966059"/>
              <a:gd name="connsiteX3" fmla="*/ 987074 w 5581289"/>
              <a:gd name="connsiteY3" fmla="*/ 2187461 h 2966059"/>
              <a:gd name="connsiteX4" fmla="*/ 1394480 w 5581289"/>
              <a:gd name="connsiteY4" fmla="*/ 1608040 h 2966059"/>
              <a:gd name="connsiteX5" fmla="*/ 1448800 w 5581289"/>
              <a:gd name="connsiteY5" fmla="*/ 1354543 h 2966059"/>
              <a:gd name="connsiteX6" fmla="*/ 2064436 w 5581289"/>
              <a:gd name="connsiteY6" fmla="*/ 1155366 h 2966059"/>
              <a:gd name="connsiteX7" fmla="*/ 2553323 w 5581289"/>
              <a:gd name="connsiteY7" fmla="*/ 648372 h 2966059"/>
              <a:gd name="connsiteX8" fmla="*/ 3087478 w 5581289"/>
              <a:gd name="connsiteY8" fmla="*/ 358661 h 2966059"/>
              <a:gd name="connsiteX9" fmla="*/ 3327206 w 5581289"/>
              <a:gd name="connsiteY9" fmla="*/ 12 h 2966059"/>
              <a:gd name="connsiteX10" fmla="*/ 4170027 w 5581289"/>
              <a:gd name="connsiteY10" fmla="*/ 370733 h 2966059"/>
              <a:gd name="connsiteX11" fmla="*/ 4988234 w 5581289"/>
              <a:gd name="connsiteY11" fmla="*/ 648750 h 2966059"/>
              <a:gd name="connsiteX12" fmla="*/ 5475801 w 5581289"/>
              <a:gd name="connsiteY12" fmla="*/ 1713663 h 2966059"/>
              <a:gd name="connsiteX13" fmla="*/ 2879248 w 5581289"/>
              <a:gd name="connsiteY13" fmla="*/ 621212 h 2966059"/>
              <a:gd name="connsiteX14" fmla="*/ 2969783 w 5581289"/>
              <a:gd name="connsiteY14" fmla="*/ 820388 h 2966059"/>
              <a:gd name="connsiteX0" fmla="*/ 117941 w 5475931"/>
              <a:gd name="connsiteY0" fmla="*/ 2966059 h 2966059"/>
              <a:gd name="connsiteX1" fmla="*/ 145101 w 5475931"/>
              <a:gd name="connsiteY1" fmla="*/ 2848364 h 2966059"/>
              <a:gd name="connsiteX2" fmla="*/ 45513 w 5475931"/>
              <a:gd name="connsiteY2" fmla="*/ 2694455 h 2966059"/>
              <a:gd name="connsiteX3" fmla="*/ 987074 w 5475931"/>
              <a:gd name="connsiteY3" fmla="*/ 2187461 h 2966059"/>
              <a:gd name="connsiteX4" fmla="*/ 1394480 w 5475931"/>
              <a:gd name="connsiteY4" fmla="*/ 1608040 h 2966059"/>
              <a:gd name="connsiteX5" fmla="*/ 1448800 w 5475931"/>
              <a:gd name="connsiteY5" fmla="*/ 1354543 h 2966059"/>
              <a:gd name="connsiteX6" fmla="*/ 2064436 w 5475931"/>
              <a:gd name="connsiteY6" fmla="*/ 1155366 h 2966059"/>
              <a:gd name="connsiteX7" fmla="*/ 2553323 w 5475931"/>
              <a:gd name="connsiteY7" fmla="*/ 648372 h 2966059"/>
              <a:gd name="connsiteX8" fmla="*/ 3087478 w 5475931"/>
              <a:gd name="connsiteY8" fmla="*/ 358661 h 2966059"/>
              <a:gd name="connsiteX9" fmla="*/ 3327206 w 5475931"/>
              <a:gd name="connsiteY9" fmla="*/ 12 h 2966059"/>
              <a:gd name="connsiteX10" fmla="*/ 4170027 w 5475931"/>
              <a:gd name="connsiteY10" fmla="*/ 370733 h 2966059"/>
              <a:gd name="connsiteX11" fmla="*/ 4988234 w 5475931"/>
              <a:gd name="connsiteY11" fmla="*/ 648750 h 2966059"/>
              <a:gd name="connsiteX12" fmla="*/ 5475801 w 5475931"/>
              <a:gd name="connsiteY12" fmla="*/ 1713663 h 2966059"/>
              <a:gd name="connsiteX13" fmla="*/ 5041423 w 5475931"/>
              <a:gd name="connsiteY13" fmla="*/ 2392862 h 2966059"/>
              <a:gd name="connsiteX14" fmla="*/ 2969783 w 5475931"/>
              <a:gd name="connsiteY14" fmla="*/ 820388 h 2966059"/>
              <a:gd name="connsiteX0" fmla="*/ 117941 w 5475931"/>
              <a:gd name="connsiteY0" fmla="*/ 2966059 h 2966059"/>
              <a:gd name="connsiteX1" fmla="*/ 145101 w 5475931"/>
              <a:gd name="connsiteY1" fmla="*/ 2848364 h 2966059"/>
              <a:gd name="connsiteX2" fmla="*/ 45513 w 5475931"/>
              <a:gd name="connsiteY2" fmla="*/ 2694455 h 2966059"/>
              <a:gd name="connsiteX3" fmla="*/ 987074 w 5475931"/>
              <a:gd name="connsiteY3" fmla="*/ 2187461 h 2966059"/>
              <a:gd name="connsiteX4" fmla="*/ 1394480 w 5475931"/>
              <a:gd name="connsiteY4" fmla="*/ 1608040 h 2966059"/>
              <a:gd name="connsiteX5" fmla="*/ 1448800 w 5475931"/>
              <a:gd name="connsiteY5" fmla="*/ 1354543 h 2966059"/>
              <a:gd name="connsiteX6" fmla="*/ 2064436 w 5475931"/>
              <a:gd name="connsiteY6" fmla="*/ 1155366 h 2966059"/>
              <a:gd name="connsiteX7" fmla="*/ 2553323 w 5475931"/>
              <a:gd name="connsiteY7" fmla="*/ 648372 h 2966059"/>
              <a:gd name="connsiteX8" fmla="*/ 3087478 w 5475931"/>
              <a:gd name="connsiteY8" fmla="*/ 358661 h 2966059"/>
              <a:gd name="connsiteX9" fmla="*/ 3327206 w 5475931"/>
              <a:gd name="connsiteY9" fmla="*/ 12 h 2966059"/>
              <a:gd name="connsiteX10" fmla="*/ 4170027 w 5475931"/>
              <a:gd name="connsiteY10" fmla="*/ 370733 h 2966059"/>
              <a:gd name="connsiteX11" fmla="*/ 4988234 w 5475931"/>
              <a:gd name="connsiteY11" fmla="*/ 648750 h 2966059"/>
              <a:gd name="connsiteX12" fmla="*/ 5475801 w 5475931"/>
              <a:gd name="connsiteY12" fmla="*/ 1713663 h 2966059"/>
              <a:gd name="connsiteX13" fmla="*/ 5041423 w 5475931"/>
              <a:gd name="connsiteY13" fmla="*/ 2392862 h 2966059"/>
              <a:gd name="connsiteX14" fmla="*/ 4188983 w 5475931"/>
              <a:gd name="connsiteY14" fmla="*/ 2773013 h 2966059"/>
              <a:gd name="connsiteX0" fmla="*/ 117941 w 5475931"/>
              <a:gd name="connsiteY0" fmla="*/ 3023207 h 3023207"/>
              <a:gd name="connsiteX1" fmla="*/ 145101 w 5475931"/>
              <a:gd name="connsiteY1" fmla="*/ 2905512 h 3023207"/>
              <a:gd name="connsiteX2" fmla="*/ 45513 w 5475931"/>
              <a:gd name="connsiteY2" fmla="*/ 2751603 h 3023207"/>
              <a:gd name="connsiteX3" fmla="*/ 987074 w 5475931"/>
              <a:gd name="connsiteY3" fmla="*/ 2244609 h 3023207"/>
              <a:gd name="connsiteX4" fmla="*/ 1394480 w 5475931"/>
              <a:gd name="connsiteY4" fmla="*/ 1665188 h 3023207"/>
              <a:gd name="connsiteX5" fmla="*/ 1448800 w 5475931"/>
              <a:gd name="connsiteY5" fmla="*/ 1411691 h 3023207"/>
              <a:gd name="connsiteX6" fmla="*/ 2064436 w 5475931"/>
              <a:gd name="connsiteY6" fmla="*/ 1212514 h 3023207"/>
              <a:gd name="connsiteX7" fmla="*/ 2553323 w 5475931"/>
              <a:gd name="connsiteY7" fmla="*/ 705520 h 3023207"/>
              <a:gd name="connsiteX8" fmla="*/ 3087478 w 5475931"/>
              <a:gd name="connsiteY8" fmla="*/ 415809 h 3023207"/>
              <a:gd name="connsiteX9" fmla="*/ 3365306 w 5475931"/>
              <a:gd name="connsiteY9" fmla="*/ 10 h 3023207"/>
              <a:gd name="connsiteX10" fmla="*/ 4170027 w 5475931"/>
              <a:gd name="connsiteY10" fmla="*/ 427881 h 3023207"/>
              <a:gd name="connsiteX11" fmla="*/ 4988234 w 5475931"/>
              <a:gd name="connsiteY11" fmla="*/ 705898 h 3023207"/>
              <a:gd name="connsiteX12" fmla="*/ 5475801 w 5475931"/>
              <a:gd name="connsiteY12" fmla="*/ 1770811 h 3023207"/>
              <a:gd name="connsiteX13" fmla="*/ 5041423 w 5475931"/>
              <a:gd name="connsiteY13" fmla="*/ 2450010 h 3023207"/>
              <a:gd name="connsiteX14" fmla="*/ 4188983 w 5475931"/>
              <a:gd name="connsiteY14" fmla="*/ 2830161 h 3023207"/>
              <a:gd name="connsiteX0" fmla="*/ 117941 w 5475931"/>
              <a:gd name="connsiteY0" fmla="*/ 3031280 h 3031280"/>
              <a:gd name="connsiteX1" fmla="*/ 145101 w 5475931"/>
              <a:gd name="connsiteY1" fmla="*/ 2913585 h 3031280"/>
              <a:gd name="connsiteX2" fmla="*/ 45513 w 5475931"/>
              <a:gd name="connsiteY2" fmla="*/ 2759676 h 3031280"/>
              <a:gd name="connsiteX3" fmla="*/ 987074 w 5475931"/>
              <a:gd name="connsiteY3" fmla="*/ 2252682 h 3031280"/>
              <a:gd name="connsiteX4" fmla="*/ 1394480 w 5475931"/>
              <a:gd name="connsiteY4" fmla="*/ 1673261 h 3031280"/>
              <a:gd name="connsiteX5" fmla="*/ 1448800 w 5475931"/>
              <a:gd name="connsiteY5" fmla="*/ 1419764 h 3031280"/>
              <a:gd name="connsiteX6" fmla="*/ 2064436 w 5475931"/>
              <a:gd name="connsiteY6" fmla="*/ 1220587 h 3031280"/>
              <a:gd name="connsiteX7" fmla="*/ 2553323 w 5475931"/>
              <a:gd name="connsiteY7" fmla="*/ 713593 h 3031280"/>
              <a:gd name="connsiteX8" fmla="*/ 2963653 w 5475931"/>
              <a:gd name="connsiteY8" fmla="*/ 842982 h 3031280"/>
              <a:gd name="connsiteX9" fmla="*/ 3365306 w 5475931"/>
              <a:gd name="connsiteY9" fmla="*/ 8083 h 3031280"/>
              <a:gd name="connsiteX10" fmla="*/ 4170027 w 5475931"/>
              <a:gd name="connsiteY10" fmla="*/ 435954 h 3031280"/>
              <a:gd name="connsiteX11" fmla="*/ 4988234 w 5475931"/>
              <a:gd name="connsiteY11" fmla="*/ 713971 h 3031280"/>
              <a:gd name="connsiteX12" fmla="*/ 5475801 w 5475931"/>
              <a:gd name="connsiteY12" fmla="*/ 1778884 h 3031280"/>
              <a:gd name="connsiteX13" fmla="*/ 5041423 w 5475931"/>
              <a:gd name="connsiteY13" fmla="*/ 2458083 h 3031280"/>
              <a:gd name="connsiteX14" fmla="*/ 4188983 w 5475931"/>
              <a:gd name="connsiteY14" fmla="*/ 2838234 h 3031280"/>
              <a:gd name="connsiteX0" fmla="*/ 117941 w 5475931"/>
              <a:gd name="connsiteY0" fmla="*/ 2679994 h 2679994"/>
              <a:gd name="connsiteX1" fmla="*/ 145101 w 5475931"/>
              <a:gd name="connsiteY1" fmla="*/ 2562299 h 2679994"/>
              <a:gd name="connsiteX2" fmla="*/ 45513 w 5475931"/>
              <a:gd name="connsiteY2" fmla="*/ 2408390 h 2679994"/>
              <a:gd name="connsiteX3" fmla="*/ 987074 w 5475931"/>
              <a:gd name="connsiteY3" fmla="*/ 1901396 h 2679994"/>
              <a:gd name="connsiteX4" fmla="*/ 1394480 w 5475931"/>
              <a:gd name="connsiteY4" fmla="*/ 1321975 h 2679994"/>
              <a:gd name="connsiteX5" fmla="*/ 1448800 w 5475931"/>
              <a:gd name="connsiteY5" fmla="*/ 1068478 h 2679994"/>
              <a:gd name="connsiteX6" fmla="*/ 2064436 w 5475931"/>
              <a:gd name="connsiteY6" fmla="*/ 869301 h 2679994"/>
              <a:gd name="connsiteX7" fmla="*/ 2553323 w 5475931"/>
              <a:gd name="connsiteY7" fmla="*/ 362307 h 2679994"/>
              <a:gd name="connsiteX8" fmla="*/ 2963653 w 5475931"/>
              <a:gd name="connsiteY8" fmla="*/ 491696 h 2679994"/>
              <a:gd name="connsiteX9" fmla="*/ 3022406 w 5475931"/>
              <a:gd name="connsiteY9" fmla="*/ 28272 h 2679994"/>
              <a:gd name="connsiteX10" fmla="*/ 4170027 w 5475931"/>
              <a:gd name="connsiteY10" fmla="*/ 84668 h 2679994"/>
              <a:gd name="connsiteX11" fmla="*/ 4988234 w 5475931"/>
              <a:gd name="connsiteY11" fmla="*/ 362685 h 2679994"/>
              <a:gd name="connsiteX12" fmla="*/ 5475801 w 5475931"/>
              <a:gd name="connsiteY12" fmla="*/ 1427598 h 2679994"/>
              <a:gd name="connsiteX13" fmla="*/ 5041423 w 5475931"/>
              <a:gd name="connsiteY13" fmla="*/ 2106797 h 2679994"/>
              <a:gd name="connsiteX14" fmla="*/ 4188983 w 5475931"/>
              <a:gd name="connsiteY14" fmla="*/ 2486948 h 2679994"/>
              <a:gd name="connsiteX0" fmla="*/ 117941 w 5475931"/>
              <a:gd name="connsiteY0" fmla="*/ 2687884 h 2687884"/>
              <a:gd name="connsiteX1" fmla="*/ 145101 w 5475931"/>
              <a:gd name="connsiteY1" fmla="*/ 2570189 h 2687884"/>
              <a:gd name="connsiteX2" fmla="*/ 45513 w 5475931"/>
              <a:gd name="connsiteY2" fmla="*/ 2416280 h 2687884"/>
              <a:gd name="connsiteX3" fmla="*/ 987074 w 5475931"/>
              <a:gd name="connsiteY3" fmla="*/ 1909286 h 2687884"/>
              <a:gd name="connsiteX4" fmla="*/ 1394480 w 5475931"/>
              <a:gd name="connsiteY4" fmla="*/ 1329865 h 2687884"/>
              <a:gd name="connsiteX5" fmla="*/ 1448800 w 5475931"/>
              <a:gd name="connsiteY5" fmla="*/ 1076368 h 2687884"/>
              <a:gd name="connsiteX6" fmla="*/ 2064436 w 5475931"/>
              <a:gd name="connsiteY6" fmla="*/ 877191 h 2687884"/>
              <a:gd name="connsiteX7" fmla="*/ 2553323 w 5475931"/>
              <a:gd name="connsiteY7" fmla="*/ 370197 h 2687884"/>
              <a:gd name="connsiteX8" fmla="*/ 2963653 w 5475931"/>
              <a:gd name="connsiteY8" fmla="*/ 499586 h 2687884"/>
              <a:gd name="connsiteX9" fmla="*/ 3012881 w 5475931"/>
              <a:gd name="connsiteY9" fmla="*/ 26637 h 2687884"/>
              <a:gd name="connsiteX10" fmla="*/ 4170027 w 5475931"/>
              <a:gd name="connsiteY10" fmla="*/ 92558 h 2687884"/>
              <a:gd name="connsiteX11" fmla="*/ 4988234 w 5475931"/>
              <a:gd name="connsiteY11" fmla="*/ 370575 h 2687884"/>
              <a:gd name="connsiteX12" fmla="*/ 5475801 w 5475931"/>
              <a:gd name="connsiteY12" fmla="*/ 1435488 h 2687884"/>
              <a:gd name="connsiteX13" fmla="*/ 5041423 w 5475931"/>
              <a:gd name="connsiteY13" fmla="*/ 2114687 h 2687884"/>
              <a:gd name="connsiteX14" fmla="*/ 4188983 w 5475931"/>
              <a:gd name="connsiteY14" fmla="*/ 2494838 h 2687884"/>
              <a:gd name="connsiteX0" fmla="*/ 117941 w 5475931"/>
              <a:gd name="connsiteY0" fmla="*/ 2664828 h 2664828"/>
              <a:gd name="connsiteX1" fmla="*/ 145101 w 5475931"/>
              <a:gd name="connsiteY1" fmla="*/ 2547133 h 2664828"/>
              <a:gd name="connsiteX2" fmla="*/ 45513 w 5475931"/>
              <a:gd name="connsiteY2" fmla="*/ 2393224 h 2664828"/>
              <a:gd name="connsiteX3" fmla="*/ 987074 w 5475931"/>
              <a:gd name="connsiteY3" fmla="*/ 1886230 h 2664828"/>
              <a:gd name="connsiteX4" fmla="*/ 1394480 w 5475931"/>
              <a:gd name="connsiteY4" fmla="*/ 1306809 h 2664828"/>
              <a:gd name="connsiteX5" fmla="*/ 1448800 w 5475931"/>
              <a:gd name="connsiteY5" fmla="*/ 1053312 h 2664828"/>
              <a:gd name="connsiteX6" fmla="*/ 2064436 w 5475931"/>
              <a:gd name="connsiteY6" fmla="*/ 854135 h 2664828"/>
              <a:gd name="connsiteX7" fmla="*/ 2553323 w 5475931"/>
              <a:gd name="connsiteY7" fmla="*/ 347141 h 2664828"/>
              <a:gd name="connsiteX8" fmla="*/ 2963653 w 5475931"/>
              <a:gd name="connsiteY8" fmla="*/ 476530 h 2664828"/>
              <a:gd name="connsiteX9" fmla="*/ 3079556 w 5475931"/>
              <a:gd name="connsiteY9" fmla="*/ 32156 h 2664828"/>
              <a:gd name="connsiteX10" fmla="*/ 4170027 w 5475931"/>
              <a:gd name="connsiteY10" fmla="*/ 69502 h 2664828"/>
              <a:gd name="connsiteX11" fmla="*/ 4988234 w 5475931"/>
              <a:gd name="connsiteY11" fmla="*/ 347519 h 2664828"/>
              <a:gd name="connsiteX12" fmla="*/ 5475801 w 5475931"/>
              <a:gd name="connsiteY12" fmla="*/ 1412432 h 2664828"/>
              <a:gd name="connsiteX13" fmla="*/ 5041423 w 5475931"/>
              <a:gd name="connsiteY13" fmla="*/ 2091631 h 2664828"/>
              <a:gd name="connsiteX14" fmla="*/ 4188983 w 5475931"/>
              <a:gd name="connsiteY14" fmla="*/ 2471782 h 2664828"/>
              <a:gd name="connsiteX0" fmla="*/ 117941 w 5475931"/>
              <a:gd name="connsiteY0" fmla="*/ 2710495 h 2710495"/>
              <a:gd name="connsiteX1" fmla="*/ 145101 w 5475931"/>
              <a:gd name="connsiteY1" fmla="*/ 2592800 h 2710495"/>
              <a:gd name="connsiteX2" fmla="*/ 45513 w 5475931"/>
              <a:gd name="connsiteY2" fmla="*/ 2438891 h 2710495"/>
              <a:gd name="connsiteX3" fmla="*/ 987074 w 5475931"/>
              <a:gd name="connsiteY3" fmla="*/ 1931897 h 2710495"/>
              <a:gd name="connsiteX4" fmla="*/ 1394480 w 5475931"/>
              <a:gd name="connsiteY4" fmla="*/ 1352476 h 2710495"/>
              <a:gd name="connsiteX5" fmla="*/ 1448800 w 5475931"/>
              <a:gd name="connsiteY5" fmla="*/ 1098979 h 2710495"/>
              <a:gd name="connsiteX6" fmla="*/ 2064436 w 5475931"/>
              <a:gd name="connsiteY6" fmla="*/ 899802 h 2710495"/>
              <a:gd name="connsiteX7" fmla="*/ 2553323 w 5475931"/>
              <a:gd name="connsiteY7" fmla="*/ 392808 h 2710495"/>
              <a:gd name="connsiteX8" fmla="*/ 2963653 w 5475931"/>
              <a:gd name="connsiteY8" fmla="*/ 522197 h 2710495"/>
              <a:gd name="connsiteX9" fmla="*/ 3079556 w 5475931"/>
              <a:gd name="connsiteY9" fmla="*/ 77823 h 2710495"/>
              <a:gd name="connsiteX10" fmla="*/ 3417552 w 5475931"/>
              <a:gd name="connsiteY10" fmla="*/ 29444 h 2710495"/>
              <a:gd name="connsiteX11" fmla="*/ 4988234 w 5475931"/>
              <a:gd name="connsiteY11" fmla="*/ 393186 h 2710495"/>
              <a:gd name="connsiteX12" fmla="*/ 5475801 w 5475931"/>
              <a:gd name="connsiteY12" fmla="*/ 1458099 h 2710495"/>
              <a:gd name="connsiteX13" fmla="*/ 5041423 w 5475931"/>
              <a:gd name="connsiteY13" fmla="*/ 2137298 h 2710495"/>
              <a:gd name="connsiteX14" fmla="*/ 4188983 w 5475931"/>
              <a:gd name="connsiteY14" fmla="*/ 2517449 h 2710495"/>
              <a:gd name="connsiteX0" fmla="*/ 117941 w 5552411"/>
              <a:gd name="connsiteY0" fmla="*/ 2712588 h 2712588"/>
              <a:gd name="connsiteX1" fmla="*/ 145101 w 5552411"/>
              <a:gd name="connsiteY1" fmla="*/ 2594893 h 2712588"/>
              <a:gd name="connsiteX2" fmla="*/ 45513 w 5552411"/>
              <a:gd name="connsiteY2" fmla="*/ 2440984 h 2712588"/>
              <a:gd name="connsiteX3" fmla="*/ 987074 w 5552411"/>
              <a:gd name="connsiteY3" fmla="*/ 1933990 h 2712588"/>
              <a:gd name="connsiteX4" fmla="*/ 1394480 w 5552411"/>
              <a:gd name="connsiteY4" fmla="*/ 1354569 h 2712588"/>
              <a:gd name="connsiteX5" fmla="*/ 1448800 w 5552411"/>
              <a:gd name="connsiteY5" fmla="*/ 1101072 h 2712588"/>
              <a:gd name="connsiteX6" fmla="*/ 2064436 w 5552411"/>
              <a:gd name="connsiteY6" fmla="*/ 901895 h 2712588"/>
              <a:gd name="connsiteX7" fmla="*/ 2553323 w 5552411"/>
              <a:gd name="connsiteY7" fmla="*/ 394901 h 2712588"/>
              <a:gd name="connsiteX8" fmla="*/ 2963653 w 5552411"/>
              <a:gd name="connsiteY8" fmla="*/ 524290 h 2712588"/>
              <a:gd name="connsiteX9" fmla="*/ 3079556 w 5552411"/>
              <a:gd name="connsiteY9" fmla="*/ 79916 h 2712588"/>
              <a:gd name="connsiteX10" fmla="*/ 3417552 w 5552411"/>
              <a:gd name="connsiteY10" fmla="*/ 31537 h 2712588"/>
              <a:gd name="connsiteX11" fmla="*/ 3159434 w 5552411"/>
              <a:gd name="connsiteY11" fmla="*/ 423854 h 2712588"/>
              <a:gd name="connsiteX12" fmla="*/ 5475801 w 5552411"/>
              <a:gd name="connsiteY12" fmla="*/ 1460192 h 2712588"/>
              <a:gd name="connsiteX13" fmla="*/ 5041423 w 5552411"/>
              <a:gd name="connsiteY13" fmla="*/ 2139391 h 2712588"/>
              <a:gd name="connsiteX14" fmla="*/ 4188983 w 5552411"/>
              <a:gd name="connsiteY14" fmla="*/ 2519542 h 2712588"/>
              <a:gd name="connsiteX0" fmla="*/ 117941 w 5041430"/>
              <a:gd name="connsiteY0" fmla="*/ 2712588 h 2712588"/>
              <a:gd name="connsiteX1" fmla="*/ 145101 w 5041430"/>
              <a:gd name="connsiteY1" fmla="*/ 2594893 h 2712588"/>
              <a:gd name="connsiteX2" fmla="*/ 45513 w 5041430"/>
              <a:gd name="connsiteY2" fmla="*/ 2440984 h 2712588"/>
              <a:gd name="connsiteX3" fmla="*/ 987074 w 5041430"/>
              <a:gd name="connsiteY3" fmla="*/ 1933990 h 2712588"/>
              <a:gd name="connsiteX4" fmla="*/ 1394480 w 5041430"/>
              <a:gd name="connsiteY4" fmla="*/ 1354569 h 2712588"/>
              <a:gd name="connsiteX5" fmla="*/ 1448800 w 5041430"/>
              <a:gd name="connsiteY5" fmla="*/ 1101072 h 2712588"/>
              <a:gd name="connsiteX6" fmla="*/ 2064436 w 5041430"/>
              <a:gd name="connsiteY6" fmla="*/ 901895 h 2712588"/>
              <a:gd name="connsiteX7" fmla="*/ 2553323 w 5041430"/>
              <a:gd name="connsiteY7" fmla="*/ 394901 h 2712588"/>
              <a:gd name="connsiteX8" fmla="*/ 2963653 w 5041430"/>
              <a:gd name="connsiteY8" fmla="*/ 524290 h 2712588"/>
              <a:gd name="connsiteX9" fmla="*/ 3079556 w 5041430"/>
              <a:gd name="connsiteY9" fmla="*/ 79916 h 2712588"/>
              <a:gd name="connsiteX10" fmla="*/ 3417552 w 5041430"/>
              <a:gd name="connsiteY10" fmla="*/ 31537 h 2712588"/>
              <a:gd name="connsiteX11" fmla="*/ 3159434 w 5041430"/>
              <a:gd name="connsiteY11" fmla="*/ 423854 h 2712588"/>
              <a:gd name="connsiteX12" fmla="*/ 5041423 w 5041430"/>
              <a:gd name="connsiteY12" fmla="*/ 2139391 h 2712588"/>
              <a:gd name="connsiteX13" fmla="*/ 4188983 w 5041430"/>
              <a:gd name="connsiteY13" fmla="*/ 2519542 h 2712588"/>
              <a:gd name="connsiteX0" fmla="*/ 117941 w 4188983"/>
              <a:gd name="connsiteY0" fmla="*/ 2712588 h 2712588"/>
              <a:gd name="connsiteX1" fmla="*/ 145101 w 4188983"/>
              <a:gd name="connsiteY1" fmla="*/ 2594893 h 2712588"/>
              <a:gd name="connsiteX2" fmla="*/ 45513 w 4188983"/>
              <a:gd name="connsiteY2" fmla="*/ 2440984 h 2712588"/>
              <a:gd name="connsiteX3" fmla="*/ 987074 w 4188983"/>
              <a:gd name="connsiteY3" fmla="*/ 1933990 h 2712588"/>
              <a:gd name="connsiteX4" fmla="*/ 1394480 w 4188983"/>
              <a:gd name="connsiteY4" fmla="*/ 1354569 h 2712588"/>
              <a:gd name="connsiteX5" fmla="*/ 1448800 w 4188983"/>
              <a:gd name="connsiteY5" fmla="*/ 1101072 h 2712588"/>
              <a:gd name="connsiteX6" fmla="*/ 2064436 w 4188983"/>
              <a:gd name="connsiteY6" fmla="*/ 901895 h 2712588"/>
              <a:gd name="connsiteX7" fmla="*/ 2553323 w 4188983"/>
              <a:gd name="connsiteY7" fmla="*/ 394901 h 2712588"/>
              <a:gd name="connsiteX8" fmla="*/ 2963653 w 4188983"/>
              <a:gd name="connsiteY8" fmla="*/ 524290 h 2712588"/>
              <a:gd name="connsiteX9" fmla="*/ 3079556 w 4188983"/>
              <a:gd name="connsiteY9" fmla="*/ 79916 h 2712588"/>
              <a:gd name="connsiteX10" fmla="*/ 3417552 w 4188983"/>
              <a:gd name="connsiteY10" fmla="*/ 31537 h 2712588"/>
              <a:gd name="connsiteX11" fmla="*/ 3159434 w 4188983"/>
              <a:gd name="connsiteY11" fmla="*/ 423854 h 2712588"/>
              <a:gd name="connsiteX12" fmla="*/ 4188983 w 4188983"/>
              <a:gd name="connsiteY12" fmla="*/ 2519542 h 2712588"/>
              <a:gd name="connsiteX0" fmla="*/ 117941 w 3417877"/>
              <a:gd name="connsiteY0" fmla="*/ 2712588 h 2712588"/>
              <a:gd name="connsiteX1" fmla="*/ 145101 w 3417877"/>
              <a:gd name="connsiteY1" fmla="*/ 2594893 h 2712588"/>
              <a:gd name="connsiteX2" fmla="*/ 45513 w 3417877"/>
              <a:gd name="connsiteY2" fmla="*/ 2440984 h 2712588"/>
              <a:gd name="connsiteX3" fmla="*/ 987074 w 3417877"/>
              <a:gd name="connsiteY3" fmla="*/ 1933990 h 2712588"/>
              <a:gd name="connsiteX4" fmla="*/ 1394480 w 3417877"/>
              <a:gd name="connsiteY4" fmla="*/ 1354569 h 2712588"/>
              <a:gd name="connsiteX5" fmla="*/ 1448800 w 3417877"/>
              <a:gd name="connsiteY5" fmla="*/ 1101072 h 2712588"/>
              <a:gd name="connsiteX6" fmla="*/ 2064436 w 3417877"/>
              <a:gd name="connsiteY6" fmla="*/ 901895 h 2712588"/>
              <a:gd name="connsiteX7" fmla="*/ 2553323 w 3417877"/>
              <a:gd name="connsiteY7" fmla="*/ 394901 h 2712588"/>
              <a:gd name="connsiteX8" fmla="*/ 2963653 w 3417877"/>
              <a:gd name="connsiteY8" fmla="*/ 524290 h 2712588"/>
              <a:gd name="connsiteX9" fmla="*/ 3079556 w 3417877"/>
              <a:gd name="connsiteY9" fmla="*/ 79916 h 2712588"/>
              <a:gd name="connsiteX10" fmla="*/ 3417552 w 3417877"/>
              <a:gd name="connsiteY10" fmla="*/ 31537 h 2712588"/>
              <a:gd name="connsiteX11" fmla="*/ 3159434 w 3417877"/>
              <a:gd name="connsiteY11" fmla="*/ 423854 h 2712588"/>
              <a:gd name="connsiteX0" fmla="*/ 117941 w 3418690"/>
              <a:gd name="connsiteY0" fmla="*/ 2697761 h 2697761"/>
              <a:gd name="connsiteX1" fmla="*/ 145101 w 3418690"/>
              <a:gd name="connsiteY1" fmla="*/ 2580066 h 2697761"/>
              <a:gd name="connsiteX2" fmla="*/ 45513 w 3418690"/>
              <a:gd name="connsiteY2" fmla="*/ 2426157 h 2697761"/>
              <a:gd name="connsiteX3" fmla="*/ 987074 w 3418690"/>
              <a:gd name="connsiteY3" fmla="*/ 1919163 h 2697761"/>
              <a:gd name="connsiteX4" fmla="*/ 1394480 w 3418690"/>
              <a:gd name="connsiteY4" fmla="*/ 1339742 h 2697761"/>
              <a:gd name="connsiteX5" fmla="*/ 1448800 w 3418690"/>
              <a:gd name="connsiteY5" fmla="*/ 1086245 h 2697761"/>
              <a:gd name="connsiteX6" fmla="*/ 2064436 w 3418690"/>
              <a:gd name="connsiteY6" fmla="*/ 887068 h 2697761"/>
              <a:gd name="connsiteX7" fmla="*/ 2553323 w 3418690"/>
              <a:gd name="connsiteY7" fmla="*/ 380074 h 2697761"/>
              <a:gd name="connsiteX8" fmla="*/ 2963653 w 3418690"/>
              <a:gd name="connsiteY8" fmla="*/ 509463 h 2697761"/>
              <a:gd name="connsiteX9" fmla="*/ 3006531 w 3418690"/>
              <a:gd name="connsiteY9" fmla="*/ 115889 h 2697761"/>
              <a:gd name="connsiteX10" fmla="*/ 3417552 w 3418690"/>
              <a:gd name="connsiteY10" fmla="*/ 16710 h 2697761"/>
              <a:gd name="connsiteX11" fmla="*/ 3159434 w 3418690"/>
              <a:gd name="connsiteY11" fmla="*/ 409027 h 2697761"/>
              <a:gd name="connsiteX0" fmla="*/ 117941 w 3419625"/>
              <a:gd name="connsiteY0" fmla="*/ 2695867 h 2695867"/>
              <a:gd name="connsiteX1" fmla="*/ 145101 w 3419625"/>
              <a:gd name="connsiteY1" fmla="*/ 2578172 h 2695867"/>
              <a:gd name="connsiteX2" fmla="*/ 45513 w 3419625"/>
              <a:gd name="connsiteY2" fmla="*/ 2424263 h 2695867"/>
              <a:gd name="connsiteX3" fmla="*/ 987074 w 3419625"/>
              <a:gd name="connsiteY3" fmla="*/ 1917269 h 2695867"/>
              <a:gd name="connsiteX4" fmla="*/ 1394480 w 3419625"/>
              <a:gd name="connsiteY4" fmla="*/ 1337848 h 2695867"/>
              <a:gd name="connsiteX5" fmla="*/ 1448800 w 3419625"/>
              <a:gd name="connsiteY5" fmla="*/ 1084351 h 2695867"/>
              <a:gd name="connsiteX6" fmla="*/ 2064436 w 3419625"/>
              <a:gd name="connsiteY6" fmla="*/ 885174 h 2695867"/>
              <a:gd name="connsiteX7" fmla="*/ 2553323 w 3419625"/>
              <a:gd name="connsiteY7" fmla="*/ 378180 h 2695867"/>
              <a:gd name="connsiteX8" fmla="*/ 2963653 w 3419625"/>
              <a:gd name="connsiteY8" fmla="*/ 507569 h 2695867"/>
              <a:gd name="connsiteX9" fmla="*/ 2949381 w 3419625"/>
              <a:gd name="connsiteY9" fmla="*/ 123520 h 2695867"/>
              <a:gd name="connsiteX10" fmla="*/ 3417552 w 3419625"/>
              <a:gd name="connsiteY10" fmla="*/ 14816 h 2695867"/>
              <a:gd name="connsiteX11" fmla="*/ 3159434 w 3419625"/>
              <a:gd name="connsiteY11" fmla="*/ 407133 h 2695867"/>
              <a:gd name="connsiteX0" fmla="*/ 117941 w 3419286"/>
              <a:gd name="connsiteY0" fmla="*/ 2695283 h 2695283"/>
              <a:gd name="connsiteX1" fmla="*/ 145101 w 3419286"/>
              <a:gd name="connsiteY1" fmla="*/ 2577588 h 2695283"/>
              <a:gd name="connsiteX2" fmla="*/ 45513 w 3419286"/>
              <a:gd name="connsiteY2" fmla="*/ 2423679 h 2695283"/>
              <a:gd name="connsiteX3" fmla="*/ 987074 w 3419286"/>
              <a:gd name="connsiteY3" fmla="*/ 1916685 h 2695283"/>
              <a:gd name="connsiteX4" fmla="*/ 1394480 w 3419286"/>
              <a:gd name="connsiteY4" fmla="*/ 1337264 h 2695283"/>
              <a:gd name="connsiteX5" fmla="*/ 1448800 w 3419286"/>
              <a:gd name="connsiteY5" fmla="*/ 1083767 h 2695283"/>
              <a:gd name="connsiteX6" fmla="*/ 2064436 w 3419286"/>
              <a:gd name="connsiteY6" fmla="*/ 884590 h 2695283"/>
              <a:gd name="connsiteX7" fmla="*/ 2553323 w 3419286"/>
              <a:gd name="connsiteY7" fmla="*/ 377596 h 2695283"/>
              <a:gd name="connsiteX8" fmla="*/ 2963653 w 3419286"/>
              <a:gd name="connsiteY8" fmla="*/ 506985 h 2695283"/>
              <a:gd name="connsiteX9" fmla="*/ 2968431 w 3419286"/>
              <a:gd name="connsiteY9" fmla="*/ 126111 h 2695283"/>
              <a:gd name="connsiteX10" fmla="*/ 3417552 w 3419286"/>
              <a:gd name="connsiteY10" fmla="*/ 14232 h 2695283"/>
              <a:gd name="connsiteX11" fmla="*/ 3159434 w 3419286"/>
              <a:gd name="connsiteY11" fmla="*/ 406549 h 2695283"/>
              <a:gd name="connsiteX0" fmla="*/ 117941 w 3419093"/>
              <a:gd name="connsiteY0" fmla="*/ 2695909 h 2695909"/>
              <a:gd name="connsiteX1" fmla="*/ 145101 w 3419093"/>
              <a:gd name="connsiteY1" fmla="*/ 2578214 h 2695909"/>
              <a:gd name="connsiteX2" fmla="*/ 45513 w 3419093"/>
              <a:gd name="connsiteY2" fmla="*/ 2424305 h 2695909"/>
              <a:gd name="connsiteX3" fmla="*/ 987074 w 3419093"/>
              <a:gd name="connsiteY3" fmla="*/ 1917311 h 2695909"/>
              <a:gd name="connsiteX4" fmla="*/ 1394480 w 3419093"/>
              <a:gd name="connsiteY4" fmla="*/ 1337890 h 2695909"/>
              <a:gd name="connsiteX5" fmla="*/ 1448800 w 3419093"/>
              <a:gd name="connsiteY5" fmla="*/ 1084393 h 2695909"/>
              <a:gd name="connsiteX6" fmla="*/ 2064436 w 3419093"/>
              <a:gd name="connsiteY6" fmla="*/ 885216 h 2695909"/>
              <a:gd name="connsiteX7" fmla="*/ 2553323 w 3419093"/>
              <a:gd name="connsiteY7" fmla="*/ 378222 h 2695909"/>
              <a:gd name="connsiteX8" fmla="*/ 2963653 w 3419093"/>
              <a:gd name="connsiteY8" fmla="*/ 507611 h 2695909"/>
              <a:gd name="connsiteX9" fmla="*/ 2968431 w 3419093"/>
              <a:gd name="connsiteY9" fmla="*/ 126737 h 2695909"/>
              <a:gd name="connsiteX10" fmla="*/ 3417552 w 3419093"/>
              <a:gd name="connsiteY10" fmla="*/ 14858 h 2695909"/>
              <a:gd name="connsiteX11" fmla="*/ 3149909 w 3419093"/>
              <a:gd name="connsiteY11" fmla="*/ 416700 h 2695909"/>
              <a:gd name="connsiteX0" fmla="*/ 117941 w 3419093"/>
              <a:gd name="connsiteY0" fmla="*/ 2691492 h 2691492"/>
              <a:gd name="connsiteX1" fmla="*/ 145101 w 3419093"/>
              <a:gd name="connsiteY1" fmla="*/ 2573797 h 2691492"/>
              <a:gd name="connsiteX2" fmla="*/ 45513 w 3419093"/>
              <a:gd name="connsiteY2" fmla="*/ 2419888 h 2691492"/>
              <a:gd name="connsiteX3" fmla="*/ 987074 w 3419093"/>
              <a:gd name="connsiteY3" fmla="*/ 1912894 h 2691492"/>
              <a:gd name="connsiteX4" fmla="*/ 1394480 w 3419093"/>
              <a:gd name="connsiteY4" fmla="*/ 1333473 h 2691492"/>
              <a:gd name="connsiteX5" fmla="*/ 1448800 w 3419093"/>
              <a:gd name="connsiteY5" fmla="*/ 1079976 h 2691492"/>
              <a:gd name="connsiteX6" fmla="*/ 2064436 w 3419093"/>
              <a:gd name="connsiteY6" fmla="*/ 880799 h 2691492"/>
              <a:gd name="connsiteX7" fmla="*/ 2553323 w 3419093"/>
              <a:gd name="connsiteY7" fmla="*/ 373805 h 2691492"/>
              <a:gd name="connsiteX8" fmla="*/ 2761247 w 3419093"/>
              <a:gd name="connsiteY8" fmla="*/ 169819 h 2691492"/>
              <a:gd name="connsiteX9" fmla="*/ 2968431 w 3419093"/>
              <a:gd name="connsiteY9" fmla="*/ 122320 h 2691492"/>
              <a:gd name="connsiteX10" fmla="*/ 3417552 w 3419093"/>
              <a:gd name="connsiteY10" fmla="*/ 10441 h 2691492"/>
              <a:gd name="connsiteX11" fmla="*/ 3149909 w 3419093"/>
              <a:gd name="connsiteY11" fmla="*/ 412283 h 2691492"/>
              <a:gd name="connsiteX0" fmla="*/ 117941 w 3419093"/>
              <a:gd name="connsiteY0" fmla="*/ 2691654 h 2691654"/>
              <a:gd name="connsiteX1" fmla="*/ 145101 w 3419093"/>
              <a:gd name="connsiteY1" fmla="*/ 2573959 h 2691654"/>
              <a:gd name="connsiteX2" fmla="*/ 45513 w 3419093"/>
              <a:gd name="connsiteY2" fmla="*/ 2420050 h 2691654"/>
              <a:gd name="connsiteX3" fmla="*/ 987074 w 3419093"/>
              <a:gd name="connsiteY3" fmla="*/ 1913056 h 2691654"/>
              <a:gd name="connsiteX4" fmla="*/ 1394480 w 3419093"/>
              <a:gd name="connsiteY4" fmla="*/ 1333635 h 2691654"/>
              <a:gd name="connsiteX5" fmla="*/ 1448800 w 3419093"/>
              <a:gd name="connsiteY5" fmla="*/ 1080138 h 2691654"/>
              <a:gd name="connsiteX6" fmla="*/ 2064436 w 3419093"/>
              <a:gd name="connsiteY6" fmla="*/ 880961 h 2691654"/>
              <a:gd name="connsiteX7" fmla="*/ 2553323 w 3419093"/>
              <a:gd name="connsiteY7" fmla="*/ 373967 h 2691654"/>
              <a:gd name="connsiteX8" fmla="*/ 2775534 w 3419093"/>
              <a:gd name="connsiteY8" fmla="*/ 186649 h 2691654"/>
              <a:gd name="connsiteX9" fmla="*/ 2968431 w 3419093"/>
              <a:gd name="connsiteY9" fmla="*/ 122482 h 2691654"/>
              <a:gd name="connsiteX10" fmla="*/ 3417552 w 3419093"/>
              <a:gd name="connsiteY10" fmla="*/ 10603 h 2691654"/>
              <a:gd name="connsiteX11" fmla="*/ 3149909 w 3419093"/>
              <a:gd name="connsiteY11" fmla="*/ 412445 h 2691654"/>
              <a:gd name="connsiteX0" fmla="*/ 117941 w 3419093"/>
              <a:gd name="connsiteY0" fmla="*/ 2691654 h 2691654"/>
              <a:gd name="connsiteX1" fmla="*/ 145101 w 3419093"/>
              <a:gd name="connsiteY1" fmla="*/ 2573959 h 2691654"/>
              <a:gd name="connsiteX2" fmla="*/ 45513 w 3419093"/>
              <a:gd name="connsiteY2" fmla="*/ 2420050 h 2691654"/>
              <a:gd name="connsiteX3" fmla="*/ 987074 w 3419093"/>
              <a:gd name="connsiteY3" fmla="*/ 1913056 h 2691654"/>
              <a:gd name="connsiteX4" fmla="*/ 1394480 w 3419093"/>
              <a:gd name="connsiteY4" fmla="*/ 1333635 h 2691654"/>
              <a:gd name="connsiteX5" fmla="*/ 1448800 w 3419093"/>
              <a:gd name="connsiteY5" fmla="*/ 1080138 h 2691654"/>
              <a:gd name="connsiteX6" fmla="*/ 2064436 w 3419093"/>
              <a:gd name="connsiteY6" fmla="*/ 880961 h 2691654"/>
              <a:gd name="connsiteX7" fmla="*/ 2553323 w 3419093"/>
              <a:gd name="connsiteY7" fmla="*/ 373967 h 2691654"/>
              <a:gd name="connsiteX8" fmla="*/ 2968431 w 3419093"/>
              <a:gd name="connsiteY8" fmla="*/ 122482 h 2691654"/>
              <a:gd name="connsiteX9" fmla="*/ 3417552 w 3419093"/>
              <a:gd name="connsiteY9" fmla="*/ 10603 h 2691654"/>
              <a:gd name="connsiteX10" fmla="*/ 3149909 w 3419093"/>
              <a:gd name="connsiteY10" fmla="*/ 412445 h 2691654"/>
              <a:gd name="connsiteX0" fmla="*/ 117941 w 3419791"/>
              <a:gd name="connsiteY0" fmla="*/ 2698544 h 2698544"/>
              <a:gd name="connsiteX1" fmla="*/ 145101 w 3419791"/>
              <a:gd name="connsiteY1" fmla="*/ 2580849 h 2698544"/>
              <a:gd name="connsiteX2" fmla="*/ 45513 w 3419791"/>
              <a:gd name="connsiteY2" fmla="*/ 2426940 h 2698544"/>
              <a:gd name="connsiteX3" fmla="*/ 987074 w 3419791"/>
              <a:gd name="connsiteY3" fmla="*/ 1919946 h 2698544"/>
              <a:gd name="connsiteX4" fmla="*/ 1394480 w 3419791"/>
              <a:gd name="connsiteY4" fmla="*/ 1340525 h 2698544"/>
              <a:gd name="connsiteX5" fmla="*/ 1448800 w 3419791"/>
              <a:gd name="connsiteY5" fmla="*/ 1087028 h 2698544"/>
              <a:gd name="connsiteX6" fmla="*/ 2064436 w 3419791"/>
              <a:gd name="connsiteY6" fmla="*/ 887851 h 2698544"/>
              <a:gd name="connsiteX7" fmla="*/ 2553323 w 3419791"/>
              <a:gd name="connsiteY7" fmla="*/ 380857 h 2698544"/>
              <a:gd name="connsiteX8" fmla="*/ 2968431 w 3419791"/>
              <a:gd name="connsiteY8" fmla="*/ 129372 h 2698544"/>
              <a:gd name="connsiteX9" fmla="*/ 3417552 w 3419791"/>
              <a:gd name="connsiteY9" fmla="*/ 17493 h 2698544"/>
              <a:gd name="connsiteX10" fmla="*/ 3288021 w 3419791"/>
              <a:gd name="connsiteY10" fmla="*/ 257410 h 2698544"/>
              <a:gd name="connsiteX0" fmla="*/ 117941 w 3752365"/>
              <a:gd name="connsiteY0" fmla="*/ 2702043 h 2702043"/>
              <a:gd name="connsiteX1" fmla="*/ 145101 w 3752365"/>
              <a:gd name="connsiteY1" fmla="*/ 2584348 h 2702043"/>
              <a:gd name="connsiteX2" fmla="*/ 45513 w 3752365"/>
              <a:gd name="connsiteY2" fmla="*/ 2430439 h 2702043"/>
              <a:gd name="connsiteX3" fmla="*/ 987074 w 3752365"/>
              <a:gd name="connsiteY3" fmla="*/ 1923445 h 2702043"/>
              <a:gd name="connsiteX4" fmla="*/ 1394480 w 3752365"/>
              <a:gd name="connsiteY4" fmla="*/ 1344024 h 2702043"/>
              <a:gd name="connsiteX5" fmla="*/ 1448800 w 3752365"/>
              <a:gd name="connsiteY5" fmla="*/ 1090527 h 2702043"/>
              <a:gd name="connsiteX6" fmla="*/ 2064436 w 3752365"/>
              <a:gd name="connsiteY6" fmla="*/ 891350 h 2702043"/>
              <a:gd name="connsiteX7" fmla="*/ 2553323 w 3752365"/>
              <a:gd name="connsiteY7" fmla="*/ 384356 h 2702043"/>
              <a:gd name="connsiteX8" fmla="*/ 2968431 w 3752365"/>
              <a:gd name="connsiteY8" fmla="*/ 132871 h 2702043"/>
              <a:gd name="connsiteX9" fmla="*/ 3417552 w 3752365"/>
              <a:gd name="connsiteY9" fmla="*/ 20992 h 2702043"/>
              <a:gd name="connsiteX10" fmla="*/ 3752365 w 3752365"/>
              <a:gd name="connsiteY10" fmla="*/ 253765 h 2702043"/>
              <a:gd name="connsiteX0" fmla="*/ 117941 w 3752365"/>
              <a:gd name="connsiteY0" fmla="*/ 2571847 h 2571847"/>
              <a:gd name="connsiteX1" fmla="*/ 145101 w 3752365"/>
              <a:gd name="connsiteY1" fmla="*/ 2454152 h 2571847"/>
              <a:gd name="connsiteX2" fmla="*/ 45513 w 3752365"/>
              <a:gd name="connsiteY2" fmla="*/ 2300243 h 2571847"/>
              <a:gd name="connsiteX3" fmla="*/ 987074 w 3752365"/>
              <a:gd name="connsiteY3" fmla="*/ 1793249 h 2571847"/>
              <a:gd name="connsiteX4" fmla="*/ 1394480 w 3752365"/>
              <a:gd name="connsiteY4" fmla="*/ 1213828 h 2571847"/>
              <a:gd name="connsiteX5" fmla="*/ 1448800 w 3752365"/>
              <a:gd name="connsiteY5" fmla="*/ 960331 h 2571847"/>
              <a:gd name="connsiteX6" fmla="*/ 2064436 w 3752365"/>
              <a:gd name="connsiteY6" fmla="*/ 761154 h 2571847"/>
              <a:gd name="connsiteX7" fmla="*/ 2553323 w 3752365"/>
              <a:gd name="connsiteY7" fmla="*/ 254160 h 2571847"/>
              <a:gd name="connsiteX8" fmla="*/ 2968431 w 3752365"/>
              <a:gd name="connsiteY8" fmla="*/ 2675 h 2571847"/>
              <a:gd name="connsiteX9" fmla="*/ 3752365 w 3752365"/>
              <a:gd name="connsiteY9" fmla="*/ 123569 h 2571847"/>
              <a:gd name="connsiteX0" fmla="*/ 117941 w 3433278"/>
              <a:gd name="connsiteY0" fmla="*/ 2681986 h 2681986"/>
              <a:gd name="connsiteX1" fmla="*/ 145101 w 3433278"/>
              <a:gd name="connsiteY1" fmla="*/ 2564291 h 2681986"/>
              <a:gd name="connsiteX2" fmla="*/ 45513 w 3433278"/>
              <a:gd name="connsiteY2" fmla="*/ 2410382 h 2681986"/>
              <a:gd name="connsiteX3" fmla="*/ 987074 w 3433278"/>
              <a:gd name="connsiteY3" fmla="*/ 1903388 h 2681986"/>
              <a:gd name="connsiteX4" fmla="*/ 1394480 w 3433278"/>
              <a:gd name="connsiteY4" fmla="*/ 1323967 h 2681986"/>
              <a:gd name="connsiteX5" fmla="*/ 1448800 w 3433278"/>
              <a:gd name="connsiteY5" fmla="*/ 1070470 h 2681986"/>
              <a:gd name="connsiteX6" fmla="*/ 2064436 w 3433278"/>
              <a:gd name="connsiteY6" fmla="*/ 871293 h 2681986"/>
              <a:gd name="connsiteX7" fmla="*/ 2553323 w 3433278"/>
              <a:gd name="connsiteY7" fmla="*/ 364299 h 2681986"/>
              <a:gd name="connsiteX8" fmla="*/ 2968431 w 3433278"/>
              <a:gd name="connsiteY8" fmla="*/ 112814 h 2681986"/>
              <a:gd name="connsiteX9" fmla="*/ 3433278 w 3433278"/>
              <a:gd name="connsiteY9" fmla="*/ 5108 h 268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33278" h="2681986">
                <a:moveTo>
                  <a:pt x="117941" y="2681986"/>
                </a:moveTo>
                <a:cubicBezTo>
                  <a:pt x="137556" y="2645772"/>
                  <a:pt x="157172" y="2609558"/>
                  <a:pt x="145101" y="2564291"/>
                </a:cubicBezTo>
                <a:cubicBezTo>
                  <a:pt x="133030" y="2519024"/>
                  <a:pt x="-94816" y="2520532"/>
                  <a:pt x="45513" y="2410382"/>
                </a:cubicBezTo>
                <a:cubicBezTo>
                  <a:pt x="185842" y="2300232"/>
                  <a:pt x="762246" y="2084457"/>
                  <a:pt x="987074" y="1903388"/>
                </a:cubicBezTo>
                <a:cubicBezTo>
                  <a:pt x="1211902" y="1722319"/>
                  <a:pt x="1317526" y="1462787"/>
                  <a:pt x="1394480" y="1323967"/>
                </a:cubicBezTo>
                <a:cubicBezTo>
                  <a:pt x="1471434" y="1185147"/>
                  <a:pt x="1337141" y="1145916"/>
                  <a:pt x="1448800" y="1070470"/>
                </a:cubicBezTo>
                <a:cubicBezTo>
                  <a:pt x="1560459" y="995024"/>
                  <a:pt x="1880349" y="988988"/>
                  <a:pt x="2064436" y="871293"/>
                </a:cubicBezTo>
                <a:cubicBezTo>
                  <a:pt x="2248523" y="753598"/>
                  <a:pt x="2402657" y="490712"/>
                  <a:pt x="2553323" y="364299"/>
                </a:cubicBezTo>
                <a:cubicBezTo>
                  <a:pt x="2703989" y="237886"/>
                  <a:pt x="2821772" y="172679"/>
                  <a:pt x="2968431" y="112814"/>
                </a:cubicBezTo>
                <a:cubicBezTo>
                  <a:pt x="3115090" y="52949"/>
                  <a:pt x="3269959" y="-20078"/>
                  <a:pt x="3433278" y="5108"/>
                </a:cubicBezTo>
              </a:path>
            </a:pathLst>
          </a:custGeom>
          <a:noFill/>
          <a:ln w="38100">
            <a:solidFill>
              <a:srgbClr val="34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AFAFA64D-E52B-4A65-A309-23785EF979FF}"/>
              </a:ext>
            </a:extLst>
          </p:cNvPr>
          <p:cNvSpPr/>
          <p:nvPr/>
        </p:nvSpPr>
        <p:spPr>
          <a:xfrm>
            <a:off x="5107710" y="2704668"/>
            <a:ext cx="3304958" cy="2689368"/>
          </a:xfrm>
          <a:custGeom>
            <a:avLst/>
            <a:gdLst>
              <a:gd name="connsiteX0" fmla="*/ 2826327 w 2826327"/>
              <a:gd name="connsiteY0" fmla="*/ 0 h 2179781"/>
              <a:gd name="connsiteX1" fmla="*/ 2355273 w 2826327"/>
              <a:gd name="connsiteY1" fmla="*/ 221672 h 2179781"/>
              <a:gd name="connsiteX2" fmla="*/ 1422400 w 2826327"/>
              <a:gd name="connsiteY2" fmla="*/ 424872 h 2179781"/>
              <a:gd name="connsiteX3" fmla="*/ 1348509 w 2826327"/>
              <a:gd name="connsiteY3" fmla="*/ 517236 h 2179781"/>
              <a:gd name="connsiteX4" fmla="*/ 1163782 w 2826327"/>
              <a:gd name="connsiteY4" fmla="*/ 729672 h 2179781"/>
              <a:gd name="connsiteX5" fmla="*/ 997527 w 2826327"/>
              <a:gd name="connsiteY5" fmla="*/ 655781 h 2179781"/>
              <a:gd name="connsiteX6" fmla="*/ 600364 w 2826327"/>
              <a:gd name="connsiteY6" fmla="*/ 1810327 h 2179781"/>
              <a:gd name="connsiteX7" fmla="*/ 0 w 2826327"/>
              <a:gd name="connsiteY7" fmla="*/ 2179781 h 2179781"/>
              <a:gd name="connsiteX0" fmla="*/ 2988252 w 2988252"/>
              <a:gd name="connsiteY0" fmla="*/ 0 h 2294081"/>
              <a:gd name="connsiteX1" fmla="*/ 2355273 w 2988252"/>
              <a:gd name="connsiteY1" fmla="*/ 335972 h 2294081"/>
              <a:gd name="connsiteX2" fmla="*/ 1422400 w 2988252"/>
              <a:gd name="connsiteY2" fmla="*/ 539172 h 2294081"/>
              <a:gd name="connsiteX3" fmla="*/ 1348509 w 2988252"/>
              <a:gd name="connsiteY3" fmla="*/ 631536 h 2294081"/>
              <a:gd name="connsiteX4" fmla="*/ 1163782 w 2988252"/>
              <a:gd name="connsiteY4" fmla="*/ 843972 h 2294081"/>
              <a:gd name="connsiteX5" fmla="*/ 997527 w 2988252"/>
              <a:gd name="connsiteY5" fmla="*/ 770081 h 2294081"/>
              <a:gd name="connsiteX6" fmla="*/ 600364 w 2988252"/>
              <a:gd name="connsiteY6" fmla="*/ 1924627 h 2294081"/>
              <a:gd name="connsiteX7" fmla="*/ 0 w 2988252"/>
              <a:gd name="connsiteY7" fmla="*/ 2294081 h 2294081"/>
              <a:gd name="connsiteX0" fmla="*/ 2988252 w 2988252"/>
              <a:gd name="connsiteY0" fmla="*/ 7278 h 2301359"/>
              <a:gd name="connsiteX1" fmla="*/ 2355273 w 2988252"/>
              <a:gd name="connsiteY1" fmla="*/ 343250 h 2301359"/>
              <a:gd name="connsiteX2" fmla="*/ 1422400 w 2988252"/>
              <a:gd name="connsiteY2" fmla="*/ 546450 h 2301359"/>
              <a:gd name="connsiteX3" fmla="*/ 1348509 w 2988252"/>
              <a:gd name="connsiteY3" fmla="*/ 638814 h 2301359"/>
              <a:gd name="connsiteX4" fmla="*/ 1163782 w 2988252"/>
              <a:gd name="connsiteY4" fmla="*/ 851250 h 2301359"/>
              <a:gd name="connsiteX5" fmla="*/ 997527 w 2988252"/>
              <a:gd name="connsiteY5" fmla="*/ 777359 h 2301359"/>
              <a:gd name="connsiteX6" fmla="*/ 600364 w 2988252"/>
              <a:gd name="connsiteY6" fmla="*/ 1931905 h 2301359"/>
              <a:gd name="connsiteX7" fmla="*/ 0 w 2988252"/>
              <a:gd name="connsiteY7" fmla="*/ 2301359 h 2301359"/>
              <a:gd name="connsiteX0" fmla="*/ 2988252 w 2988252"/>
              <a:gd name="connsiteY0" fmla="*/ 69090 h 2363171"/>
              <a:gd name="connsiteX1" fmla="*/ 2355273 w 2988252"/>
              <a:gd name="connsiteY1" fmla="*/ 405062 h 2363171"/>
              <a:gd name="connsiteX2" fmla="*/ 1422400 w 2988252"/>
              <a:gd name="connsiteY2" fmla="*/ 608262 h 2363171"/>
              <a:gd name="connsiteX3" fmla="*/ 1348509 w 2988252"/>
              <a:gd name="connsiteY3" fmla="*/ 700626 h 2363171"/>
              <a:gd name="connsiteX4" fmla="*/ 1163782 w 2988252"/>
              <a:gd name="connsiteY4" fmla="*/ 913062 h 2363171"/>
              <a:gd name="connsiteX5" fmla="*/ 997527 w 2988252"/>
              <a:gd name="connsiteY5" fmla="*/ 839171 h 2363171"/>
              <a:gd name="connsiteX6" fmla="*/ 600364 w 2988252"/>
              <a:gd name="connsiteY6" fmla="*/ 1993717 h 2363171"/>
              <a:gd name="connsiteX7" fmla="*/ 0 w 2988252"/>
              <a:gd name="connsiteY7" fmla="*/ 2363171 h 2363171"/>
              <a:gd name="connsiteX0" fmla="*/ 3304958 w 3304958"/>
              <a:gd name="connsiteY0" fmla="*/ 46340 h 2735708"/>
              <a:gd name="connsiteX1" fmla="*/ 2355273 w 3304958"/>
              <a:gd name="connsiteY1" fmla="*/ 777599 h 2735708"/>
              <a:gd name="connsiteX2" fmla="*/ 1422400 w 3304958"/>
              <a:gd name="connsiteY2" fmla="*/ 980799 h 2735708"/>
              <a:gd name="connsiteX3" fmla="*/ 1348509 w 3304958"/>
              <a:gd name="connsiteY3" fmla="*/ 1073163 h 2735708"/>
              <a:gd name="connsiteX4" fmla="*/ 1163782 w 3304958"/>
              <a:gd name="connsiteY4" fmla="*/ 1285599 h 2735708"/>
              <a:gd name="connsiteX5" fmla="*/ 997527 w 3304958"/>
              <a:gd name="connsiteY5" fmla="*/ 1211708 h 2735708"/>
              <a:gd name="connsiteX6" fmla="*/ 600364 w 3304958"/>
              <a:gd name="connsiteY6" fmla="*/ 2366254 h 2735708"/>
              <a:gd name="connsiteX7" fmla="*/ 0 w 3304958"/>
              <a:gd name="connsiteY7" fmla="*/ 2735708 h 2735708"/>
              <a:gd name="connsiteX0" fmla="*/ 3304958 w 3304958"/>
              <a:gd name="connsiteY0" fmla="*/ 0 h 2689368"/>
              <a:gd name="connsiteX1" fmla="*/ 2774228 w 3304958"/>
              <a:gd name="connsiteY1" fmla="*/ 300470 h 2689368"/>
              <a:gd name="connsiteX2" fmla="*/ 2355273 w 3304958"/>
              <a:gd name="connsiteY2" fmla="*/ 731259 h 2689368"/>
              <a:gd name="connsiteX3" fmla="*/ 1422400 w 3304958"/>
              <a:gd name="connsiteY3" fmla="*/ 934459 h 2689368"/>
              <a:gd name="connsiteX4" fmla="*/ 1348509 w 3304958"/>
              <a:gd name="connsiteY4" fmla="*/ 1026823 h 2689368"/>
              <a:gd name="connsiteX5" fmla="*/ 1163782 w 3304958"/>
              <a:gd name="connsiteY5" fmla="*/ 1239259 h 2689368"/>
              <a:gd name="connsiteX6" fmla="*/ 997527 w 3304958"/>
              <a:gd name="connsiteY6" fmla="*/ 1165368 h 2689368"/>
              <a:gd name="connsiteX7" fmla="*/ 600364 w 3304958"/>
              <a:gd name="connsiteY7" fmla="*/ 2319914 h 2689368"/>
              <a:gd name="connsiteX8" fmla="*/ 0 w 3304958"/>
              <a:gd name="connsiteY8" fmla="*/ 2689368 h 2689368"/>
              <a:gd name="connsiteX0" fmla="*/ 3304958 w 3304958"/>
              <a:gd name="connsiteY0" fmla="*/ 0 h 2689368"/>
              <a:gd name="connsiteX1" fmla="*/ 2705172 w 3304958"/>
              <a:gd name="connsiteY1" fmla="*/ 390958 h 2689368"/>
              <a:gd name="connsiteX2" fmla="*/ 2355273 w 3304958"/>
              <a:gd name="connsiteY2" fmla="*/ 731259 h 2689368"/>
              <a:gd name="connsiteX3" fmla="*/ 1422400 w 3304958"/>
              <a:gd name="connsiteY3" fmla="*/ 934459 h 2689368"/>
              <a:gd name="connsiteX4" fmla="*/ 1348509 w 3304958"/>
              <a:gd name="connsiteY4" fmla="*/ 1026823 h 2689368"/>
              <a:gd name="connsiteX5" fmla="*/ 1163782 w 3304958"/>
              <a:gd name="connsiteY5" fmla="*/ 1239259 h 2689368"/>
              <a:gd name="connsiteX6" fmla="*/ 997527 w 3304958"/>
              <a:gd name="connsiteY6" fmla="*/ 1165368 h 2689368"/>
              <a:gd name="connsiteX7" fmla="*/ 600364 w 3304958"/>
              <a:gd name="connsiteY7" fmla="*/ 2319914 h 2689368"/>
              <a:gd name="connsiteX8" fmla="*/ 0 w 3304958"/>
              <a:gd name="connsiteY8" fmla="*/ 2689368 h 2689368"/>
              <a:gd name="connsiteX0" fmla="*/ 3304958 w 3304958"/>
              <a:gd name="connsiteY0" fmla="*/ 0 h 2689368"/>
              <a:gd name="connsiteX1" fmla="*/ 2840904 w 3304958"/>
              <a:gd name="connsiteY1" fmla="*/ 507639 h 2689368"/>
              <a:gd name="connsiteX2" fmla="*/ 2355273 w 3304958"/>
              <a:gd name="connsiteY2" fmla="*/ 731259 h 2689368"/>
              <a:gd name="connsiteX3" fmla="*/ 1422400 w 3304958"/>
              <a:gd name="connsiteY3" fmla="*/ 934459 h 2689368"/>
              <a:gd name="connsiteX4" fmla="*/ 1348509 w 3304958"/>
              <a:gd name="connsiteY4" fmla="*/ 1026823 h 2689368"/>
              <a:gd name="connsiteX5" fmla="*/ 1163782 w 3304958"/>
              <a:gd name="connsiteY5" fmla="*/ 1239259 h 2689368"/>
              <a:gd name="connsiteX6" fmla="*/ 997527 w 3304958"/>
              <a:gd name="connsiteY6" fmla="*/ 1165368 h 2689368"/>
              <a:gd name="connsiteX7" fmla="*/ 600364 w 3304958"/>
              <a:gd name="connsiteY7" fmla="*/ 2319914 h 2689368"/>
              <a:gd name="connsiteX8" fmla="*/ 0 w 3304958"/>
              <a:gd name="connsiteY8" fmla="*/ 2689368 h 2689368"/>
              <a:gd name="connsiteX0" fmla="*/ 3304958 w 3304958"/>
              <a:gd name="connsiteY0" fmla="*/ 0 h 2689368"/>
              <a:gd name="connsiteX1" fmla="*/ 2990921 w 3304958"/>
              <a:gd name="connsiteY1" fmla="*/ 360001 h 2689368"/>
              <a:gd name="connsiteX2" fmla="*/ 2840904 w 3304958"/>
              <a:gd name="connsiteY2" fmla="*/ 507639 h 2689368"/>
              <a:gd name="connsiteX3" fmla="*/ 2355273 w 3304958"/>
              <a:gd name="connsiteY3" fmla="*/ 731259 h 2689368"/>
              <a:gd name="connsiteX4" fmla="*/ 1422400 w 3304958"/>
              <a:gd name="connsiteY4" fmla="*/ 934459 h 2689368"/>
              <a:gd name="connsiteX5" fmla="*/ 1348509 w 3304958"/>
              <a:gd name="connsiteY5" fmla="*/ 1026823 h 2689368"/>
              <a:gd name="connsiteX6" fmla="*/ 1163782 w 3304958"/>
              <a:gd name="connsiteY6" fmla="*/ 1239259 h 2689368"/>
              <a:gd name="connsiteX7" fmla="*/ 997527 w 3304958"/>
              <a:gd name="connsiteY7" fmla="*/ 1165368 h 2689368"/>
              <a:gd name="connsiteX8" fmla="*/ 600364 w 3304958"/>
              <a:gd name="connsiteY8" fmla="*/ 2319914 h 2689368"/>
              <a:gd name="connsiteX9" fmla="*/ 0 w 3304958"/>
              <a:gd name="connsiteY9" fmla="*/ 2689368 h 2689368"/>
              <a:gd name="connsiteX0" fmla="*/ 3304958 w 3304958"/>
              <a:gd name="connsiteY0" fmla="*/ 0 h 2689368"/>
              <a:gd name="connsiteX1" fmla="*/ 3002827 w 3304958"/>
              <a:gd name="connsiteY1" fmla="*/ 381432 h 2689368"/>
              <a:gd name="connsiteX2" fmla="*/ 2840904 w 3304958"/>
              <a:gd name="connsiteY2" fmla="*/ 507639 h 2689368"/>
              <a:gd name="connsiteX3" fmla="*/ 2355273 w 3304958"/>
              <a:gd name="connsiteY3" fmla="*/ 731259 h 2689368"/>
              <a:gd name="connsiteX4" fmla="*/ 1422400 w 3304958"/>
              <a:gd name="connsiteY4" fmla="*/ 934459 h 2689368"/>
              <a:gd name="connsiteX5" fmla="*/ 1348509 w 3304958"/>
              <a:gd name="connsiteY5" fmla="*/ 1026823 h 2689368"/>
              <a:gd name="connsiteX6" fmla="*/ 1163782 w 3304958"/>
              <a:gd name="connsiteY6" fmla="*/ 1239259 h 2689368"/>
              <a:gd name="connsiteX7" fmla="*/ 997527 w 3304958"/>
              <a:gd name="connsiteY7" fmla="*/ 1165368 h 2689368"/>
              <a:gd name="connsiteX8" fmla="*/ 600364 w 3304958"/>
              <a:gd name="connsiteY8" fmla="*/ 2319914 h 2689368"/>
              <a:gd name="connsiteX9" fmla="*/ 0 w 3304958"/>
              <a:gd name="connsiteY9" fmla="*/ 2689368 h 2689368"/>
              <a:gd name="connsiteX0" fmla="*/ 3304958 w 3304958"/>
              <a:gd name="connsiteY0" fmla="*/ 0 h 2689368"/>
              <a:gd name="connsiteX1" fmla="*/ 3002827 w 3304958"/>
              <a:gd name="connsiteY1" fmla="*/ 381432 h 2689368"/>
              <a:gd name="connsiteX2" fmla="*/ 2840904 w 3304958"/>
              <a:gd name="connsiteY2" fmla="*/ 507639 h 2689368"/>
              <a:gd name="connsiteX3" fmla="*/ 2355273 w 3304958"/>
              <a:gd name="connsiteY3" fmla="*/ 731259 h 2689368"/>
              <a:gd name="connsiteX4" fmla="*/ 1422400 w 3304958"/>
              <a:gd name="connsiteY4" fmla="*/ 934459 h 2689368"/>
              <a:gd name="connsiteX5" fmla="*/ 1348509 w 3304958"/>
              <a:gd name="connsiteY5" fmla="*/ 1026823 h 2689368"/>
              <a:gd name="connsiteX6" fmla="*/ 1163782 w 3304958"/>
              <a:gd name="connsiteY6" fmla="*/ 1239259 h 2689368"/>
              <a:gd name="connsiteX7" fmla="*/ 997527 w 3304958"/>
              <a:gd name="connsiteY7" fmla="*/ 1165368 h 2689368"/>
              <a:gd name="connsiteX8" fmla="*/ 600364 w 3304958"/>
              <a:gd name="connsiteY8" fmla="*/ 2319914 h 2689368"/>
              <a:gd name="connsiteX9" fmla="*/ 0 w 3304958"/>
              <a:gd name="connsiteY9" fmla="*/ 2689368 h 2689368"/>
              <a:gd name="connsiteX0" fmla="*/ 3304958 w 3304958"/>
              <a:gd name="connsiteY0" fmla="*/ 0 h 2689368"/>
              <a:gd name="connsiteX1" fmla="*/ 3002827 w 3304958"/>
              <a:gd name="connsiteY1" fmla="*/ 381432 h 2689368"/>
              <a:gd name="connsiteX2" fmla="*/ 2840904 w 3304958"/>
              <a:gd name="connsiteY2" fmla="*/ 507639 h 2689368"/>
              <a:gd name="connsiteX3" fmla="*/ 2355273 w 3304958"/>
              <a:gd name="connsiteY3" fmla="*/ 731259 h 2689368"/>
              <a:gd name="connsiteX4" fmla="*/ 1422400 w 3304958"/>
              <a:gd name="connsiteY4" fmla="*/ 934459 h 2689368"/>
              <a:gd name="connsiteX5" fmla="*/ 1348509 w 3304958"/>
              <a:gd name="connsiteY5" fmla="*/ 1026823 h 2689368"/>
              <a:gd name="connsiteX6" fmla="*/ 1163782 w 3304958"/>
              <a:gd name="connsiteY6" fmla="*/ 1239259 h 2689368"/>
              <a:gd name="connsiteX7" fmla="*/ 997527 w 3304958"/>
              <a:gd name="connsiteY7" fmla="*/ 1165368 h 2689368"/>
              <a:gd name="connsiteX8" fmla="*/ 600364 w 3304958"/>
              <a:gd name="connsiteY8" fmla="*/ 2319914 h 2689368"/>
              <a:gd name="connsiteX9" fmla="*/ 0 w 3304958"/>
              <a:gd name="connsiteY9" fmla="*/ 2689368 h 268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04958" h="2689368">
                <a:moveTo>
                  <a:pt x="3304958" y="0"/>
                </a:moveTo>
                <a:cubicBezTo>
                  <a:pt x="3252619" y="60000"/>
                  <a:pt x="3080169" y="296826"/>
                  <a:pt x="3002827" y="381432"/>
                </a:cubicBezTo>
                <a:cubicBezTo>
                  <a:pt x="2923104" y="420794"/>
                  <a:pt x="2946845" y="445763"/>
                  <a:pt x="2840904" y="507639"/>
                </a:cubicBezTo>
                <a:cubicBezTo>
                  <a:pt x="2734963" y="569515"/>
                  <a:pt x="2591690" y="660122"/>
                  <a:pt x="2355273" y="731259"/>
                </a:cubicBezTo>
                <a:cubicBezTo>
                  <a:pt x="2118856" y="802396"/>
                  <a:pt x="1590194" y="885198"/>
                  <a:pt x="1422400" y="934459"/>
                </a:cubicBezTo>
                <a:cubicBezTo>
                  <a:pt x="1254606" y="983720"/>
                  <a:pt x="1391612" y="976023"/>
                  <a:pt x="1348509" y="1026823"/>
                </a:cubicBezTo>
                <a:cubicBezTo>
                  <a:pt x="1305406" y="1077623"/>
                  <a:pt x="1222279" y="1216168"/>
                  <a:pt x="1163782" y="1239259"/>
                </a:cubicBezTo>
                <a:cubicBezTo>
                  <a:pt x="1105285" y="1262350"/>
                  <a:pt x="1091430" y="985259"/>
                  <a:pt x="997527" y="1165368"/>
                </a:cubicBezTo>
                <a:cubicBezTo>
                  <a:pt x="903624" y="1345477"/>
                  <a:pt x="766618" y="2065914"/>
                  <a:pt x="600364" y="2319914"/>
                </a:cubicBezTo>
                <a:cubicBezTo>
                  <a:pt x="434110" y="2573914"/>
                  <a:pt x="217055" y="2631641"/>
                  <a:pt x="0" y="2689368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A98B9867-D51A-4616-A735-A88AD89528AC}"/>
              </a:ext>
            </a:extLst>
          </p:cNvPr>
          <p:cNvGrpSpPr/>
          <p:nvPr/>
        </p:nvGrpSpPr>
        <p:grpSpPr>
          <a:xfrm>
            <a:off x="5217397" y="4508732"/>
            <a:ext cx="197643" cy="261610"/>
            <a:chOff x="1477817" y="2799261"/>
            <a:chExt cx="197643" cy="261610"/>
          </a:xfrm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B12FE6CC-853D-4734-822A-604AA7276E3B}"/>
                </a:ext>
              </a:extLst>
            </p:cNvPr>
            <p:cNvSpPr/>
            <p:nvPr/>
          </p:nvSpPr>
          <p:spPr>
            <a:xfrm>
              <a:off x="1477817" y="2829730"/>
              <a:ext cx="197643" cy="202090"/>
            </a:xfrm>
            <a:prstGeom prst="ellipse">
              <a:avLst/>
            </a:prstGeom>
            <a:solidFill>
              <a:srgbClr val="3494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34AA5E4A-C867-4CDD-AB1E-4889BB67EE07}"/>
                </a:ext>
              </a:extLst>
            </p:cNvPr>
            <p:cNvSpPr txBox="1"/>
            <p:nvPr/>
          </p:nvSpPr>
          <p:spPr>
            <a:xfrm>
              <a:off x="1553778" y="2799261"/>
              <a:ext cx="457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bg1"/>
                  </a:solidFill>
                  <a:latin typeface="Arial" pitchFamily="34" charset="0"/>
                  <a:ea typeface="HY견고딕" pitchFamily="18" charset="-127"/>
                  <a:cs typeface="Arial" pitchFamily="34" charset="0"/>
                </a:rPr>
                <a:t>1</a:t>
              </a:r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D79FE1EB-A5AC-45E8-B455-CBBE48CD3E2C}"/>
              </a:ext>
            </a:extLst>
          </p:cNvPr>
          <p:cNvGrpSpPr/>
          <p:nvPr/>
        </p:nvGrpSpPr>
        <p:grpSpPr>
          <a:xfrm>
            <a:off x="7754654" y="3384661"/>
            <a:ext cx="197643" cy="261610"/>
            <a:chOff x="1477817" y="2788120"/>
            <a:chExt cx="197643" cy="261610"/>
          </a:xfrm>
        </p:grpSpPr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64F4EE35-F611-4AA7-9CDB-EB997F90CA10}"/>
                </a:ext>
              </a:extLst>
            </p:cNvPr>
            <p:cNvSpPr/>
            <p:nvPr/>
          </p:nvSpPr>
          <p:spPr>
            <a:xfrm>
              <a:off x="1477817" y="2829730"/>
              <a:ext cx="197643" cy="20209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1D3982A4-4AD9-4368-AD11-B1A883352029}"/>
                </a:ext>
              </a:extLst>
            </p:cNvPr>
            <p:cNvSpPr txBox="1"/>
            <p:nvPr/>
          </p:nvSpPr>
          <p:spPr>
            <a:xfrm>
              <a:off x="1553777" y="2788120"/>
              <a:ext cx="457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bg1"/>
                  </a:solidFill>
                  <a:latin typeface="Arial" pitchFamily="34" charset="0"/>
                  <a:ea typeface="HY견고딕" pitchFamily="18" charset="-127"/>
                  <a:cs typeface="Arial" pitchFamily="34" charset="0"/>
                </a:rPr>
                <a:t>2</a:t>
              </a:r>
              <a:endParaRPr lang="ko-KR" altLang="en-US" sz="1100" b="1" dirty="0">
                <a:solidFill>
                  <a:schemeClr val="bg1"/>
                </a:solidFill>
                <a:latin typeface="Arial" pitchFamily="34" charset="0"/>
                <a:ea typeface="HY견고딕" pitchFamily="18" charset="-127"/>
                <a:cs typeface="Arial" pitchFamily="34" charset="0"/>
              </a:endParaRPr>
            </a:p>
          </p:txBody>
        </p:sp>
      </p:grpSp>
      <p:sp>
        <p:nvSpPr>
          <p:cNvPr id="127" name="이등변 삼각형 126">
            <a:extLst>
              <a:ext uri="{FF2B5EF4-FFF2-40B4-BE49-F238E27FC236}">
                <a16:creationId xmlns:a16="http://schemas.microsoft.com/office/drawing/2014/main" id="{AF179A28-769F-4608-AC52-DB5084AF166D}"/>
              </a:ext>
            </a:extLst>
          </p:cNvPr>
          <p:cNvSpPr/>
          <p:nvPr/>
        </p:nvSpPr>
        <p:spPr>
          <a:xfrm rot="11456027">
            <a:off x="5397790" y="4814091"/>
            <a:ext cx="162000" cy="127683"/>
          </a:xfrm>
          <a:prstGeom prst="triangle">
            <a:avLst/>
          </a:prstGeom>
          <a:solidFill>
            <a:srgbClr val="3494BA"/>
          </a:solidFill>
          <a:ln>
            <a:solidFill>
              <a:srgbClr val="34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이등변 삼각형 127">
            <a:extLst>
              <a:ext uri="{FF2B5EF4-FFF2-40B4-BE49-F238E27FC236}">
                <a16:creationId xmlns:a16="http://schemas.microsoft.com/office/drawing/2014/main" id="{3F5CAA8C-7F5F-4767-BF8E-297AD9473A4A}"/>
              </a:ext>
            </a:extLst>
          </p:cNvPr>
          <p:cNvSpPr/>
          <p:nvPr/>
        </p:nvSpPr>
        <p:spPr>
          <a:xfrm rot="2480031">
            <a:off x="7364786" y="3079950"/>
            <a:ext cx="162000" cy="129600"/>
          </a:xfrm>
          <a:prstGeom prst="triangle">
            <a:avLst/>
          </a:prstGeom>
          <a:solidFill>
            <a:srgbClr val="3494BA"/>
          </a:solidFill>
          <a:ln>
            <a:solidFill>
              <a:srgbClr val="3494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组合 80">
            <a:extLst>
              <a:ext uri="{FF2B5EF4-FFF2-40B4-BE49-F238E27FC236}">
                <a16:creationId xmlns:a16="http://schemas.microsoft.com/office/drawing/2014/main" id="{498B3B6D-C4A2-4466-8870-44809B0492E7}"/>
              </a:ext>
            </a:extLst>
          </p:cNvPr>
          <p:cNvGrpSpPr/>
          <p:nvPr/>
        </p:nvGrpSpPr>
        <p:grpSpPr>
          <a:xfrm>
            <a:off x="5897104" y="3466433"/>
            <a:ext cx="683249" cy="317818"/>
            <a:chOff x="7169327" y="3885662"/>
            <a:chExt cx="683249" cy="317818"/>
          </a:xfrm>
        </p:grpSpPr>
        <p:sp>
          <p:nvSpPr>
            <p:cNvPr id="130" name="Rectangle 2">
              <a:extLst>
                <a:ext uri="{FF2B5EF4-FFF2-40B4-BE49-F238E27FC236}">
                  <a16:creationId xmlns:a16="http://schemas.microsoft.com/office/drawing/2014/main" id="{EE69C329-EF05-43AF-9DD2-9BD9855C2313}"/>
                </a:ext>
              </a:extLst>
            </p:cNvPr>
            <p:cNvSpPr/>
            <p:nvPr/>
          </p:nvSpPr>
          <p:spPr>
            <a:xfrm>
              <a:off x="7169327" y="3885662"/>
              <a:ext cx="683249" cy="1838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sz="1400" b="1" dirty="0">
                  <a:solidFill>
                    <a:srgbClr val="00B050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Busan</a:t>
              </a:r>
            </a:p>
          </p:txBody>
        </p:sp>
        <p:sp>
          <p:nvSpPr>
            <p:cNvPr id="131" name="Oval 213">
              <a:extLst>
                <a:ext uri="{FF2B5EF4-FFF2-40B4-BE49-F238E27FC236}">
                  <a16:creationId xmlns:a16="http://schemas.microsoft.com/office/drawing/2014/main" id="{1F61A347-D619-46DA-8612-0F27E37E7572}"/>
                </a:ext>
              </a:extLst>
            </p:cNvPr>
            <p:cNvSpPr/>
            <p:nvPr/>
          </p:nvSpPr>
          <p:spPr>
            <a:xfrm flipH="1" flipV="1">
              <a:off x="7660045" y="4128176"/>
              <a:ext cx="87854" cy="7530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32" name="组合 94">
            <a:extLst>
              <a:ext uri="{FF2B5EF4-FFF2-40B4-BE49-F238E27FC236}">
                <a16:creationId xmlns:a16="http://schemas.microsoft.com/office/drawing/2014/main" id="{F636DEF5-FCD7-4B0A-8EAD-A5E034756686}"/>
              </a:ext>
            </a:extLst>
          </p:cNvPr>
          <p:cNvGrpSpPr/>
          <p:nvPr/>
        </p:nvGrpSpPr>
        <p:grpSpPr>
          <a:xfrm>
            <a:off x="6393793" y="3314948"/>
            <a:ext cx="529887" cy="372742"/>
            <a:chOff x="7591529" y="3830738"/>
            <a:chExt cx="529887" cy="372742"/>
          </a:xfrm>
        </p:grpSpPr>
        <p:sp>
          <p:nvSpPr>
            <p:cNvPr id="134" name="Rectangle 2">
              <a:extLst>
                <a:ext uri="{FF2B5EF4-FFF2-40B4-BE49-F238E27FC236}">
                  <a16:creationId xmlns:a16="http://schemas.microsoft.com/office/drawing/2014/main" id="{2D7135A9-F46B-48C5-958A-A9C1476618BE}"/>
                </a:ext>
              </a:extLst>
            </p:cNvPr>
            <p:cNvSpPr/>
            <p:nvPr/>
          </p:nvSpPr>
          <p:spPr>
            <a:xfrm>
              <a:off x="7591529" y="3830738"/>
              <a:ext cx="529887" cy="1659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sz="1400" b="1" dirty="0">
                  <a:solidFill>
                    <a:schemeClr val="tx1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Ulsan</a:t>
              </a:r>
            </a:p>
          </p:txBody>
        </p:sp>
        <p:sp>
          <p:nvSpPr>
            <p:cNvPr id="135" name="Oval 213">
              <a:extLst>
                <a:ext uri="{FF2B5EF4-FFF2-40B4-BE49-F238E27FC236}">
                  <a16:creationId xmlns:a16="http://schemas.microsoft.com/office/drawing/2014/main" id="{9AA5F2DC-B6DA-4046-9312-2165F3F5E061}"/>
                </a:ext>
              </a:extLst>
            </p:cNvPr>
            <p:cNvSpPr/>
            <p:nvPr/>
          </p:nvSpPr>
          <p:spPr>
            <a:xfrm flipH="1" flipV="1">
              <a:off x="7660045" y="4128176"/>
              <a:ext cx="87854" cy="75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36" name="Group 1588">
            <a:extLst>
              <a:ext uri="{FF2B5EF4-FFF2-40B4-BE49-F238E27FC236}">
                <a16:creationId xmlns:a16="http://schemas.microsoft.com/office/drawing/2014/main" id="{1FE33F3E-2CF4-46DC-A4F1-E40A43E78568}"/>
              </a:ext>
            </a:extLst>
          </p:cNvPr>
          <p:cNvGrpSpPr/>
          <p:nvPr/>
        </p:nvGrpSpPr>
        <p:grpSpPr>
          <a:xfrm>
            <a:off x="4965899" y="3645467"/>
            <a:ext cx="1191290" cy="265082"/>
            <a:chOff x="9900819" y="3931411"/>
            <a:chExt cx="341708" cy="76036"/>
          </a:xfrm>
        </p:grpSpPr>
        <p:sp>
          <p:nvSpPr>
            <p:cNvPr id="137" name="Oval 1589">
              <a:extLst>
                <a:ext uri="{FF2B5EF4-FFF2-40B4-BE49-F238E27FC236}">
                  <a16:creationId xmlns:a16="http://schemas.microsoft.com/office/drawing/2014/main" id="{5DFC360B-259C-4AFC-8A3B-3B987094942D}"/>
                </a:ext>
              </a:extLst>
            </p:cNvPr>
            <p:cNvSpPr/>
            <p:nvPr/>
          </p:nvSpPr>
          <p:spPr>
            <a:xfrm flipH="1" flipV="1">
              <a:off x="10217327" y="3982355"/>
              <a:ext cx="25200" cy="2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8" name="Rectangle 1590">
              <a:extLst>
                <a:ext uri="{FF2B5EF4-FFF2-40B4-BE49-F238E27FC236}">
                  <a16:creationId xmlns:a16="http://schemas.microsoft.com/office/drawing/2014/main" id="{C4A2F6F0-5832-4A9B-AFF3-DC2261FEECF1}"/>
                </a:ext>
              </a:extLst>
            </p:cNvPr>
            <p:cNvSpPr/>
            <p:nvPr/>
          </p:nvSpPr>
          <p:spPr>
            <a:xfrm>
              <a:off x="9900819" y="3931411"/>
              <a:ext cx="306845" cy="760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sz="1400" b="1" dirty="0" err="1">
                  <a:solidFill>
                    <a:schemeClr val="tx1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Kwangyang</a:t>
              </a:r>
              <a:endParaRPr lang="en-US" sz="1400" b="1" dirty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endParaRPr>
            </a:p>
          </p:txBody>
        </p:sp>
      </p:grpSp>
      <p:sp>
        <p:nvSpPr>
          <p:cNvPr id="155" name="이등변 삼각형 154">
            <a:extLst>
              <a:ext uri="{FF2B5EF4-FFF2-40B4-BE49-F238E27FC236}">
                <a16:creationId xmlns:a16="http://schemas.microsoft.com/office/drawing/2014/main" id="{E08371F1-E347-4E2C-97CA-AE078B23F1B7}"/>
              </a:ext>
            </a:extLst>
          </p:cNvPr>
          <p:cNvSpPr/>
          <p:nvPr/>
        </p:nvSpPr>
        <p:spPr>
          <a:xfrm rot="14760869">
            <a:off x="7578788" y="3297400"/>
            <a:ext cx="162000" cy="1296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이등변 삼각형 155">
            <a:extLst>
              <a:ext uri="{FF2B5EF4-FFF2-40B4-BE49-F238E27FC236}">
                <a16:creationId xmlns:a16="http://schemas.microsoft.com/office/drawing/2014/main" id="{E6D313B9-40F7-4265-82EE-FE05C4C29230}"/>
              </a:ext>
            </a:extLst>
          </p:cNvPr>
          <p:cNvSpPr/>
          <p:nvPr/>
        </p:nvSpPr>
        <p:spPr>
          <a:xfrm rot="14227373">
            <a:off x="5497339" y="5128911"/>
            <a:ext cx="162000" cy="1296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1" name="组合 49">
            <a:extLst>
              <a:ext uri="{FF2B5EF4-FFF2-40B4-BE49-F238E27FC236}">
                <a16:creationId xmlns:a16="http://schemas.microsoft.com/office/drawing/2014/main" id="{B2DAD80D-86F5-4787-B005-76D411034775}"/>
              </a:ext>
            </a:extLst>
          </p:cNvPr>
          <p:cNvGrpSpPr/>
          <p:nvPr/>
        </p:nvGrpSpPr>
        <p:grpSpPr>
          <a:xfrm>
            <a:off x="4146820" y="5267930"/>
            <a:ext cx="998329" cy="227695"/>
            <a:chOff x="5409222" y="3884125"/>
            <a:chExt cx="998329" cy="227695"/>
          </a:xfrm>
        </p:grpSpPr>
        <p:sp>
          <p:nvSpPr>
            <p:cNvPr id="172" name="Rectangle 835">
              <a:extLst>
                <a:ext uri="{FF2B5EF4-FFF2-40B4-BE49-F238E27FC236}">
                  <a16:creationId xmlns:a16="http://schemas.microsoft.com/office/drawing/2014/main" id="{BB52A12A-8A4D-44CD-B6E8-362E2611E4A5}"/>
                </a:ext>
              </a:extLst>
            </p:cNvPr>
            <p:cNvSpPr/>
            <p:nvPr/>
          </p:nvSpPr>
          <p:spPr>
            <a:xfrm>
              <a:off x="5409222" y="3884125"/>
              <a:ext cx="806643" cy="2276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r"/>
              <a:r>
                <a:rPr lang="en-US" sz="1400" b="1" dirty="0">
                  <a:solidFill>
                    <a:srgbClr val="BC9000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Ningbo</a:t>
              </a:r>
            </a:p>
          </p:txBody>
        </p:sp>
        <p:sp>
          <p:nvSpPr>
            <p:cNvPr id="173" name="Oval 834">
              <a:extLst>
                <a:ext uri="{FF2B5EF4-FFF2-40B4-BE49-F238E27FC236}">
                  <a16:creationId xmlns:a16="http://schemas.microsoft.com/office/drawing/2014/main" id="{A26E00DB-4727-455A-928E-0B6D73FFD828}"/>
                </a:ext>
              </a:extLst>
            </p:cNvPr>
            <p:cNvSpPr/>
            <p:nvPr/>
          </p:nvSpPr>
          <p:spPr>
            <a:xfrm flipH="1" flipV="1">
              <a:off x="6319697" y="3977359"/>
              <a:ext cx="87854" cy="75304"/>
            </a:xfrm>
            <a:prstGeom prst="ellipse">
              <a:avLst/>
            </a:prstGeom>
            <a:solidFill>
              <a:srgbClr val="BC9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74" name="组合 56">
            <a:extLst>
              <a:ext uri="{FF2B5EF4-FFF2-40B4-BE49-F238E27FC236}">
                <a16:creationId xmlns:a16="http://schemas.microsoft.com/office/drawing/2014/main" id="{56B9AE83-0370-465D-AFD2-4A1A00BBC44C}"/>
              </a:ext>
            </a:extLst>
          </p:cNvPr>
          <p:cNvGrpSpPr/>
          <p:nvPr/>
        </p:nvGrpSpPr>
        <p:grpSpPr>
          <a:xfrm>
            <a:off x="4057989" y="4911042"/>
            <a:ext cx="979732" cy="230520"/>
            <a:chOff x="5385432" y="3624135"/>
            <a:chExt cx="979732" cy="230520"/>
          </a:xfrm>
        </p:grpSpPr>
        <p:sp>
          <p:nvSpPr>
            <p:cNvPr id="175" name="Oval 843">
              <a:extLst>
                <a:ext uri="{FF2B5EF4-FFF2-40B4-BE49-F238E27FC236}">
                  <a16:creationId xmlns:a16="http://schemas.microsoft.com/office/drawing/2014/main" id="{44409322-62CD-454F-B90A-60F38DA0E2D0}"/>
                </a:ext>
              </a:extLst>
            </p:cNvPr>
            <p:cNvSpPr/>
            <p:nvPr/>
          </p:nvSpPr>
          <p:spPr>
            <a:xfrm flipH="1" flipV="1">
              <a:off x="6277310" y="3779351"/>
              <a:ext cx="87854" cy="7530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6" name="Rectangle 844">
              <a:extLst>
                <a:ext uri="{FF2B5EF4-FFF2-40B4-BE49-F238E27FC236}">
                  <a16:creationId xmlns:a16="http://schemas.microsoft.com/office/drawing/2014/main" id="{DBFCDCCB-9F0C-4AB3-B802-C9F3361198E9}"/>
                </a:ext>
              </a:extLst>
            </p:cNvPr>
            <p:cNvSpPr/>
            <p:nvPr/>
          </p:nvSpPr>
          <p:spPr>
            <a:xfrm>
              <a:off x="5385432" y="3624135"/>
              <a:ext cx="893944" cy="14223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r"/>
              <a:r>
                <a:rPr lang="en-US" sz="1400" b="1" dirty="0">
                  <a:solidFill>
                    <a:schemeClr val="tx1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Shanghai</a:t>
              </a:r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336176" y="147918"/>
            <a:ext cx="11393548" cy="900000"/>
            <a:chOff x="336176" y="147918"/>
            <a:chExt cx="11393548" cy="900000"/>
          </a:xfrm>
        </p:grpSpPr>
        <p:sp>
          <p:nvSpPr>
            <p:cNvPr id="142" name="Rectangle 141"/>
            <p:cNvSpPr/>
            <p:nvPr/>
          </p:nvSpPr>
          <p:spPr>
            <a:xfrm>
              <a:off x="336176" y="147918"/>
              <a:ext cx="2700000" cy="900000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r>
                <a:rPr lang="en-US" altLang="ko-KR" sz="2800" b="1" dirty="0">
                  <a:solidFill>
                    <a:prstClr val="white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{</a:t>
              </a:r>
              <a:r>
                <a:rPr lang="en-US" altLang="ko-KR" sz="2800" b="1" dirty="0" err="1">
                  <a:solidFill>
                    <a:prstClr val="white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Rno</a:t>
              </a:r>
              <a:r>
                <a:rPr lang="en-US" altLang="ko-KR" sz="2800" b="1" dirty="0">
                  <a:solidFill>
                    <a:prstClr val="white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}_{Region}</a:t>
              </a:r>
              <a:endParaRPr lang="en-US" sz="2800" b="1" dirty="0">
                <a:solidFill>
                  <a:prstClr val="white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3089724" y="147918"/>
              <a:ext cx="8640000" cy="879167"/>
            </a:xfrm>
            <a:prstGeom prst="rect">
              <a:avLst/>
            </a:prstGeom>
            <a:solidFill>
              <a:srgbClr val="E6EE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{[Carriers]} {</a:t>
              </a:r>
              <a:r>
                <a:rPr lang="en-US" altLang="ko-KR" sz="2000" b="1" dirty="0" err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ServiceName</a:t>
              </a:r>
              <a:r>
                <a:rPr lang="en-US" altLang="ko-KR" sz="20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}</a:t>
              </a:r>
            </a:p>
          </p:txBody>
        </p:sp>
      </p:grpSp>
      <p:graphicFrame>
        <p:nvGraphicFramePr>
          <p:cNvPr id="133" name="Table 205">
            <a:extLst>
              <a:ext uri="{FF2B5EF4-FFF2-40B4-BE49-F238E27FC236}">
                <a16:creationId xmlns:a16="http://schemas.microsoft.com/office/drawing/2014/main" id="{0F376338-FAAD-45BB-AFE3-8066808AB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203142"/>
              </p:ext>
            </p:extLst>
          </p:nvPr>
        </p:nvGraphicFramePr>
        <p:xfrm>
          <a:off x="1753634" y="5580000"/>
          <a:ext cx="8684732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9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6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16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Carriers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Dur</a:t>
                      </a: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Freq.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Ships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Rotation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31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{Carriers}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{Dur}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{Freq}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{Ships}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{PortRotation}</a:t>
                      </a:r>
                      <a:endParaRPr lang="en-US" altLang="ko-KR" sz="1200" b="1" i="0" u="none" strike="noStrike" dirty="0">
                        <a:solidFill>
                          <a:srgbClr val="BC8F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5A00F203-FE93-4964-8F1C-35B1F861F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352041"/>
              </p:ext>
            </p:extLst>
          </p:nvPr>
        </p:nvGraphicFramePr>
        <p:xfrm>
          <a:off x="9766800" y="1029600"/>
          <a:ext cx="1963806" cy="1106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2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704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{T1Name}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Weekly throughput</a:t>
                      </a:r>
                      <a:endParaRPr lang="ko-KR" alt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{T1Wtp}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Schedule</a:t>
                      </a:r>
                      <a:endParaRPr lang="ko-KR" alt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{T1Sch}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80" name="Group 1607">
            <a:extLst>
              <a:ext uri="{FF2B5EF4-FFF2-40B4-BE49-F238E27FC236}">
                <a16:creationId xmlns:a16="http://schemas.microsoft.com/office/drawing/2014/main" id="{23DF0A24-E159-45FA-B334-78A9691B6B52}"/>
              </a:ext>
            </a:extLst>
          </p:cNvPr>
          <p:cNvGrpSpPr/>
          <p:nvPr/>
        </p:nvGrpSpPr>
        <p:grpSpPr>
          <a:xfrm>
            <a:off x="7568535" y="2497061"/>
            <a:ext cx="880052" cy="238778"/>
            <a:chOff x="9894597" y="3872089"/>
            <a:chExt cx="252433" cy="68491"/>
          </a:xfrm>
        </p:grpSpPr>
        <p:sp>
          <p:nvSpPr>
            <p:cNvPr id="181" name="Oval 1608">
              <a:extLst>
                <a:ext uri="{FF2B5EF4-FFF2-40B4-BE49-F238E27FC236}">
                  <a16:creationId xmlns:a16="http://schemas.microsoft.com/office/drawing/2014/main" id="{0BC4D6F8-AD35-46E3-B306-6606D17D0805}"/>
                </a:ext>
              </a:extLst>
            </p:cNvPr>
            <p:cNvSpPr/>
            <p:nvPr/>
          </p:nvSpPr>
          <p:spPr>
            <a:xfrm flipH="1" flipV="1">
              <a:off x="10121830" y="3918980"/>
              <a:ext cx="25200" cy="2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2" name="Rectangle 1609">
              <a:extLst>
                <a:ext uri="{FF2B5EF4-FFF2-40B4-BE49-F238E27FC236}">
                  <a16:creationId xmlns:a16="http://schemas.microsoft.com/office/drawing/2014/main" id="{3B6FA45C-023E-4CC6-B4BE-F2D35F61FF01}"/>
                </a:ext>
              </a:extLst>
            </p:cNvPr>
            <p:cNvSpPr/>
            <p:nvPr/>
          </p:nvSpPr>
          <p:spPr>
            <a:xfrm>
              <a:off x="9894597" y="3872089"/>
              <a:ext cx="212836" cy="468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r"/>
              <a:r>
                <a:rPr lang="en-US" sz="1400" b="1" dirty="0">
                  <a:solidFill>
                    <a:schemeClr val="tx1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Niigata</a:t>
              </a:r>
            </a:p>
          </p:txBody>
        </p:sp>
      </p:grpSp>
      <p:grpSp>
        <p:nvGrpSpPr>
          <p:cNvPr id="183" name="Group 1570">
            <a:extLst>
              <a:ext uri="{FF2B5EF4-FFF2-40B4-BE49-F238E27FC236}">
                <a16:creationId xmlns:a16="http://schemas.microsoft.com/office/drawing/2014/main" id="{C444C0EB-75A5-4B60-AB80-9B6928586FB3}"/>
              </a:ext>
            </a:extLst>
          </p:cNvPr>
          <p:cNvGrpSpPr/>
          <p:nvPr/>
        </p:nvGrpSpPr>
        <p:grpSpPr>
          <a:xfrm>
            <a:off x="7905825" y="3171910"/>
            <a:ext cx="1037915" cy="190335"/>
            <a:chOff x="10121828" y="3918971"/>
            <a:chExt cx="297714" cy="54595"/>
          </a:xfrm>
        </p:grpSpPr>
        <p:sp>
          <p:nvSpPr>
            <p:cNvPr id="184" name="Oval 1571">
              <a:extLst>
                <a:ext uri="{FF2B5EF4-FFF2-40B4-BE49-F238E27FC236}">
                  <a16:creationId xmlns:a16="http://schemas.microsoft.com/office/drawing/2014/main" id="{E2F2414D-3E70-4A81-8D8C-F90FB06FAD07}"/>
                </a:ext>
              </a:extLst>
            </p:cNvPr>
            <p:cNvSpPr/>
            <p:nvPr/>
          </p:nvSpPr>
          <p:spPr>
            <a:xfrm flipH="1" flipV="1">
              <a:off x="10121828" y="3918971"/>
              <a:ext cx="25200" cy="2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5" name="Rectangle 1572">
              <a:extLst>
                <a:ext uri="{FF2B5EF4-FFF2-40B4-BE49-F238E27FC236}">
                  <a16:creationId xmlns:a16="http://schemas.microsoft.com/office/drawing/2014/main" id="{07772B45-081D-4B63-85E2-74EF6416186D}"/>
                </a:ext>
              </a:extLst>
            </p:cNvPr>
            <p:cNvSpPr/>
            <p:nvPr/>
          </p:nvSpPr>
          <p:spPr>
            <a:xfrm>
              <a:off x="10166229" y="3928472"/>
              <a:ext cx="253313" cy="450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sz="1400" b="1" dirty="0">
                  <a:solidFill>
                    <a:schemeClr val="tx1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Kanazawa</a:t>
              </a:r>
            </a:p>
          </p:txBody>
        </p:sp>
      </p:grpSp>
      <p:grpSp>
        <p:nvGrpSpPr>
          <p:cNvPr id="186" name="Group 1607">
            <a:extLst>
              <a:ext uri="{FF2B5EF4-FFF2-40B4-BE49-F238E27FC236}">
                <a16:creationId xmlns:a16="http://schemas.microsoft.com/office/drawing/2014/main" id="{A4B62D3D-6DE2-4592-B324-27D1C06299AA}"/>
              </a:ext>
            </a:extLst>
          </p:cNvPr>
          <p:cNvGrpSpPr/>
          <p:nvPr/>
        </p:nvGrpSpPr>
        <p:grpSpPr>
          <a:xfrm>
            <a:off x="8065324" y="2961527"/>
            <a:ext cx="829860" cy="164200"/>
            <a:chOff x="10121830" y="3893481"/>
            <a:chExt cx="238036" cy="47099"/>
          </a:xfrm>
        </p:grpSpPr>
        <p:sp>
          <p:nvSpPr>
            <p:cNvPr id="187" name="Oval 1608">
              <a:extLst>
                <a:ext uri="{FF2B5EF4-FFF2-40B4-BE49-F238E27FC236}">
                  <a16:creationId xmlns:a16="http://schemas.microsoft.com/office/drawing/2014/main" id="{DCA38C70-7840-4013-8AAF-B0B7C8D372AB}"/>
                </a:ext>
              </a:extLst>
            </p:cNvPr>
            <p:cNvSpPr/>
            <p:nvPr/>
          </p:nvSpPr>
          <p:spPr>
            <a:xfrm flipH="1" flipV="1">
              <a:off x="10121830" y="3918980"/>
              <a:ext cx="25200" cy="21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8" name="Rectangle 1609">
              <a:extLst>
                <a:ext uri="{FF2B5EF4-FFF2-40B4-BE49-F238E27FC236}">
                  <a16:creationId xmlns:a16="http://schemas.microsoft.com/office/drawing/2014/main" id="{F9EAAA7A-2AE2-4470-B5D2-7FAE8FD36C1A}"/>
                </a:ext>
              </a:extLst>
            </p:cNvPr>
            <p:cNvSpPr/>
            <p:nvPr/>
          </p:nvSpPr>
          <p:spPr>
            <a:xfrm>
              <a:off x="10147030" y="3893481"/>
              <a:ext cx="212836" cy="468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r"/>
              <a:r>
                <a:rPr lang="en-US" sz="1400" b="1" dirty="0">
                  <a:solidFill>
                    <a:schemeClr val="tx1"/>
                  </a:solidFill>
                  <a:latin typeface="Arial" pitchFamily="34" charset="0"/>
                  <a:ea typeface="맑은 고딕" panose="020B0503020000020004" pitchFamily="50" charset="-127"/>
                  <a:cs typeface="Arial" pitchFamily="34" charset="0"/>
                </a:rPr>
                <a:t>Toyama</a:t>
              </a:r>
            </a:p>
          </p:txBody>
        </p:sp>
      </p:grp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C9F48C34-45CB-4E64-91E4-BD99EA3C7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32447"/>
              </p:ext>
            </p:extLst>
          </p:nvPr>
        </p:nvGraphicFramePr>
        <p:xfrm>
          <a:off x="9764805" y="2260241"/>
          <a:ext cx="1963806" cy="1106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2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704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{T2Name}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Weekly throughput</a:t>
                      </a:r>
                      <a:endParaRPr lang="ko-KR" alt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{T2Wtp}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Schedule</a:t>
                      </a:r>
                      <a:endParaRPr lang="ko-KR" alt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{T2Sch}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4D6E675B-087E-46AD-AE3E-9DAC3E7D5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351963"/>
              </p:ext>
            </p:extLst>
          </p:nvPr>
        </p:nvGraphicFramePr>
        <p:xfrm>
          <a:off x="9764805" y="3452332"/>
          <a:ext cx="1963806" cy="1106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2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704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Terminal</a:t>
                      </a: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{T3Name}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Weekly throughput</a:t>
                      </a:r>
                      <a:endParaRPr lang="ko-KR" alt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{T3Wtp}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t" latinLnBrk="1" hangingPunct="1"/>
                      <a:r>
                        <a:rPr lang="en-US" altLang="ko-KR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Schedule</a:t>
                      </a:r>
                      <a:endParaRPr lang="ko-KR" alt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25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{T3Sch}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649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218</Words>
  <Application>Microsoft Office PowerPoint</Application>
  <PresentationFormat>와이드스크린</PresentationFormat>
  <Paragraphs>80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HY견고딕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Yeong IL Kim</dc:creator>
  <cp:lastModifiedBy>Yeong IL Kim</cp:lastModifiedBy>
  <cp:revision>9</cp:revision>
  <dcterms:created xsi:type="dcterms:W3CDTF">2025-09-26T06:44:16Z</dcterms:created>
  <dcterms:modified xsi:type="dcterms:W3CDTF">2025-10-01T14:57:05Z</dcterms:modified>
</cp:coreProperties>
</file>